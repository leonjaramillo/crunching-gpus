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3" r:id="rId4"/>
  </p:sldMasterIdLst>
  <p:notesMasterIdLst>
    <p:notesMasterId r:id="rId23"/>
  </p:notesMasterIdLst>
  <p:handoutMasterIdLst>
    <p:handoutMasterId r:id="rId24"/>
  </p:handoutMasterIdLst>
  <p:sldIdLst>
    <p:sldId id="258" r:id="rId5"/>
    <p:sldId id="261" r:id="rId6"/>
    <p:sldId id="310" r:id="rId7"/>
    <p:sldId id="278" r:id="rId8"/>
    <p:sldId id="311" r:id="rId9"/>
    <p:sldId id="286" r:id="rId10"/>
    <p:sldId id="287" r:id="rId11"/>
    <p:sldId id="312" r:id="rId12"/>
    <p:sldId id="291" r:id="rId13"/>
    <p:sldId id="313" r:id="rId14"/>
    <p:sldId id="292" r:id="rId15"/>
    <p:sldId id="293" r:id="rId16"/>
    <p:sldId id="314" r:id="rId17"/>
    <p:sldId id="299" r:id="rId18"/>
    <p:sldId id="315" r:id="rId19"/>
    <p:sldId id="302" r:id="rId20"/>
    <p:sldId id="303" r:id="rId21"/>
    <p:sldId id="268" r:id="rId22"/>
  </p:sldIdLst>
  <p:sldSz cx="12192000" cy="6858000"/>
  <p:notesSz cx="13716000" cy="243871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989E37-B850-1D40-C287-E7457D095939}" name="Taras Lopushanskyi" initials="" userId="S::tlopu@softserveinc.com::7b479547-1ac6-4c3e-bfc7-6a03fe16e469" providerId="AD"/>
  <p188:author id="{DC511251-FA26-9433-1173-3030CF824937}" name="Neill Furmston" initials="" userId="S::nfurm@softserveinc.com::1f7bb88b-ebba-4afe-b2d3-53cd9fd2713d" providerId="AD"/>
  <p188:author id="{F3764051-4701-B8D2-F2FF-086436182B31}" name="Helga Kuklieva" initials="HK" userId="S::okukl@softserveinc.com::8058d566-3e94-4190-bb8d-b787b7329c88" providerId="AD"/>
  <p188:author id="{FC195F60-30CD-1CEB-73C0-F626030225A3}" name="Vika Shemet" initials="" userId="S::vsheme@softserveinc.com::db0cc8c0-0552-412f-b1bb-b7d23224c7a0" providerId="AD"/>
  <p188:author id="{7ED644DC-D3AC-75B6-36A0-CC58848AD126}" name="Iryna Sukhotska" initials="" userId="S::isukh@softserveinc.com::57b3c95b-473f-45db-abc5-73044ff921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F0BB"/>
    <a:srgbClr val="20E077"/>
    <a:srgbClr val="FCA8A8"/>
    <a:srgbClr val="F95050"/>
    <a:srgbClr val="ECFDF5"/>
    <a:srgbClr val="10B981"/>
    <a:srgbClr val="065F46"/>
    <a:srgbClr val="FFFFFF"/>
    <a:srgbClr val="FFC62B"/>
    <a:srgbClr val="FE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DF3CC-D756-448A-B376-E6A060098ABA}" v="48" dt="2026-04-22T20:37:03.5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04"/>
  </p:normalViewPr>
  <p:slideViewPr>
    <p:cSldViewPr>
      <p:cViewPr varScale="1">
        <p:scale>
          <a:sx n="51" d="100"/>
          <a:sy n="51" d="100"/>
        </p:scale>
        <p:origin x="122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 Jaramillo" userId="321a0b15-1a72-4f8d-82e4-28f1422037ee" providerId="ADAL" clId="{AFE2C3AB-E117-452B-AD1D-FC2C26679A3F}"/>
    <pc:docChg chg="undo custSel addSld delSld modSld sldOrd">
      <pc:chgData name="Leon Jaramillo" userId="321a0b15-1a72-4f8d-82e4-28f1422037ee" providerId="ADAL" clId="{AFE2C3AB-E117-452B-AD1D-FC2C26679A3F}" dt="2026-04-22T20:37:47.631" v="1731" actId="1076"/>
      <pc:docMkLst>
        <pc:docMk/>
      </pc:docMkLst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4096489112" sldId="256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48312584" sldId="257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1640776473" sldId="259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3843981552" sldId="260"/>
        </pc:sldMkLst>
      </pc:sldChg>
      <pc:sldChg chg="addSp modSp mod ord">
        <pc:chgData name="Leon Jaramillo" userId="321a0b15-1a72-4f8d-82e4-28f1422037ee" providerId="ADAL" clId="{AFE2C3AB-E117-452B-AD1D-FC2C26679A3F}" dt="2026-04-21T23:45:18.882" v="640" actId="20577"/>
        <pc:sldMkLst>
          <pc:docMk/>
          <pc:sldMk cId="3314175876" sldId="261"/>
        </pc:sldMkLst>
        <pc:spChg chg="add mod">
          <ac:chgData name="Leon Jaramillo" userId="321a0b15-1a72-4f8d-82e4-28f1422037ee" providerId="ADAL" clId="{AFE2C3AB-E117-452B-AD1D-FC2C26679A3F}" dt="2026-04-21T22:41:40.498" v="260" actId="113"/>
          <ac:spMkLst>
            <pc:docMk/>
            <pc:sldMk cId="3314175876" sldId="261"/>
            <ac:spMk id="3" creationId="{E7A60FEF-0572-F05A-102E-D94BEE769ADD}"/>
          </ac:spMkLst>
        </pc:spChg>
        <pc:spChg chg="mod">
          <ac:chgData name="Leon Jaramillo" userId="321a0b15-1a72-4f8d-82e4-28f1422037ee" providerId="ADAL" clId="{AFE2C3AB-E117-452B-AD1D-FC2C26679A3F}" dt="2026-04-21T19:30:21.156" v="48" actId="20577"/>
          <ac:spMkLst>
            <pc:docMk/>
            <pc:sldMk cId="3314175876" sldId="261"/>
            <ac:spMk id="6" creationId="{BBBAC425-8C06-6B18-59FC-04111CFDB530}"/>
          </ac:spMkLst>
        </pc:spChg>
        <pc:spChg chg="mod">
          <ac:chgData name="Leon Jaramillo" userId="321a0b15-1a72-4f8d-82e4-28f1422037ee" providerId="ADAL" clId="{AFE2C3AB-E117-452B-AD1D-FC2C26679A3F}" dt="2026-04-21T19:32:25.098" v="71"/>
          <ac:spMkLst>
            <pc:docMk/>
            <pc:sldMk cId="3314175876" sldId="261"/>
            <ac:spMk id="18" creationId="{99AC8DDC-7144-CEFC-1C30-B3FD5B13D526}"/>
          </ac:spMkLst>
        </pc:spChg>
        <pc:graphicFrameChg chg="mod modGraphic">
          <ac:chgData name="Leon Jaramillo" userId="321a0b15-1a72-4f8d-82e4-28f1422037ee" providerId="ADAL" clId="{AFE2C3AB-E117-452B-AD1D-FC2C26679A3F}" dt="2026-04-21T23:45:18.882" v="640" actId="20577"/>
          <ac:graphicFrameMkLst>
            <pc:docMk/>
            <pc:sldMk cId="3314175876" sldId="261"/>
            <ac:graphicFrameMk id="8" creationId="{732C3541-B647-D2D8-1A83-CC5F2DFE75DA}"/>
          </ac:graphicFrameMkLst>
        </pc:graphicFrameChg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2050019560" sldId="262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189407595" sldId="263"/>
        </pc:sldMkLst>
      </pc:sldChg>
      <pc:sldChg chg="modSp add del mod">
        <pc:chgData name="Leon Jaramillo" userId="321a0b15-1a72-4f8d-82e4-28f1422037ee" providerId="ADAL" clId="{AFE2C3AB-E117-452B-AD1D-FC2C26679A3F}" dt="2026-04-21T22:42:54.608" v="263" actId="47"/>
        <pc:sldMkLst>
          <pc:docMk/>
          <pc:sldMk cId="1258263022" sldId="264"/>
        </pc:sldMkLst>
        <pc:spChg chg="mod">
          <ac:chgData name="Leon Jaramillo" userId="321a0b15-1a72-4f8d-82e4-28f1422037ee" providerId="ADAL" clId="{AFE2C3AB-E117-452B-AD1D-FC2C26679A3F}" dt="2026-04-21T19:28:18.926" v="28"/>
          <ac:spMkLst>
            <pc:docMk/>
            <pc:sldMk cId="1258263022" sldId="264"/>
            <ac:spMk id="4" creationId="{9E14F7CE-C998-372D-E32C-42F7B040BD04}"/>
          </ac:spMkLst>
        </pc:spChg>
        <pc:spChg chg="mod">
          <ac:chgData name="Leon Jaramillo" userId="321a0b15-1a72-4f8d-82e4-28f1422037ee" providerId="ADAL" clId="{AFE2C3AB-E117-452B-AD1D-FC2C26679A3F}" dt="2026-04-21T19:27:37.126" v="18" actId="20577"/>
          <ac:spMkLst>
            <pc:docMk/>
            <pc:sldMk cId="1258263022" sldId="264"/>
            <ac:spMk id="6" creationId="{D5C3E8A9-9C26-163B-566D-B551D5DC9A43}"/>
          </ac:spMkLst>
        </pc:spChg>
      </pc:sldChg>
      <pc:sldChg chg="addSp delSp modSp del mod modClrScheme chgLayout">
        <pc:chgData name="Leon Jaramillo" userId="321a0b15-1a72-4f8d-82e4-28f1422037ee" providerId="ADAL" clId="{AFE2C3AB-E117-452B-AD1D-FC2C26679A3F}" dt="2026-04-21T19:26:11.776" v="3" actId="47"/>
        <pc:sldMkLst>
          <pc:docMk/>
          <pc:sldMk cId="2107445777" sldId="264"/>
        </pc:sldMkLst>
        <pc:spChg chg="mod ord">
          <ac:chgData name="Leon Jaramillo" userId="321a0b15-1a72-4f8d-82e4-28f1422037ee" providerId="ADAL" clId="{AFE2C3AB-E117-452B-AD1D-FC2C26679A3F}" dt="2026-04-21T19:25:51.461" v="2" actId="700"/>
          <ac:spMkLst>
            <pc:docMk/>
            <pc:sldMk cId="2107445777" sldId="264"/>
            <ac:spMk id="2" creationId="{F1315FF3-FCC6-34D2-3DA3-C7E68451AFA6}"/>
          </ac:spMkLst>
        </pc:spChg>
        <pc:spChg chg="mod ord">
          <ac:chgData name="Leon Jaramillo" userId="321a0b15-1a72-4f8d-82e4-28f1422037ee" providerId="ADAL" clId="{AFE2C3AB-E117-452B-AD1D-FC2C26679A3F}" dt="2026-04-21T19:25:51.461" v="2" actId="700"/>
          <ac:spMkLst>
            <pc:docMk/>
            <pc:sldMk cId="2107445777" sldId="264"/>
            <ac:spMk id="3" creationId="{EF015014-2B62-6D73-822A-F50F67AB5539}"/>
          </ac:spMkLst>
        </pc:spChg>
        <pc:spChg chg="add del mod ord">
          <ac:chgData name="Leon Jaramillo" userId="321a0b15-1a72-4f8d-82e4-28f1422037ee" providerId="ADAL" clId="{AFE2C3AB-E117-452B-AD1D-FC2C26679A3F}" dt="2026-04-21T19:25:51.461" v="2" actId="700"/>
          <ac:spMkLst>
            <pc:docMk/>
            <pc:sldMk cId="2107445777" sldId="264"/>
            <ac:spMk id="4" creationId="{A5727AF3-CC80-02B1-5254-C9B37C8380CF}"/>
          </ac:spMkLst>
        </pc:spChg>
        <pc:spChg chg="add del mod ord">
          <ac:chgData name="Leon Jaramillo" userId="321a0b15-1a72-4f8d-82e4-28f1422037ee" providerId="ADAL" clId="{AFE2C3AB-E117-452B-AD1D-FC2C26679A3F}" dt="2026-04-21T19:25:51.461" v="2" actId="700"/>
          <ac:spMkLst>
            <pc:docMk/>
            <pc:sldMk cId="2107445777" sldId="264"/>
            <ac:spMk id="6" creationId="{677F3FC2-9397-31A7-006B-1DEAE1E1EBE5}"/>
          </ac:spMkLst>
        </pc:spChg>
        <pc:spChg chg="add mod ord">
          <ac:chgData name="Leon Jaramillo" userId="321a0b15-1a72-4f8d-82e4-28f1422037ee" providerId="ADAL" clId="{AFE2C3AB-E117-452B-AD1D-FC2C26679A3F}" dt="2026-04-21T19:25:51.461" v="2" actId="700"/>
          <ac:spMkLst>
            <pc:docMk/>
            <pc:sldMk cId="2107445777" sldId="264"/>
            <ac:spMk id="7" creationId="{21EA6178-1B25-D25F-90A8-DF6DCDA35621}"/>
          </ac:spMkLst>
        </pc:spChg>
        <pc:spChg chg="add mod ord">
          <ac:chgData name="Leon Jaramillo" userId="321a0b15-1a72-4f8d-82e4-28f1422037ee" providerId="ADAL" clId="{AFE2C3AB-E117-452B-AD1D-FC2C26679A3F}" dt="2026-04-21T19:25:51.461" v="2" actId="700"/>
          <ac:spMkLst>
            <pc:docMk/>
            <pc:sldMk cId="2107445777" sldId="264"/>
            <ac:spMk id="8" creationId="{E70EFA3E-7A35-9839-0816-80A9A28CD7DB}"/>
          </ac:spMkLst>
        </pc:spChg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3099203149" sldId="265"/>
        </pc:sldMkLst>
      </pc:sldChg>
      <pc:sldChg chg="addSp delSp modSp del mod ord modClrScheme chgLayout">
        <pc:chgData name="Leon Jaramillo" userId="321a0b15-1a72-4f8d-82e4-28f1422037ee" providerId="ADAL" clId="{AFE2C3AB-E117-452B-AD1D-FC2C26679A3F}" dt="2026-04-21T22:42:32.941" v="261" actId="47"/>
        <pc:sldMkLst>
          <pc:docMk/>
          <pc:sldMk cId="3265196062" sldId="266"/>
        </pc:sldMkLst>
        <pc:spChg chg="add del mod">
          <ac:chgData name="Leon Jaramillo" userId="321a0b15-1a72-4f8d-82e4-28f1422037ee" providerId="ADAL" clId="{AFE2C3AB-E117-452B-AD1D-FC2C26679A3F}" dt="2026-04-21T19:26:56.606" v="8" actId="478"/>
          <ac:spMkLst>
            <pc:docMk/>
            <pc:sldMk cId="3265196062" sldId="266"/>
            <ac:spMk id="3" creationId="{FC4EFF5B-C433-1D92-0439-9811596EF1C0}"/>
          </ac:spMkLst>
        </pc:spChg>
        <pc:spChg chg="mod ord">
          <ac:chgData name="Leon Jaramillo" userId="321a0b15-1a72-4f8d-82e4-28f1422037ee" providerId="ADAL" clId="{AFE2C3AB-E117-452B-AD1D-FC2C26679A3F}" dt="2026-04-21T19:26:52.926" v="7"/>
          <ac:spMkLst>
            <pc:docMk/>
            <pc:sldMk cId="3265196062" sldId="266"/>
            <ac:spMk id="4" creationId="{491AB00D-3AD7-A6EB-9B33-A1F18BEEFBE4}"/>
          </ac:spMkLst>
        </pc:spChg>
        <pc:spChg chg="del mod ord">
          <ac:chgData name="Leon Jaramillo" userId="321a0b15-1a72-4f8d-82e4-28f1422037ee" providerId="ADAL" clId="{AFE2C3AB-E117-452B-AD1D-FC2C26679A3F}" dt="2026-04-21T19:26:41.247" v="6" actId="478"/>
          <ac:spMkLst>
            <pc:docMk/>
            <pc:sldMk cId="3265196062" sldId="266"/>
            <ac:spMk id="5" creationId="{07D5B028-E80C-A77F-9244-F30B72016802}"/>
          </ac:spMkLst>
        </pc:spChg>
        <pc:spChg chg="mod ord">
          <ac:chgData name="Leon Jaramillo" userId="321a0b15-1a72-4f8d-82e4-28f1422037ee" providerId="ADAL" clId="{AFE2C3AB-E117-452B-AD1D-FC2C26679A3F}" dt="2026-04-21T19:25:44.066" v="1" actId="700"/>
          <ac:spMkLst>
            <pc:docMk/>
            <pc:sldMk cId="3265196062" sldId="266"/>
            <ac:spMk id="6" creationId="{0D973BE4-0E19-C3F6-0647-CEE24821A541}"/>
          </ac:spMkLst>
        </pc:spChg>
        <pc:spChg chg="mod ord">
          <ac:chgData name="Leon Jaramillo" userId="321a0b15-1a72-4f8d-82e4-28f1422037ee" providerId="ADAL" clId="{AFE2C3AB-E117-452B-AD1D-FC2C26679A3F}" dt="2026-04-21T19:27:23.032" v="11"/>
          <ac:spMkLst>
            <pc:docMk/>
            <pc:sldMk cId="3265196062" sldId="266"/>
            <ac:spMk id="7" creationId="{CB9F533A-9F47-524C-AE52-1094D24024F4}"/>
          </ac:spMkLst>
        </pc:spChg>
        <pc:spChg chg="mod ord">
          <ac:chgData name="Leon Jaramillo" userId="321a0b15-1a72-4f8d-82e4-28f1422037ee" providerId="ADAL" clId="{AFE2C3AB-E117-452B-AD1D-FC2C26679A3F}" dt="2026-04-21T19:25:44.066" v="1" actId="700"/>
          <ac:spMkLst>
            <pc:docMk/>
            <pc:sldMk cId="3265196062" sldId="266"/>
            <ac:spMk id="18" creationId="{F6111A35-981F-B831-32FE-EFCF69E36BE0}"/>
          </ac:spMkLst>
        </pc:spChg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1716284325" sldId="267"/>
        </pc:sldMkLst>
      </pc:sldChg>
      <pc:sldChg chg="modSp mod modClrScheme chgLayout">
        <pc:chgData name="Leon Jaramillo" userId="321a0b15-1a72-4f8d-82e4-28f1422037ee" providerId="ADAL" clId="{AFE2C3AB-E117-452B-AD1D-FC2C26679A3F}" dt="2026-04-21T20:15:10.987" v="223" actId="20577"/>
        <pc:sldMkLst>
          <pc:docMk/>
          <pc:sldMk cId="3734736835" sldId="268"/>
        </pc:sldMkLst>
        <pc:spChg chg="mod ord">
          <ac:chgData name="Leon Jaramillo" userId="321a0b15-1a72-4f8d-82e4-28f1422037ee" providerId="ADAL" clId="{AFE2C3AB-E117-452B-AD1D-FC2C26679A3F}" dt="2026-04-21T20:15:02.820" v="219" actId="20577"/>
          <ac:spMkLst>
            <pc:docMk/>
            <pc:sldMk cId="3734736835" sldId="268"/>
            <ac:spMk id="4" creationId="{6A2C70B2-2E11-4E88-BBE6-64CDCDC429A6}"/>
          </ac:spMkLst>
        </pc:spChg>
        <pc:spChg chg="mod ord">
          <ac:chgData name="Leon Jaramillo" userId="321a0b15-1a72-4f8d-82e4-28f1422037ee" providerId="ADAL" clId="{AFE2C3AB-E117-452B-AD1D-FC2C26679A3F}" dt="2026-04-21T20:15:10.987" v="223" actId="20577"/>
          <ac:spMkLst>
            <pc:docMk/>
            <pc:sldMk cId="3734736835" sldId="268"/>
            <ac:spMk id="5" creationId="{FB78831D-C7CA-CA17-5034-00E8F7824405}"/>
          </ac:spMkLst>
        </pc:spChg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69"/>
        </pc:sldMkLst>
      </pc:sldChg>
      <pc:sldChg chg="addSp delSp modSp new del mod modClrScheme chgLayout">
        <pc:chgData name="Leon Jaramillo" userId="321a0b15-1a72-4f8d-82e4-28f1422037ee" providerId="ADAL" clId="{AFE2C3AB-E117-452B-AD1D-FC2C26679A3F}" dt="2026-04-21T23:05:13.426" v="466" actId="47"/>
        <pc:sldMkLst>
          <pc:docMk/>
          <pc:sldMk cId="820662417" sldId="270"/>
        </pc:sldMkLst>
        <pc:spChg chg="del">
          <ac:chgData name="Leon Jaramillo" userId="321a0b15-1a72-4f8d-82e4-28f1422037ee" providerId="ADAL" clId="{AFE2C3AB-E117-452B-AD1D-FC2C26679A3F}" dt="2026-04-21T19:33:04.122" v="74" actId="700"/>
          <ac:spMkLst>
            <pc:docMk/>
            <pc:sldMk cId="820662417" sldId="270"/>
            <ac:spMk id="2" creationId="{22FE1C98-3332-A9A9-CBCB-DD161339B821}"/>
          </ac:spMkLst>
        </pc:spChg>
        <pc:spChg chg="mod ord">
          <ac:chgData name="Leon Jaramillo" userId="321a0b15-1a72-4f8d-82e4-28f1422037ee" providerId="ADAL" clId="{AFE2C3AB-E117-452B-AD1D-FC2C26679A3F}" dt="2026-04-21T19:33:04.122" v="74" actId="700"/>
          <ac:spMkLst>
            <pc:docMk/>
            <pc:sldMk cId="820662417" sldId="270"/>
            <ac:spMk id="3" creationId="{44D58BDD-5599-0F67-C604-F41BBC589A23}"/>
          </ac:spMkLst>
        </pc:spChg>
        <pc:spChg chg="del mod ord">
          <ac:chgData name="Leon Jaramillo" userId="321a0b15-1a72-4f8d-82e4-28f1422037ee" providerId="ADAL" clId="{AFE2C3AB-E117-452B-AD1D-FC2C26679A3F}" dt="2026-04-21T19:33:04.122" v="74" actId="700"/>
          <ac:spMkLst>
            <pc:docMk/>
            <pc:sldMk cId="820662417" sldId="270"/>
            <ac:spMk id="4" creationId="{BE481D9D-662B-C296-4D5B-B8737D84237A}"/>
          </ac:spMkLst>
        </pc:spChg>
        <pc:spChg chg="del mod ord">
          <ac:chgData name="Leon Jaramillo" userId="321a0b15-1a72-4f8d-82e4-28f1422037ee" providerId="ADAL" clId="{AFE2C3AB-E117-452B-AD1D-FC2C26679A3F}" dt="2026-04-21T19:33:04.122" v="74" actId="700"/>
          <ac:spMkLst>
            <pc:docMk/>
            <pc:sldMk cId="820662417" sldId="270"/>
            <ac:spMk id="5" creationId="{FB0F55F8-5371-249D-D38E-E4A3F9AE74A8}"/>
          </ac:spMkLst>
        </pc:spChg>
        <pc:spChg chg="del mod ord">
          <ac:chgData name="Leon Jaramillo" userId="321a0b15-1a72-4f8d-82e4-28f1422037ee" providerId="ADAL" clId="{AFE2C3AB-E117-452B-AD1D-FC2C26679A3F}" dt="2026-04-21T19:33:04.122" v="74" actId="700"/>
          <ac:spMkLst>
            <pc:docMk/>
            <pc:sldMk cId="820662417" sldId="270"/>
            <ac:spMk id="6" creationId="{7D1F32A4-B2EB-0ECD-677D-2EE735C24007}"/>
          </ac:spMkLst>
        </pc:spChg>
        <pc:spChg chg="add mod ord">
          <ac:chgData name="Leon Jaramillo" userId="321a0b15-1a72-4f8d-82e4-28f1422037ee" providerId="ADAL" clId="{AFE2C3AB-E117-452B-AD1D-FC2C26679A3F}" dt="2026-04-21T19:33:36.186" v="76"/>
          <ac:spMkLst>
            <pc:docMk/>
            <pc:sldMk cId="820662417" sldId="270"/>
            <ac:spMk id="7" creationId="{2DED632C-FF51-8ADB-61CA-A485A7222432}"/>
          </ac:spMkLst>
        </pc:spChg>
        <pc:spChg chg="add mod ord">
          <ac:chgData name="Leon Jaramillo" userId="321a0b15-1a72-4f8d-82e4-28f1422037ee" providerId="ADAL" clId="{AFE2C3AB-E117-452B-AD1D-FC2C26679A3F}" dt="2026-04-21T19:33:19.765" v="75"/>
          <ac:spMkLst>
            <pc:docMk/>
            <pc:sldMk cId="820662417" sldId="270"/>
            <ac:spMk id="8" creationId="{91B1D7FC-B0AF-2976-6147-7B88AA952CE9}"/>
          </ac:spMkLst>
        </pc:spChg>
        <pc:spChg chg="add mod ord">
          <ac:chgData name="Leon Jaramillo" userId="321a0b15-1a72-4f8d-82e4-28f1422037ee" providerId="ADAL" clId="{AFE2C3AB-E117-452B-AD1D-FC2C26679A3F}" dt="2026-04-21T19:34:30.075" v="92" actId="113"/>
          <ac:spMkLst>
            <pc:docMk/>
            <pc:sldMk cId="820662417" sldId="270"/>
            <ac:spMk id="9" creationId="{0F25AB71-326D-857A-BB3E-295B9102A36D}"/>
          </ac:spMkLst>
        </pc:spChg>
      </pc:sldChg>
      <pc:sldChg chg="modSp del mod modClrScheme chgLayout">
        <pc:chgData name="Leon Jaramillo" userId="321a0b15-1a72-4f8d-82e4-28f1422037ee" providerId="ADAL" clId="{AFE2C3AB-E117-452B-AD1D-FC2C26679A3F}" dt="2026-04-21T19:32:29.998" v="72" actId="47"/>
        <pc:sldMkLst>
          <pc:docMk/>
          <pc:sldMk cId="2449908506" sldId="270"/>
        </pc:sldMkLst>
        <pc:spChg chg="mod ord">
          <ac:chgData name="Leon Jaramillo" userId="321a0b15-1a72-4f8d-82e4-28f1422037ee" providerId="ADAL" clId="{AFE2C3AB-E117-452B-AD1D-FC2C26679A3F}" dt="2026-04-21T19:29:32.531" v="34" actId="700"/>
          <ac:spMkLst>
            <pc:docMk/>
            <pc:sldMk cId="2449908506" sldId="270"/>
            <ac:spMk id="2" creationId="{1D05B31A-3947-E1B8-4C03-B0C702FADF90}"/>
          </ac:spMkLst>
        </pc:spChg>
        <pc:spChg chg="mod ord">
          <ac:chgData name="Leon Jaramillo" userId="321a0b15-1a72-4f8d-82e4-28f1422037ee" providerId="ADAL" clId="{AFE2C3AB-E117-452B-AD1D-FC2C26679A3F}" dt="2026-04-21T19:29:32.531" v="34" actId="700"/>
          <ac:spMkLst>
            <pc:docMk/>
            <pc:sldMk cId="2449908506" sldId="270"/>
            <ac:spMk id="6" creationId="{5DAF3D11-5EE3-9D71-135A-DBFE58C2BDA5}"/>
          </ac:spMkLst>
        </pc:spChg>
        <pc:spChg chg="mod ord">
          <ac:chgData name="Leon Jaramillo" userId="321a0b15-1a72-4f8d-82e4-28f1422037ee" providerId="ADAL" clId="{AFE2C3AB-E117-452B-AD1D-FC2C26679A3F}" dt="2026-04-21T19:29:32.531" v="34" actId="700"/>
          <ac:spMkLst>
            <pc:docMk/>
            <pc:sldMk cId="2449908506" sldId="270"/>
            <ac:spMk id="8" creationId="{328E0A19-B85B-C9A9-2E85-FFFE968C5B93}"/>
          </ac:spMkLst>
        </pc:spChg>
        <pc:spChg chg="mod ord">
          <ac:chgData name="Leon Jaramillo" userId="321a0b15-1a72-4f8d-82e4-28f1422037ee" providerId="ADAL" clId="{AFE2C3AB-E117-452B-AD1D-FC2C26679A3F}" dt="2026-04-21T19:29:32.531" v="34" actId="700"/>
          <ac:spMkLst>
            <pc:docMk/>
            <pc:sldMk cId="2449908506" sldId="270"/>
            <ac:spMk id="12" creationId="{5A17F940-AC5C-940A-E0CE-8F6CA6517B02}"/>
          </ac:spMkLst>
        </pc:spChg>
        <pc:spChg chg="mod ord">
          <ac:chgData name="Leon Jaramillo" userId="321a0b15-1a72-4f8d-82e4-28f1422037ee" providerId="ADAL" clId="{AFE2C3AB-E117-452B-AD1D-FC2C26679A3F}" dt="2026-04-21T19:29:32.531" v="34" actId="700"/>
          <ac:spMkLst>
            <pc:docMk/>
            <pc:sldMk cId="2449908506" sldId="270"/>
            <ac:spMk id="13" creationId="{882B2468-F408-E3C7-B3A4-72F067A5FCBF}"/>
          </ac:spMkLst>
        </pc:spChg>
        <pc:spChg chg="mod ord">
          <ac:chgData name="Leon Jaramillo" userId="321a0b15-1a72-4f8d-82e4-28f1422037ee" providerId="ADAL" clId="{AFE2C3AB-E117-452B-AD1D-FC2C26679A3F}" dt="2026-04-21T19:29:32.531" v="34" actId="700"/>
          <ac:spMkLst>
            <pc:docMk/>
            <pc:sldMk cId="2449908506" sldId="270"/>
            <ac:spMk id="14" creationId="{FAC36367-258E-8519-FF91-8D99FD4D786F}"/>
          </ac:spMkLst>
        </pc:spChg>
        <pc:spChg chg="mod ord">
          <ac:chgData name="Leon Jaramillo" userId="321a0b15-1a72-4f8d-82e4-28f1422037ee" providerId="ADAL" clId="{AFE2C3AB-E117-452B-AD1D-FC2C26679A3F}" dt="2026-04-21T19:29:32.531" v="34" actId="700"/>
          <ac:spMkLst>
            <pc:docMk/>
            <pc:sldMk cId="2449908506" sldId="270"/>
            <ac:spMk id="16" creationId="{23560E24-FD6B-46A8-30CA-2FBCB3F2784E}"/>
          </ac:spMkLst>
        </pc:spChg>
        <pc:spChg chg="mod ord">
          <ac:chgData name="Leon Jaramillo" userId="321a0b15-1a72-4f8d-82e4-28f1422037ee" providerId="ADAL" clId="{AFE2C3AB-E117-452B-AD1D-FC2C26679A3F}" dt="2026-04-21T19:29:32.531" v="34" actId="700"/>
          <ac:spMkLst>
            <pc:docMk/>
            <pc:sldMk cId="2449908506" sldId="270"/>
            <ac:spMk id="18" creationId="{66EABA4E-F5BB-0379-2A4E-B0BFF5CAC799}"/>
          </ac:spMkLst>
        </pc:spChg>
        <pc:spChg chg="mod ord">
          <ac:chgData name="Leon Jaramillo" userId="321a0b15-1a72-4f8d-82e4-28f1422037ee" providerId="ADAL" clId="{AFE2C3AB-E117-452B-AD1D-FC2C26679A3F}" dt="2026-04-21T19:29:32.531" v="34" actId="700"/>
          <ac:spMkLst>
            <pc:docMk/>
            <pc:sldMk cId="2449908506" sldId="270"/>
            <ac:spMk id="19" creationId="{8C7B0728-D07B-2B56-2A8C-D775266FFD14}"/>
          </ac:spMkLst>
        </pc:spChg>
        <pc:spChg chg="mod ord">
          <ac:chgData name="Leon Jaramillo" userId="321a0b15-1a72-4f8d-82e4-28f1422037ee" providerId="ADAL" clId="{AFE2C3AB-E117-452B-AD1D-FC2C26679A3F}" dt="2026-04-21T19:29:32.531" v="34" actId="700"/>
          <ac:spMkLst>
            <pc:docMk/>
            <pc:sldMk cId="2449908506" sldId="270"/>
            <ac:spMk id="20" creationId="{B825B43A-0F2C-3D31-C8CE-D671CA7FBAD1}"/>
          </ac:spMkLst>
        </pc:spChg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3248049707" sldId="271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2814068534" sldId="272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3041175251" sldId="273"/>
        </pc:sldMkLst>
      </pc:sldChg>
      <pc:sldChg chg="modSp add del mod">
        <pc:chgData name="Leon Jaramillo" userId="321a0b15-1a72-4f8d-82e4-28f1422037ee" providerId="ADAL" clId="{AFE2C3AB-E117-452B-AD1D-FC2C26679A3F}" dt="2026-04-21T22:43:22.335" v="265" actId="47"/>
        <pc:sldMkLst>
          <pc:docMk/>
          <pc:sldMk cId="3896761378" sldId="274"/>
        </pc:sldMkLst>
        <pc:spChg chg="mod">
          <ac:chgData name="Leon Jaramillo" userId="321a0b15-1a72-4f8d-82e4-28f1422037ee" providerId="ADAL" clId="{AFE2C3AB-E117-452B-AD1D-FC2C26679A3F}" dt="2026-04-21T19:28:29.346" v="29"/>
          <ac:spMkLst>
            <pc:docMk/>
            <pc:sldMk cId="3896761378" sldId="274"/>
            <ac:spMk id="4" creationId="{CAB99451-90FD-75C2-64F6-8094E55E3BF6}"/>
          </ac:spMkLst>
        </pc:spChg>
        <pc:spChg chg="mod">
          <ac:chgData name="Leon Jaramillo" userId="321a0b15-1a72-4f8d-82e4-28f1422037ee" providerId="ADAL" clId="{AFE2C3AB-E117-452B-AD1D-FC2C26679A3F}" dt="2026-04-21T19:27:42.546" v="20" actId="20577"/>
          <ac:spMkLst>
            <pc:docMk/>
            <pc:sldMk cId="3896761378" sldId="274"/>
            <ac:spMk id="6" creationId="{A5C28C58-14D7-EB3F-B9CD-0A6D95D58A50}"/>
          </ac:spMkLst>
        </pc:spChg>
      </pc:sldChg>
      <pc:sldChg chg="modSp add del mod">
        <pc:chgData name="Leon Jaramillo" userId="321a0b15-1a72-4f8d-82e4-28f1422037ee" providerId="ADAL" clId="{AFE2C3AB-E117-452B-AD1D-FC2C26679A3F}" dt="2026-04-21T22:43:32.514" v="267" actId="47"/>
        <pc:sldMkLst>
          <pc:docMk/>
          <pc:sldMk cId="1074404617" sldId="275"/>
        </pc:sldMkLst>
        <pc:spChg chg="mod">
          <ac:chgData name="Leon Jaramillo" userId="321a0b15-1a72-4f8d-82e4-28f1422037ee" providerId="ADAL" clId="{AFE2C3AB-E117-452B-AD1D-FC2C26679A3F}" dt="2026-04-21T19:28:38.255" v="30"/>
          <ac:spMkLst>
            <pc:docMk/>
            <pc:sldMk cId="1074404617" sldId="275"/>
            <ac:spMk id="4" creationId="{98C19463-11DF-CC53-8440-BB5130BEECD9}"/>
          </ac:spMkLst>
        </pc:spChg>
        <pc:spChg chg="mod">
          <ac:chgData name="Leon Jaramillo" userId="321a0b15-1a72-4f8d-82e4-28f1422037ee" providerId="ADAL" clId="{AFE2C3AB-E117-452B-AD1D-FC2C26679A3F}" dt="2026-04-21T19:27:46.776" v="22" actId="20577"/>
          <ac:spMkLst>
            <pc:docMk/>
            <pc:sldMk cId="1074404617" sldId="275"/>
            <ac:spMk id="6" creationId="{AFB43E19-1AF7-54F2-FF91-3BEEA7760903}"/>
          </ac:spMkLst>
        </pc:spChg>
      </pc:sldChg>
      <pc:sldChg chg="modSp add del mod">
        <pc:chgData name="Leon Jaramillo" userId="321a0b15-1a72-4f8d-82e4-28f1422037ee" providerId="ADAL" clId="{AFE2C3AB-E117-452B-AD1D-FC2C26679A3F}" dt="2026-04-21T22:43:30.285" v="266" actId="47"/>
        <pc:sldMkLst>
          <pc:docMk/>
          <pc:sldMk cId="2968227465" sldId="276"/>
        </pc:sldMkLst>
        <pc:spChg chg="mod">
          <ac:chgData name="Leon Jaramillo" userId="321a0b15-1a72-4f8d-82e4-28f1422037ee" providerId="ADAL" clId="{AFE2C3AB-E117-452B-AD1D-FC2C26679A3F}" dt="2026-04-21T19:28:50.541" v="31"/>
          <ac:spMkLst>
            <pc:docMk/>
            <pc:sldMk cId="2968227465" sldId="276"/>
            <ac:spMk id="4" creationId="{84B6FFA4-6A35-6EFC-BD83-80B3B2F7A439}"/>
          </ac:spMkLst>
        </pc:spChg>
        <pc:spChg chg="mod">
          <ac:chgData name="Leon Jaramillo" userId="321a0b15-1a72-4f8d-82e4-28f1422037ee" providerId="ADAL" clId="{AFE2C3AB-E117-452B-AD1D-FC2C26679A3F}" dt="2026-04-21T19:27:51.411" v="24" actId="20577"/>
          <ac:spMkLst>
            <pc:docMk/>
            <pc:sldMk cId="2968227465" sldId="276"/>
            <ac:spMk id="6" creationId="{11DD7702-CF54-7E19-1932-92ACA361776E}"/>
          </ac:spMkLst>
        </pc:spChg>
      </pc:sldChg>
      <pc:sldChg chg="modSp add del mod">
        <pc:chgData name="Leon Jaramillo" userId="321a0b15-1a72-4f8d-82e4-28f1422037ee" providerId="ADAL" clId="{AFE2C3AB-E117-452B-AD1D-FC2C26679A3F}" dt="2026-04-21T22:43:37.762" v="268" actId="47"/>
        <pc:sldMkLst>
          <pc:docMk/>
          <pc:sldMk cId="2834610513" sldId="277"/>
        </pc:sldMkLst>
        <pc:spChg chg="mod">
          <ac:chgData name="Leon Jaramillo" userId="321a0b15-1a72-4f8d-82e4-28f1422037ee" providerId="ADAL" clId="{AFE2C3AB-E117-452B-AD1D-FC2C26679A3F}" dt="2026-04-21T19:28:58.066" v="32"/>
          <ac:spMkLst>
            <pc:docMk/>
            <pc:sldMk cId="2834610513" sldId="277"/>
            <ac:spMk id="4" creationId="{FDD48046-2697-C560-BAD2-34C32453F6A1}"/>
          </ac:spMkLst>
        </pc:spChg>
        <pc:spChg chg="mod">
          <ac:chgData name="Leon Jaramillo" userId="321a0b15-1a72-4f8d-82e4-28f1422037ee" providerId="ADAL" clId="{AFE2C3AB-E117-452B-AD1D-FC2C26679A3F}" dt="2026-04-21T19:27:54.946" v="26" actId="20577"/>
          <ac:spMkLst>
            <pc:docMk/>
            <pc:sldMk cId="2834610513" sldId="277"/>
            <ac:spMk id="6" creationId="{89EAD404-1892-AD57-6927-D1A0C8C24A25}"/>
          </ac:spMkLst>
        </pc:spChg>
      </pc:sldChg>
      <pc:sldChg chg="addSp delSp modSp new mod ord">
        <pc:chgData name="Leon Jaramillo" userId="321a0b15-1a72-4f8d-82e4-28f1422037ee" providerId="ADAL" clId="{AFE2C3AB-E117-452B-AD1D-FC2C26679A3F}" dt="2026-04-21T23:55:27.668" v="758" actId="20577"/>
        <pc:sldMkLst>
          <pc:docMk/>
          <pc:sldMk cId="2320798542" sldId="278"/>
        </pc:sldMkLst>
        <pc:spChg chg="del mod">
          <ac:chgData name="Leon Jaramillo" userId="321a0b15-1a72-4f8d-82e4-28f1422037ee" providerId="ADAL" clId="{AFE2C3AB-E117-452B-AD1D-FC2C26679A3F}" dt="2026-04-21T23:54:27.097" v="716" actId="1032"/>
          <ac:spMkLst>
            <pc:docMk/>
            <pc:sldMk cId="2320798542" sldId="278"/>
            <ac:spMk id="2" creationId="{2BA424CC-A3E6-6D5C-782B-7AA97357E062}"/>
          </ac:spMkLst>
        </pc:spChg>
        <pc:spChg chg="mod">
          <ac:chgData name="Leon Jaramillo" userId="321a0b15-1a72-4f8d-82e4-28f1422037ee" providerId="ADAL" clId="{AFE2C3AB-E117-452B-AD1D-FC2C26679A3F}" dt="2026-04-21T20:15:43.847" v="226" actId="20577"/>
          <ac:spMkLst>
            <pc:docMk/>
            <pc:sldMk cId="2320798542" sldId="278"/>
            <ac:spMk id="3" creationId="{13539D55-7D18-1FC6-750B-4367BDD513BB}"/>
          </ac:spMkLst>
        </pc:spChg>
        <pc:spChg chg="mod">
          <ac:chgData name="Leon Jaramillo" userId="321a0b15-1a72-4f8d-82e4-28f1422037ee" providerId="ADAL" clId="{AFE2C3AB-E117-452B-AD1D-FC2C26679A3F}" dt="2026-04-21T23:52:46.506" v="663"/>
          <ac:spMkLst>
            <pc:docMk/>
            <pc:sldMk cId="2320798542" sldId="278"/>
            <ac:spMk id="5" creationId="{63619DCD-9A6E-8938-BFB0-8E6EB1149AA9}"/>
          </ac:spMkLst>
        </pc:spChg>
        <pc:graphicFrameChg chg="add mod modGraphic">
          <ac:chgData name="Leon Jaramillo" userId="321a0b15-1a72-4f8d-82e4-28f1422037ee" providerId="ADAL" clId="{AFE2C3AB-E117-452B-AD1D-FC2C26679A3F}" dt="2026-04-21T23:55:27.668" v="758" actId="20577"/>
          <ac:graphicFrameMkLst>
            <pc:docMk/>
            <pc:sldMk cId="2320798542" sldId="278"/>
            <ac:graphicFrameMk id="7" creationId="{216A65B7-1C01-239B-97EF-417ED56F1BA2}"/>
          </ac:graphicFrameMkLst>
        </pc:graphicFrameChg>
        <pc:picChg chg="add del mod">
          <ac:chgData name="Leon Jaramillo" userId="321a0b15-1a72-4f8d-82e4-28f1422037ee" providerId="ADAL" clId="{AFE2C3AB-E117-452B-AD1D-FC2C26679A3F}" dt="2026-04-21T23:54:02.641" v="664" actId="478"/>
          <ac:picMkLst>
            <pc:docMk/>
            <pc:sldMk cId="2320798542" sldId="278"/>
            <ac:picMk id="6" creationId="{7121C7B7-325A-A2F9-BB04-CF85B3724967}"/>
          </ac:picMkLst>
        </pc:picChg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79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80"/>
        </pc:sldMkLst>
      </pc:sldChg>
      <pc:sldChg chg="addSp modSp new del mod">
        <pc:chgData name="Leon Jaramillo" userId="321a0b15-1a72-4f8d-82e4-28f1422037ee" providerId="ADAL" clId="{AFE2C3AB-E117-452B-AD1D-FC2C26679A3F}" dt="2026-04-21T23:45:08.830" v="638" actId="47"/>
        <pc:sldMkLst>
          <pc:docMk/>
          <pc:sldMk cId="1522014854" sldId="281"/>
        </pc:sldMkLst>
        <pc:spChg chg="mod">
          <ac:chgData name="Leon Jaramillo" userId="321a0b15-1a72-4f8d-82e4-28f1422037ee" providerId="ADAL" clId="{AFE2C3AB-E117-452B-AD1D-FC2C26679A3F}" dt="2026-04-21T19:58:18.089" v="108" actId="113"/>
          <ac:spMkLst>
            <pc:docMk/>
            <pc:sldMk cId="1522014854" sldId="281"/>
            <ac:spMk id="2" creationId="{3547EDCF-6F1E-BDC5-2E16-92E731B995C7}"/>
          </ac:spMkLst>
        </pc:spChg>
        <pc:spChg chg="mod">
          <ac:chgData name="Leon Jaramillo" userId="321a0b15-1a72-4f8d-82e4-28f1422037ee" providerId="ADAL" clId="{AFE2C3AB-E117-452B-AD1D-FC2C26679A3F}" dt="2026-04-21T20:15:49.307" v="228" actId="20577"/>
          <ac:spMkLst>
            <pc:docMk/>
            <pc:sldMk cId="1522014854" sldId="281"/>
            <ac:spMk id="3" creationId="{13DABD02-4FDC-2965-A86D-2BB3E4A1B10B}"/>
          </ac:spMkLst>
        </pc:spChg>
        <pc:spChg chg="mod">
          <ac:chgData name="Leon Jaramillo" userId="321a0b15-1a72-4f8d-82e4-28f1422037ee" providerId="ADAL" clId="{AFE2C3AB-E117-452B-AD1D-FC2C26679A3F}" dt="2026-04-21T23:39:26.231" v="616" actId="20577"/>
          <ac:spMkLst>
            <pc:docMk/>
            <pc:sldMk cId="1522014854" sldId="281"/>
            <ac:spMk id="5" creationId="{0D8F650E-A62D-6D40-0EA7-B55C7C022D79}"/>
          </ac:spMkLst>
        </pc:spChg>
        <pc:picChg chg="add mod">
          <ac:chgData name="Leon Jaramillo" userId="321a0b15-1a72-4f8d-82e4-28f1422037ee" providerId="ADAL" clId="{AFE2C3AB-E117-452B-AD1D-FC2C26679A3F}" dt="2026-04-21T19:58:21.979" v="109"/>
          <ac:picMkLst>
            <pc:docMk/>
            <pc:sldMk cId="1522014854" sldId="281"/>
            <ac:picMk id="6" creationId="{6C5340E2-9BBF-ACCD-7240-41F195D5E249}"/>
          </ac:picMkLst>
        </pc:picChg>
      </pc:sldChg>
      <pc:sldChg chg="addSp modSp new del mod">
        <pc:chgData name="Leon Jaramillo" userId="321a0b15-1a72-4f8d-82e4-28f1422037ee" providerId="ADAL" clId="{AFE2C3AB-E117-452B-AD1D-FC2C26679A3F}" dt="2026-04-21T23:50:42.857" v="661" actId="47"/>
        <pc:sldMkLst>
          <pc:docMk/>
          <pc:sldMk cId="2422341013" sldId="282"/>
        </pc:sldMkLst>
        <pc:spChg chg="mod">
          <ac:chgData name="Leon Jaramillo" userId="321a0b15-1a72-4f8d-82e4-28f1422037ee" providerId="ADAL" clId="{AFE2C3AB-E117-452B-AD1D-FC2C26679A3F}" dt="2026-04-21T19:58:40.763" v="112"/>
          <ac:spMkLst>
            <pc:docMk/>
            <pc:sldMk cId="2422341013" sldId="282"/>
            <ac:spMk id="2" creationId="{E1EECA15-4808-29DB-06CD-D080E518D600}"/>
          </ac:spMkLst>
        </pc:spChg>
        <pc:spChg chg="mod">
          <ac:chgData name="Leon Jaramillo" userId="321a0b15-1a72-4f8d-82e4-28f1422037ee" providerId="ADAL" clId="{AFE2C3AB-E117-452B-AD1D-FC2C26679A3F}" dt="2026-04-21T20:15:56.278" v="230" actId="20577"/>
          <ac:spMkLst>
            <pc:docMk/>
            <pc:sldMk cId="2422341013" sldId="282"/>
            <ac:spMk id="3" creationId="{D0CB8D52-4110-E531-8F7E-1A99210AE120}"/>
          </ac:spMkLst>
        </pc:spChg>
        <pc:spChg chg="mod">
          <ac:chgData name="Leon Jaramillo" userId="321a0b15-1a72-4f8d-82e4-28f1422037ee" providerId="ADAL" clId="{AFE2C3AB-E117-452B-AD1D-FC2C26679A3F}" dt="2026-04-21T19:58:31.706" v="110"/>
          <ac:spMkLst>
            <pc:docMk/>
            <pc:sldMk cId="2422341013" sldId="282"/>
            <ac:spMk id="5" creationId="{26232E29-E0A6-FF5E-D0DC-CB0B7AD8E6A6}"/>
          </ac:spMkLst>
        </pc:spChg>
        <pc:picChg chg="add mod">
          <ac:chgData name="Leon Jaramillo" userId="321a0b15-1a72-4f8d-82e4-28f1422037ee" providerId="ADAL" clId="{AFE2C3AB-E117-452B-AD1D-FC2C26679A3F}" dt="2026-04-21T19:58:46.519" v="114"/>
          <ac:picMkLst>
            <pc:docMk/>
            <pc:sldMk cId="2422341013" sldId="282"/>
            <ac:picMk id="6" creationId="{50E4BF8D-4303-025A-7DD6-AD6D89E47D28}"/>
          </ac:picMkLst>
        </pc:picChg>
        <pc:picChg chg="add mod">
          <ac:chgData name="Leon Jaramillo" userId="321a0b15-1a72-4f8d-82e4-28f1422037ee" providerId="ADAL" clId="{AFE2C3AB-E117-452B-AD1D-FC2C26679A3F}" dt="2026-04-21T19:58:48.569" v="115"/>
          <ac:picMkLst>
            <pc:docMk/>
            <pc:sldMk cId="2422341013" sldId="282"/>
            <ac:picMk id="7" creationId="{0EDB18FC-2AC4-558A-9CA6-99DAF1D0E26C}"/>
          </ac:picMkLst>
        </pc:picChg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83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84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85"/>
        </pc:sldMkLst>
      </pc:sldChg>
      <pc:sldChg chg="addSp delSp modSp new mod ord">
        <pc:chgData name="Leon Jaramillo" userId="321a0b15-1a72-4f8d-82e4-28f1422037ee" providerId="ADAL" clId="{AFE2C3AB-E117-452B-AD1D-FC2C26679A3F}" dt="2026-04-22T00:32:18.179" v="872" actId="20577"/>
        <pc:sldMkLst>
          <pc:docMk/>
          <pc:sldMk cId="2967341816" sldId="286"/>
        </pc:sldMkLst>
        <pc:spChg chg="del mod">
          <ac:chgData name="Leon Jaramillo" userId="321a0b15-1a72-4f8d-82e4-28f1422037ee" providerId="ADAL" clId="{AFE2C3AB-E117-452B-AD1D-FC2C26679A3F}" dt="2026-04-22T00:31:30.293" v="848" actId="12084"/>
          <ac:spMkLst>
            <pc:docMk/>
            <pc:sldMk cId="2967341816" sldId="286"/>
            <ac:spMk id="2" creationId="{7DB15182-8968-A4AA-ECD8-C406C0BAFD91}"/>
          </ac:spMkLst>
        </pc:spChg>
        <pc:spChg chg="mod">
          <ac:chgData name="Leon Jaramillo" userId="321a0b15-1a72-4f8d-82e4-28f1422037ee" providerId="ADAL" clId="{AFE2C3AB-E117-452B-AD1D-FC2C26679A3F}" dt="2026-04-21T20:16:02.786" v="232" actId="20577"/>
          <ac:spMkLst>
            <pc:docMk/>
            <pc:sldMk cId="2967341816" sldId="286"/>
            <ac:spMk id="3" creationId="{775E2F33-7628-2F48-E290-059AF80F23EB}"/>
          </ac:spMkLst>
        </pc:spChg>
        <pc:spChg chg="mod">
          <ac:chgData name="Leon Jaramillo" userId="321a0b15-1a72-4f8d-82e4-28f1422037ee" providerId="ADAL" clId="{AFE2C3AB-E117-452B-AD1D-FC2C26679A3F}" dt="2026-04-21T22:43:19.226" v="264"/>
          <ac:spMkLst>
            <pc:docMk/>
            <pc:sldMk cId="2967341816" sldId="286"/>
            <ac:spMk id="5" creationId="{ECB3B1B8-385E-1610-56DF-D3E346115726}"/>
          </ac:spMkLst>
        </pc:spChg>
        <pc:graphicFrameChg chg="add mod modGraphic">
          <ac:chgData name="Leon Jaramillo" userId="321a0b15-1a72-4f8d-82e4-28f1422037ee" providerId="ADAL" clId="{AFE2C3AB-E117-452B-AD1D-FC2C26679A3F}" dt="2026-04-22T00:32:18.179" v="872" actId="20577"/>
          <ac:graphicFrameMkLst>
            <pc:docMk/>
            <pc:sldMk cId="2967341816" sldId="286"/>
            <ac:graphicFrameMk id="11" creationId="{D64C6DA2-0F56-1F15-89BF-BB06046BA7B9}"/>
          </ac:graphicFrameMkLst>
        </pc:graphicFrameChg>
        <pc:picChg chg="add del mod">
          <ac:chgData name="Leon Jaramillo" userId="321a0b15-1a72-4f8d-82e4-28f1422037ee" providerId="ADAL" clId="{AFE2C3AB-E117-452B-AD1D-FC2C26679A3F}" dt="2026-04-22T00:28:43.302" v="833" actId="478"/>
          <ac:picMkLst>
            <pc:docMk/>
            <pc:sldMk cId="2967341816" sldId="286"/>
            <ac:picMk id="6" creationId="{319CC42A-DCCF-F9AD-8298-FD3AB6440BE4}"/>
          </ac:picMkLst>
        </pc:picChg>
        <pc:picChg chg="add del mod">
          <ac:chgData name="Leon Jaramillo" userId="321a0b15-1a72-4f8d-82e4-28f1422037ee" providerId="ADAL" clId="{AFE2C3AB-E117-452B-AD1D-FC2C26679A3F}" dt="2026-04-22T00:28:41.282" v="831" actId="22"/>
          <ac:picMkLst>
            <pc:docMk/>
            <pc:sldMk cId="2967341816" sldId="286"/>
            <ac:picMk id="8" creationId="{8D19CF59-5A3B-011A-6991-7BB23480B82D}"/>
          </ac:picMkLst>
        </pc:picChg>
        <pc:picChg chg="add mod">
          <ac:chgData name="Leon Jaramillo" userId="321a0b15-1a72-4f8d-82e4-28f1422037ee" providerId="ADAL" clId="{AFE2C3AB-E117-452B-AD1D-FC2C26679A3F}" dt="2026-04-22T00:29:13.351" v="839" actId="1076"/>
          <ac:picMkLst>
            <pc:docMk/>
            <pc:sldMk cId="2967341816" sldId="286"/>
            <ac:picMk id="10" creationId="{98CB375F-EC9C-D6B7-70EA-ABBBAA9967D6}"/>
          </ac:picMkLst>
        </pc:picChg>
      </pc:sldChg>
      <pc:sldChg chg="addSp delSp modSp new mod">
        <pc:chgData name="Leon Jaramillo" userId="321a0b15-1a72-4f8d-82e4-28f1422037ee" providerId="ADAL" clId="{AFE2C3AB-E117-452B-AD1D-FC2C26679A3F}" dt="2026-04-22T00:12:10.623" v="825" actId="20577"/>
        <pc:sldMkLst>
          <pc:docMk/>
          <pc:sldMk cId="3695931555" sldId="287"/>
        </pc:sldMkLst>
        <pc:spChg chg="add mod">
          <ac:chgData name="Leon Jaramillo" userId="321a0b15-1a72-4f8d-82e4-28f1422037ee" providerId="ADAL" clId="{AFE2C3AB-E117-452B-AD1D-FC2C26679A3F}" dt="2026-04-22T00:12:10.623" v="825" actId="20577"/>
          <ac:spMkLst>
            <pc:docMk/>
            <pc:sldMk cId="3695931555" sldId="287"/>
            <ac:spMk id="2" creationId="{53038072-7C55-DA4E-6689-FC5343F230C0}"/>
          </ac:spMkLst>
        </pc:spChg>
        <pc:spChg chg="del">
          <ac:chgData name="Leon Jaramillo" userId="321a0b15-1a72-4f8d-82e4-28f1422037ee" providerId="ADAL" clId="{AFE2C3AB-E117-452B-AD1D-FC2C26679A3F}" dt="2026-04-21T19:59:59.759" v="125" actId="478"/>
          <ac:spMkLst>
            <pc:docMk/>
            <pc:sldMk cId="3695931555" sldId="287"/>
            <ac:spMk id="2" creationId="{636EDDFB-64AB-943F-E7DC-21C5BB2BD2F1}"/>
          </ac:spMkLst>
        </pc:spChg>
        <pc:spChg chg="mod">
          <ac:chgData name="Leon Jaramillo" userId="321a0b15-1a72-4f8d-82e4-28f1422037ee" providerId="ADAL" clId="{AFE2C3AB-E117-452B-AD1D-FC2C26679A3F}" dt="2026-04-21T20:16:07.987" v="234" actId="20577"/>
          <ac:spMkLst>
            <pc:docMk/>
            <pc:sldMk cId="3695931555" sldId="287"/>
            <ac:spMk id="3" creationId="{9CAD625D-7DAF-14F5-CACA-42EE02553EA0}"/>
          </ac:spMkLst>
        </pc:spChg>
        <pc:spChg chg="mod">
          <ac:chgData name="Leon Jaramillo" userId="321a0b15-1a72-4f8d-82e4-28f1422037ee" providerId="ADAL" clId="{AFE2C3AB-E117-452B-AD1D-FC2C26679A3F}" dt="2026-04-21T19:59:52.319" v="124"/>
          <ac:spMkLst>
            <pc:docMk/>
            <pc:sldMk cId="3695931555" sldId="287"/>
            <ac:spMk id="5" creationId="{EB4F5BCC-A99D-A48B-4016-71F901D708F0}"/>
          </ac:spMkLst>
        </pc:spChg>
        <pc:picChg chg="add mod">
          <ac:chgData name="Leon Jaramillo" userId="321a0b15-1a72-4f8d-82e4-28f1422037ee" providerId="ADAL" clId="{AFE2C3AB-E117-452B-AD1D-FC2C26679A3F}" dt="2026-04-21T20:00:01.199" v="126"/>
          <ac:picMkLst>
            <pc:docMk/>
            <pc:sldMk cId="3695931555" sldId="287"/>
            <ac:picMk id="6" creationId="{37E4DBA7-AD50-FF6C-3B91-D19ECBC41FE4}"/>
          </ac:picMkLst>
        </pc:picChg>
      </pc:sldChg>
      <pc:sldChg chg="addSp delSp modSp new del mod ord modClrScheme chgLayout">
        <pc:chgData name="Leon Jaramillo" userId="321a0b15-1a72-4f8d-82e4-28f1422037ee" providerId="ADAL" clId="{AFE2C3AB-E117-452B-AD1D-FC2C26679A3F}" dt="2026-04-22T20:18:04.791" v="1531" actId="47"/>
        <pc:sldMkLst>
          <pc:docMk/>
          <pc:sldMk cId="2658333320" sldId="288"/>
        </pc:sldMkLst>
        <pc:spChg chg="del mod ord">
          <ac:chgData name="Leon Jaramillo" userId="321a0b15-1a72-4f8d-82e4-28f1422037ee" providerId="ADAL" clId="{AFE2C3AB-E117-452B-AD1D-FC2C26679A3F}" dt="2026-04-21T20:00:21.959" v="130" actId="700"/>
          <ac:spMkLst>
            <pc:docMk/>
            <pc:sldMk cId="2658333320" sldId="288"/>
            <ac:spMk id="2" creationId="{089A7403-086A-3B1A-1431-679D2E4D5495}"/>
          </ac:spMkLst>
        </pc:spChg>
        <pc:spChg chg="del mod ord">
          <ac:chgData name="Leon Jaramillo" userId="321a0b15-1a72-4f8d-82e4-28f1422037ee" providerId="ADAL" clId="{AFE2C3AB-E117-452B-AD1D-FC2C26679A3F}" dt="2026-04-21T20:00:21.959" v="130" actId="700"/>
          <ac:spMkLst>
            <pc:docMk/>
            <pc:sldMk cId="2658333320" sldId="288"/>
            <ac:spMk id="3" creationId="{2C50A9C4-F331-43A2-FA02-06DFCF3EA49F}"/>
          </ac:spMkLst>
        </pc:spChg>
        <pc:spChg chg="mod ord">
          <ac:chgData name="Leon Jaramillo" userId="321a0b15-1a72-4f8d-82e4-28f1422037ee" providerId="ADAL" clId="{AFE2C3AB-E117-452B-AD1D-FC2C26679A3F}" dt="2026-04-21T20:00:21.959" v="130" actId="700"/>
          <ac:spMkLst>
            <pc:docMk/>
            <pc:sldMk cId="2658333320" sldId="288"/>
            <ac:spMk id="4" creationId="{6CD93D84-7266-8C24-8FF3-C0BB4345D361}"/>
          </ac:spMkLst>
        </pc:spChg>
        <pc:spChg chg="del mod ord">
          <ac:chgData name="Leon Jaramillo" userId="321a0b15-1a72-4f8d-82e4-28f1422037ee" providerId="ADAL" clId="{AFE2C3AB-E117-452B-AD1D-FC2C26679A3F}" dt="2026-04-21T20:00:21.959" v="130" actId="700"/>
          <ac:spMkLst>
            <pc:docMk/>
            <pc:sldMk cId="2658333320" sldId="288"/>
            <ac:spMk id="5" creationId="{FAA31E8A-B138-07AF-9B94-0F6D59E668C5}"/>
          </ac:spMkLst>
        </pc:spChg>
        <pc:spChg chg="add mod ord">
          <ac:chgData name="Leon Jaramillo" userId="321a0b15-1a72-4f8d-82e4-28f1422037ee" providerId="ADAL" clId="{AFE2C3AB-E117-452B-AD1D-FC2C26679A3F}" dt="2026-04-21T20:00:32.011" v="131"/>
          <ac:spMkLst>
            <pc:docMk/>
            <pc:sldMk cId="2658333320" sldId="288"/>
            <ac:spMk id="6" creationId="{82114607-6BE9-AC14-0D51-5B46232CE905}"/>
          </ac:spMkLst>
        </pc:spChg>
        <pc:spChg chg="add mod ord">
          <ac:chgData name="Leon Jaramillo" userId="321a0b15-1a72-4f8d-82e4-28f1422037ee" providerId="ADAL" clId="{AFE2C3AB-E117-452B-AD1D-FC2C26679A3F}" dt="2026-04-21T20:16:13.050" v="236" actId="20577"/>
          <ac:spMkLst>
            <pc:docMk/>
            <pc:sldMk cId="2658333320" sldId="288"/>
            <ac:spMk id="7" creationId="{8D866C9A-D620-AE2F-CC3A-9E559B6DD4CA}"/>
          </ac:spMkLst>
        </pc:spChg>
        <pc:spChg chg="add mod ord">
          <ac:chgData name="Leon Jaramillo" userId="321a0b15-1a72-4f8d-82e4-28f1422037ee" providerId="ADAL" clId="{AFE2C3AB-E117-452B-AD1D-FC2C26679A3F}" dt="2026-04-21T20:00:56.569" v="138" actId="113"/>
          <ac:spMkLst>
            <pc:docMk/>
            <pc:sldMk cId="2658333320" sldId="288"/>
            <ac:spMk id="8" creationId="{FFBE6D2A-2452-986A-365C-FF007C982B32}"/>
          </ac:spMkLst>
        </pc:spChg>
        <pc:spChg chg="add del mod ord">
          <ac:chgData name="Leon Jaramillo" userId="321a0b15-1a72-4f8d-82e4-28f1422037ee" providerId="ADAL" clId="{AFE2C3AB-E117-452B-AD1D-FC2C26679A3F}" dt="2026-04-21T20:01:11.209" v="139"/>
          <ac:spMkLst>
            <pc:docMk/>
            <pc:sldMk cId="2658333320" sldId="288"/>
            <ac:spMk id="9" creationId="{19DD01A8-F387-E069-29FD-DF19BE9FC881}"/>
          </ac:spMkLst>
        </pc:spChg>
        <pc:graphicFrameChg chg="add mod">
          <ac:chgData name="Leon Jaramillo" userId="321a0b15-1a72-4f8d-82e4-28f1422037ee" providerId="ADAL" clId="{AFE2C3AB-E117-452B-AD1D-FC2C26679A3F}" dt="2026-04-21T20:01:21.849" v="140" actId="12100"/>
          <ac:graphicFrameMkLst>
            <pc:docMk/>
            <pc:sldMk cId="2658333320" sldId="288"/>
            <ac:graphicFrameMk id="10" creationId="{FB93840F-0295-09C3-0B01-F161EA22E091}"/>
          </ac:graphicFrameMkLst>
        </pc:graphicFrameChg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89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90"/>
        </pc:sldMkLst>
      </pc:sldChg>
      <pc:sldChg chg="addSp delSp modSp new mod modClrScheme chgLayout">
        <pc:chgData name="Leon Jaramillo" userId="321a0b15-1a72-4f8d-82e4-28f1422037ee" providerId="ADAL" clId="{AFE2C3AB-E117-452B-AD1D-FC2C26679A3F}" dt="2026-04-22T01:30:33.284" v="931" actId="22"/>
        <pc:sldMkLst>
          <pc:docMk/>
          <pc:sldMk cId="1266830987" sldId="291"/>
        </pc:sldMkLst>
        <pc:spChg chg="add del mod ord">
          <ac:chgData name="Leon Jaramillo" userId="321a0b15-1a72-4f8d-82e4-28f1422037ee" providerId="ADAL" clId="{AFE2C3AB-E117-452B-AD1D-FC2C26679A3F}" dt="2026-04-22T01:30:33.284" v="931" actId="22"/>
          <ac:spMkLst>
            <pc:docMk/>
            <pc:sldMk cId="1266830987" sldId="291"/>
            <ac:spMk id="2" creationId="{146424A2-6DA7-C476-1FF8-E9C1B96BCC74}"/>
          </ac:spMkLst>
        </pc:spChg>
        <pc:spChg chg="add del mod ord">
          <ac:chgData name="Leon Jaramillo" userId="321a0b15-1a72-4f8d-82e4-28f1422037ee" providerId="ADAL" clId="{AFE2C3AB-E117-452B-AD1D-FC2C26679A3F}" dt="2026-04-22T01:28:05.151" v="929" actId="12"/>
          <ac:spMkLst>
            <pc:docMk/>
            <pc:sldMk cId="1266830987" sldId="291"/>
            <ac:spMk id="3" creationId="{F7F6DBE0-342B-7E2B-5DA5-97099DFD744F}"/>
          </ac:spMkLst>
        </pc:spChg>
        <pc:spChg chg="mod ord">
          <ac:chgData name="Leon Jaramillo" userId="321a0b15-1a72-4f8d-82e4-28f1422037ee" providerId="ADAL" clId="{AFE2C3AB-E117-452B-AD1D-FC2C26679A3F}" dt="2026-04-21T20:02:53.821" v="144" actId="700"/>
          <ac:spMkLst>
            <pc:docMk/>
            <pc:sldMk cId="1266830987" sldId="291"/>
            <ac:spMk id="4" creationId="{34C37607-0935-33AA-D1F0-AC61997F03CB}"/>
          </ac:spMkLst>
        </pc:spChg>
        <pc:spChg chg="mod ord">
          <ac:chgData name="Leon Jaramillo" userId="321a0b15-1a72-4f8d-82e4-28f1422037ee" providerId="ADAL" clId="{AFE2C3AB-E117-452B-AD1D-FC2C26679A3F}" dt="2026-04-22T01:26:34.582" v="917" actId="14100"/>
          <ac:spMkLst>
            <pc:docMk/>
            <pc:sldMk cId="1266830987" sldId="291"/>
            <ac:spMk id="5" creationId="{85CD8277-3798-D58B-EFBB-68932DF33608}"/>
          </ac:spMkLst>
        </pc:spChg>
        <pc:spChg chg="add del mod ord">
          <ac:chgData name="Leon Jaramillo" userId="321a0b15-1a72-4f8d-82e4-28f1422037ee" providerId="ADAL" clId="{AFE2C3AB-E117-452B-AD1D-FC2C26679A3F}" dt="2026-04-21T20:16:18.026" v="238" actId="20577"/>
          <ac:spMkLst>
            <pc:docMk/>
            <pc:sldMk cId="1266830987" sldId="291"/>
            <ac:spMk id="6" creationId="{B0C9D9DD-1BCF-8603-1BEC-80AF428EBCD4}"/>
          </ac:spMkLst>
        </pc:spChg>
        <pc:spChg chg="add del mod ord">
          <ac:chgData name="Leon Jaramillo" userId="321a0b15-1a72-4f8d-82e4-28f1422037ee" providerId="ADAL" clId="{AFE2C3AB-E117-452B-AD1D-FC2C26679A3F}" dt="2026-04-21T20:02:53.821" v="144" actId="700"/>
          <ac:spMkLst>
            <pc:docMk/>
            <pc:sldMk cId="1266830987" sldId="291"/>
            <ac:spMk id="7" creationId="{3BB73ACD-0823-4C49-513C-997EFFF2847E}"/>
          </ac:spMkLst>
        </pc:spChg>
        <pc:spChg chg="add del mod ord">
          <ac:chgData name="Leon Jaramillo" userId="321a0b15-1a72-4f8d-82e4-28f1422037ee" providerId="ADAL" clId="{AFE2C3AB-E117-452B-AD1D-FC2C26679A3F}" dt="2026-04-21T20:02:53.821" v="144" actId="700"/>
          <ac:spMkLst>
            <pc:docMk/>
            <pc:sldMk cId="1266830987" sldId="291"/>
            <ac:spMk id="8" creationId="{B0150A0F-EAEB-7086-42E0-24BAC0401485}"/>
          </ac:spMkLst>
        </pc:spChg>
        <pc:spChg chg="add del mod ord">
          <ac:chgData name="Leon Jaramillo" userId="321a0b15-1a72-4f8d-82e4-28f1422037ee" providerId="ADAL" clId="{AFE2C3AB-E117-452B-AD1D-FC2C26679A3F}" dt="2026-04-21T20:02:53.821" v="144" actId="700"/>
          <ac:spMkLst>
            <pc:docMk/>
            <pc:sldMk cId="1266830987" sldId="291"/>
            <ac:spMk id="9" creationId="{FDC75C4B-85CA-77AF-E7A2-D771E2181AC8}"/>
          </ac:spMkLst>
        </pc:spChg>
        <pc:spChg chg="add del mod ord">
          <ac:chgData name="Leon Jaramillo" userId="321a0b15-1a72-4f8d-82e4-28f1422037ee" providerId="ADAL" clId="{AFE2C3AB-E117-452B-AD1D-FC2C26679A3F}" dt="2026-04-21T20:02:53.821" v="144" actId="700"/>
          <ac:spMkLst>
            <pc:docMk/>
            <pc:sldMk cId="1266830987" sldId="291"/>
            <ac:spMk id="10" creationId="{0153BF6E-6347-0AD3-BBD0-ABB1DD1FFB79}"/>
          </ac:spMkLst>
        </pc:spChg>
        <pc:spChg chg="add del mod ord">
          <ac:chgData name="Leon Jaramillo" userId="321a0b15-1a72-4f8d-82e4-28f1422037ee" providerId="ADAL" clId="{AFE2C3AB-E117-452B-AD1D-FC2C26679A3F}" dt="2026-04-21T20:02:53.821" v="144" actId="700"/>
          <ac:spMkLst>
            <pc:docMk/>
            <pc:sldMk cId="1266830987" sldId="291"/>
            <ac:spMk id="11" creationId="{3FAE92D7-A939-D8AE-45C0-363CAB64B1E0}"/>
          </ac:spMkLst>
        </pc:spChg>
        <pc:picChg chg="add mod ord">
          <ac:chgData name="Leon Jaramillo" userId="321a0b15-1a72-4f8d-82e4-28f1422037ee" providerId="ADAL" clId="{AFE2C3AB-E117-452B-AD1D-FC2C26679A3F}" dt="2026-04-22T01:30:33.284" v="931" actId="22"/>
          <ac:picMkLst>
            <pc:docMk/>
            <pc:sldMk cId="1266830987" sldId="291"/>
            <ac:picMk id="8" creationId="{EA8A2F75-1D5E-6863-C03A-28C2731E76B0}"/>
          </ac:picMkLst>
        </pc:picChg>
      </pc:sldChg>
      <pc:sldChg chg="modSp new mod ord">
        <pc:chgData name="Leon Jaramillo" userId="321a0b15-1a72-4f8d-82e4-28f1422037ee" providerId="ADAL" clId="{AFE2C3AB-E117-452B-AD1D-FC2C26679A3F}" dt="2026-04-22T01:50:35.872" v="1232" actId="20577"/>
        <pc:sldMkLst>
          <pc:docMk/>
          <pc:sldMk cId="949845391" sldId="292"/>
        </pc:sldMkLst>
        <pc:spChg chg="mod">
          <ac:chgData name="Leon Jaramillo" userId="321a0b15-1a72-4f8d-82e4-28f1422037ee" providerId="ADAL" clId="{AFE2C3AB-E117-452B-AD1D-FC2C26679A3F}" dt="2026-04-22T01:50:35.872" v="1232" actId="20577"/>
          <ac:spMkLst>
            <pc:docMk/>
            <pc:sldMk cId="949845391" sldId="292"/>
            <ac:spMk id="2" creationId="{C82364BD-8B63-EB40-9AC0-1D62F0805CD5}"/>
          </ac:spMkLst>
        </pc:spChg>
        <pc:spChg chg="mod">
          <ac:chgData name="Leon Jaramillo" userId="321a0b15-1a72-4f8d-82e4-28f1422037ee" providerId="ADAL" clId="{AFE2C3AB-E117-452B-AD1D-FC2C26679A3F}" dt="2026-04-21T20:16:22.647" v="240" actId="20577"/>
          <ac:spMkLst>
            <pc:docMk/>
            <pc:sldMk cId="949845391" sldId="292"/>
            <ac:spMk id="3" creationId="{543CF231-1B81-CDBA-351C-7BEF0BFE1A8A}"/>
          </ac:spMkLst>
        </pc:spChg>
        <pc:spChg chg="mod">
          <ac:chgData name="Leon Jaramillo" userId="321a0b15-1a72-4f8d-82e4-28f1422037ee" providerId="ADAL" clId="{AFE2C3AB-E117-452B-AD1D-FC2C26679A3F}" dt="2026-04-21T20:04:11.039" v="160"/>
          <ac:spMkLst>
            <pc:docMk/>
            <pc:sldMk cId="949845391" sldId="292"/>
            <ac:spMk id="5" creationId="{146302F7-698E-68E4-3A48-5AE305F9735B}"/>
          </ac:spMkLst>
        </pc:spChg>
      </pc:sldChg>
      <pc:sldChg chg="addSp delSp modSp new mod ord">
        <pc:chgData name="Leon Jaramillo" userId="321a0b15-1a72-4f8d-82e4-28f1422037ee" providerId="ADAL" clId="{AFE2C3AB-E117-452B-AD1D-FC2C26679A3F}" dt="2026-04-22T01:48:53.949" v="1169" actId="20577"/>
        <pc:sldMkLst>
          <pc:docMk/>
          <pc:sldMk cId="2525566602" sldId="293"/>
        </pc:sldMkLst>
        <pc:spChg chg="del">
          <ac:chgData name="Leon Jaramillo" userId="321a0b15-1a72-4f8d-82e4-28f1422037ee" providerId="ADAL" clId="{AFE2C3AB-E117-452B-AD1D-FC2C26679A3F}" dt="2026-04-21T20:05:37.329" v="168" actId="478"/>
          <ac:spMkLst>
            <pc:docMk/>
            <pc:sldMk cId="2525566602" sldId="293"/>
            <ac:spMk id="2" creationId="{FCC28E0E-94E1-BE6F-EB99-C717DE19B6DE}"/>
          </ac:spMkLst>
        </pc:spChg>
        <pc:spChg chg="mod">
          <ac:chgData name="Leon Jaramillo" userId="321a0b15-1a72-4f8d-82e4-28f1422037ee" providerId="ADAL" clId="{AFE2C3AB-E117-452B-AD1D-FC2C26679A3F}" dt="2026-04-22T01:48:53.949" v="1169" actId="20577"/>
          <ac:spMkLst>
            <pc:docMk/>
            <pc:sldMk cId="2525566602" sldId="293"/>
            <ac:spMk id="3" creationId="{163CC343-C488-53A0-907D-B7E39C880FA1}"/>
          </ac:spMkLst>
        </pc:spChg>
        <pc:spChg chg="mod">
          <ac:chgData name="Leon Jaramillo" userId="321a0b15-1a72-4f8d-82e4-28f1422037ee" providerId="ADAL" clId="{AFE2C3AB-E117-452B-AD1D-FC2C26679A3F}" dt="2026-04-21T20:05:18.809" v="165"/>
          <ac:spMkLst>
            <pc:docMk/>
            <pc:sldMk cId="2525566602" sldId="293"/>
            <ac:spMk id="5" creationId="{9DBD03DF-76BF-BCC1-CD6A-E0EF30F86B6A}"/>
          </ac:spMkLst>
        </pc:spChg>
        <pc:spChg chg="mod">
          <ac:chgData name="Leon Jaramillo" userId="321a0b15-1a72-4f8d-82e4-28f1422037ee" providerId="ADAL" clId="{AFE2C3AB-E117-452B-AD1D-FC2C26679A3F}" dt="2026-04-21T20:16:28.737" v="242" actId="20577"/>
          <ac:spMkLst>
            <pc:docMk/>
            <pc:sldMk cId="2525566602" sldId="293"/>
            <ac:spMk id="6" creationId="{23C5B340-E614-E33D-D5A4-8B6530DA27BF}"/>
          </ac:spMkLst>
        </pc:spChg>
        <pc:picChg chg="add mod">
          <ac:chgData name="Leon Jaramillo" userId="321a0b15-1a72-4f8d-82e4-28f1422037ee" providerId="ADAL" clId="{AFE2C3AB-E117-452B-AD1D-FC2C26679A3F}" dt="2026-04-21T20:05:43.879" v="169"/>
          <ac:picMkLst>
            <pc:docMk/>
            <pc:sldMk cId="2525566602" sldId="293"/>
            <ac:picMk id="7" creationId="{7D39F1B7-F54A-A1CF-8386-8C9490EA6D6B}"/>
          </ac:picMkLst>
        </pc:picChg>
        <pc:picChg chg="add mod">
          <ac:chgData name="Leon Jaramillo" userId="321a0b15-1a72-4f8d-82e4-28f1422037ee" providerId="ADAL" clId="{AFE2C3AB-E117-452B-AD1D-FC2C26679A3F}" dt="2026-04-21T20:05:43.879" v="169"/>
          <ac:picMkLst>
            <pc:docMk/>
            <pc:sldMk cId="2525566602" sldId="293"/>
            <ac:picMk id="8" creationId="{03CF13E8-9CCC-353D-FB4E-233F51F14F7D}"/>
          </ac:picMkLst>
        </pc:picChg>
        <pc:picChg chg="add mod">
          <ac:chgData name="Leon Jaramillo" userId="321a0b15-1a72-4f8d-82e4-28f1422037ee" providerId="ADAL" clId="{AFE2C3AB-E117-452B-AD1D-FC2C26679A3F}" dt="2026-04-21T20:05:43.879" v="169"/>
          <ac:picMkLst>
            <pc:docMk/>
            <pc:sldMk cId="2525566602" sldId="293"/>
            <ac:picMk id="9" creationId="{29540637-0B49-FF9F-B30D-A4636153FB80}"/>
          </ac:picMkLst>
        </pc:picChg>
        <pc:picChg chg="add mod">
          <ac:chgData name="Leon Jaramillo" userId="321a0b15-1a72-4f8d-82e4-28f1422037ee" providerId="ADAL" clId="{AFE2C3AB-E117-452B-AD1D-FC2C26679A3F}" dt="2026-04-21T20:05:43.879" v="169"/>
          <ac:picMkLst>
            <pc:docMk/>
            <pc:sldMk cId="2525566602" sldId="293"/>
            <ac:picMk id="10" creationId="{7691C8C7-5887-1137-552A-48C25D628F5B}"/>
          </ac:picMkLst>
        </pc:picChg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94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95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96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97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98"/>
        </pc:sldMkLst>
      </pc:sldChg>
      <pc:sldChg chg="addSp delSp modSp new mod ord">
        <pc:chgData name="Leon Jaramillo" userId="321a0b15-1a72-4f8d-82e4-28f1422037ee" providerId="ADAL" clId="{AFE2C3AB-E117-452B-AD1D-FC2C26679A3F}" dt="2026-04-22T02:46:50.958" v="1530"/>
        <pc:sldMkLst>
          <pc:docMk/>
          <pc:sldMk cId="2184804472" sldId="299"/>
        </pc:sldMkLst>
        <pc:spChg chg="del">
          <ac:chgData name="Leon Jaramillo" userId="321a0b15-1a72-4f8d-82e4-28f1422037ee" providerId="ADAL" clId="{AFE2C3AB-E117-452B-AD1D-FC2C26679A3F}" dt="2026-04-21T20:06:37.659" v="178"/>
          <ac:spMkLst>
            <pc:docMk/>
            <pc:sldMk cId="2184804472" sldId="299"/>
            <ac:spMk id="2" creationId="{B2947958-7690-A9CD-1596-1BD0ADD6B150}"/>
          </ac:spMkLst>
        </pc:spChg>
        <pc:spChg chg="mod">
          <ac:chgData name="Leon Jaramillo" userId="321a0b15-1a72-4f8d-82e4-28f1422037ee" providerId="ADAL" clId="{AFE2C3AB-E117-452B-AD1D-FC2C26679A3F}" dt="2026-04-21T20:16:33.107" v="244" actId="20577"/>
          <ac:spMkLst>
            <pc:docMk/>
            <pc:sldMk cId="2184804472" sldId="299"/>
            <ac:spMk id="3" creationId="{AF66F9DA-3164-9698-626A-7701B5C492A8}"/>
          </ac:spMkLst>
        </pc:spChg>
        <pc:spChg chg="mod">
          <ac:chgData name="Leon Jaramillo" userId="321a0b15-1a72-4f8d-82e4-28f1422037ee" providerId="ADAL" clId="{AFE2C3AB-E117-452B-AD1D-FC2C26679A3F}" dt="2026-04-21T20:06:28.259" v="177" actId="20577"/>
          <ac:spMkLst>
            <pc:docMk/>
            <pc:sldMk cId="2184804472" sldId="299"/>
            <ac:spMk id="5" creationId="{92538B18-5845-020C-1519-34867450748F}"/>
          </ac:spMkLst>
        </pc:spChg>
        <pc:graphicFrameChg chg="add mod modGraphic">
          <ac:chgData name="Leon Jaramillo" userId="321a0b15-1a72-4f8d-82e4-28f1422037ee" providerId="ADAL" clId="{AFE2C3AB-E117-452B-AD1D-FC2C26679A3F}" dt="2026-04-22T02:44:38.156" v="1504" actId="20577"/>
          <ac:graphicFrameMkLst>
            <pc:docMk/>
            <pc:sldMk cId="2184804472" sldId="299"/>
            <ac:graphicFrameMk id="6" creationId="{836AA930-6348-061C-6241-B7F24249DA64}"/>
          </ac:graphicFrameMkLst>
        </pc:graphicFrameChg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300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301"/>
        </pc:sldMkLst>
      </pc:sldChg>
      <pc:sldChg chg="addSp delSp modSp new mod ord">
        <pc:chgData name="Leon Jaramillo" userId="321a0b15-1a72-4f8d-82e4-28f1422037ee" providerId="ADAL" clId="{AFE2C3AB-E117-452B-AD1D-FC2C26679A3F}" dt="2026-04-21T20:16:38.119" v="246" actId="20577"/>
        <pc:sldMkLst>
          <pc:docMk/>
          <pc:sldMk cId="3657677226" sldId="302"/>
        </pc:sldMkLst>
        <pc:spChg chg="del">
          <ac:chgData name="Leon Jaramillo" userId="321a0b15-1a72-4f8d-82e4-28f1422037ee" providerId="ADAL" clId="{AFE2C3AB-E117-452B-AD1D-FC2C26679A3F}" dt="2026-04-21T20:13:45.797" v="201"/>
          <ac:spMkLst>
            <pc:docMk/>
            <pc:sldMk cId="3657677226" sldId="302"/>
            <ac:spMk id="2" creationId="{2FADB3A3-8A9D-6670-6C0F-91613F8AC6B8}"/>
          </ac:spMkLst>
        </pc:spChg>
        <pc:spChg chg="mod">
          <ac:chgData name="Leon Jaramillo" userId="321a0b15-1a72-4f8d-82e4-28f1422037ee" providerId="ADAL" clId="{AFE2C3AB-E117-452B-AD1D-FC2C26679A3F}" dt="2026-04-21T20:13:25.857" v="198" actId="12"/>
          <ac:spMkLst>
            <pc:docMk/>
            <pc:sldMk cId="3657677226" sldId="302"/>
            <ac:spMk id="3" creationId="{0DD604C0-AFCA-11D2-2313-23C621417B8B}"/>
          </ac:spMkLst>
        </pc:spChg>
        <pc:spChg chg="mod">
          <ac:chgData name="Leon Jaramillo" userId="321a0b15-1a72-4f8d-82e4-28f1422037ee" providerId="ADAL" clId="{AFE2C3AB-E117-452B-AD1D-FC2C26679A3F}" dt="2026-04-21T20:13:01.406" v="190"/>
          <ac:spMkLst>
            <pc:docMk/>
            <pc:sldMk cId="3657677226" sldId="302"/>
            <ac:spMk id="5" creationId="{5BA8B92A-3027-CE38-2A04-6B2343B67BCA}"/>
          </ac:spMkLst>
        </pc:spChg>
        <pc:spChg chg="mod">
          <ac:chgData name="Leon Jaramillo" userId="321a0b15-1a72-4f8d-82e4-28f1422037ee" providerId="ADAL" clId="{AFE2C3AB-E117-452B-AD1D-FC2C26679A3F}" dt="2026-04-21T20:16:38.119" v="246" actId="20577"/>
          <ac:spMkLst>
            <pc:docMk/>
            <pc:sldMk cId="3657677226" sldId="302"/>
            <ac:spMk id="6" creationId="{72304AAF-9684-06D2-EDC9-84B521B797C0}"/>
          </ac:spMkLst>
        </pc:spChg>
        <pc:spChg chg="add mod">
          <ac:chgData name="Leon Jaramillo" userId="321a0b15-1a72-4f8d-82e4-28f1422037ee" providerId="ADAL" clId="{AFE2C3AB-E117-452B-AD1D-FC2C26679A3F}" dt="2026-04-21T20:13:37.772" v="200"/>
          <ac:spMkLst>
            <pc:docMk/>
            <pc:sldMk cId="3657677226" sldId="302"/>
            <ac:spMk id="7" creationId="{F8A2240F-3AE6-7FA9-0CC2-C6A44CFB3168}"/>
          </ac:spMkLst>
        </pc:spChg>
        <pc:picChg chg="add mod">
          <ac:chgData name="Leon Jaramillo" userId="321a0b15-1a72-4f8d-82e4-28f1422037ee" providerId="ADAL" clId="{AFE2C3AB-E117-452B-AD1D-FC2C26679A3F}" dt="2026-04-21T20:13:37.772" v="200"/>
          <ac:picMkLst>
            <pc:docMk/>
            <pc:sldMk cId="3657677226" sldId="302"/>
            <ac:picMk id="8" creationId="{A557A43C-C202-CB3F-F71A-B225EBDFFA78}"/>
          </ac:picMkLst>
        </pc:picChg>
        <pc:picChg chg="add mod">
          <ac:chgData name="Leon Jaramillo" userId="321a0b15-1a72-4f8d-82e4-28f1422037ee" providerId="ADAL" clId="{AFE2C3AB-E117-452B-AD1D-FC2C26679A3F}" dt="2026-04-21T20:13:45.797" v="201"/>
          <ac:picMkLst>
            <pc:docMk/>
            <pc:sldMk cId="3657677226" sldId="302"/>
            <ac:picMk id="9" creationId="{AB5AA2FD-B73E-5A5B-4517-A41EA6EE47E5}"/>
          </ac:picMkLst>
        </pc:picChg>
      </pc:sldChg>
      <pc:sldChg chg="addSp delSp modSp new mod ord">
        <pc:chgData name="Leon Jaramillo" userId="321a0b15-1a72-4f8d-82e4-28f1422037ee" providerId="ADAL" clId="{AFE2C3AB-E117-452B-AD1D-FC2C26679A3F}" dt="2026-04-22T02:07:37.697" v="1294" actId="20577"/>
        <pc:sldMkLst>
          <pc:docMk/>
          <pc:sldMk cId="66894808" sldId="303"/>
        </pc:sldMkLst>
        <pc:spChg chg="del">
          <ac:chgData name="Leon Jaramillo" userId="321a0b15-1a72-4f8d-82e4-28f1422037ee" providerId="ADAL" clId="{AFE2C3AB-E117-452B-AD1D-FC2C26679A3F}" dt="2026-04-21T20:14:24.337" v="206"/>
          <ac:spMkLst>
            <pc:docMk/>
            <pc:sldMk cId="66894808" sldId="303"/>
            <ac:spMk id="2" creationId="{765FB69C-406C-B629-BE20-FC00E2BDAD52}"/>
          </ac:spMkLst>
        </pc:spChg>
        <pc:spChg chg="mod">
          <ac:chgData name="Leon Jaramillo" userId="321a0b15-1a72-4f8d-82e4-28f1422037ee" providerId="ADAL" clId="{AFE2C3AB-E117-452B-AD1D-FC2C26679A3F}" dt="2026-04-21T20:16:45.837" v="248" actId="20577"/>
          <ac:spMkLst>
            <pc:docMk/>
            <pc:sldMk cId="66894808" sldId="303"/>
            <ac:spMk id="3" creationId="{9E0897E5-FD9B-C0A3-C3D0-83B281498037}"/>
          </ac:spMkLst>
        </pc:spChg>
        <pc:spChg chg="mod">
          <ac:chgData name="Leon Jaramillo" userId="321a0b15-1a72-4f8d-82e4-28f1422037ee" providerId="ADAL" clId="{AFE2C3AB-E117-452B-AD1D-FC2C26679A3F}" dt="2026-04-22T02:06:43.834" v="1262" actId="14100"/>
          <ac:spMkLst>
            <pc:docMk/>
            <pc:sldMk cId="66894808" sldId="303"/>
            <ac:spMk id="5" creationId="{5F091EF2-B2D5-F164-773D-33424D13E87D}"/>
          </ac:spMkLst>
        </pc:spChg>
        <pc:graphicFrameChg chg="add mod modGraphic">
          <ac:chgData name="Leon Jaramillo" userId="321a0b15-1a72-4f8d-82e4-28f1422037ee" providerId="ADAL" clId="{AFE2C3AB-E117-452B-AD1D-FC2C26679A3F}" dt="2026-04-22T02:07:37.697" v="1294" actId="20577"/>
          <ac:graphicFrameMkLst>
            <pc:docMk/>
            <pc:sldMk cId="66894808" sldId="303"/>
            <ac:graphicFrameMk id="6" creationId="{EC2CFF43-BE42-BC62-C9B3-DB1B4E190603}"/>
          </ac:graphicFrameMkLst>
        </pc:graphicFrameChg>
      </pc:sldChg>
      <pc:sldChg chg="addSp delSp modSp add del mod modClrScheme chgLayout">
        <pc:chgData name="Leon Jaramillo" userId="321a0b15-1a72-4f8d-82e4-28f1422037ee" providerId="ADAL" clId="{AFE2C3AB-E117-452B-AD1D-FC2C26679A3F}" dt="2026-04-21T23:06:17.367" v="494" actId="47"/>
        <pc:sldMkLst>
          <pc:docMk/>
          <pc:sldMk cId="3738857248" sldId="304"/>
        </pc:sldMkLst>
        <pc:spChg chg="add del mod ord">
          <ac:chgData name="Leon Jaramillo" userId="321a0b15-1a72-4f8d-82e4-28f1422037ee" providerId="ADAL" clId="{AFE2C3AB-E117-452B-AD1D-FC2C26679A3F}" dt="2026-04-21T22:54:48.092" v="436" actId="478"/>
          <ac:spMkLst>
            <pc:docMk/>
            <pc:sldMk cId="3738857248" sldId="304"/>
            <ac:spMk id="2" creationId="{3E6DF2BD-812B-B49B-6C48-F32066CB313C}"/>
          </ac:spMkLst>
        </pc:spChg>
        <pc:spChg chg="mod ord">
          <ac:chgData name="Leon Jaramillo" userId="321a0b15-1a72-4f8d-82e4-28f1422037ee" providerId="ADAL" clId="{AFE2C3AB-E117-452B-AD1D-FC2C26679A3F}" dt="2026-04-21T22:44:48.458" v="271" actId="700"/>
          <ac:spMkLst>
            <pc:docMk/>
            <pc:sldMk cId="3738857248" sldId="304"/>
            <ac:spMk id="3" creationId="{B9DCAA11-7555-9C32-5923-93E4FCFA3B13}"/>
          </ac:spMkLst>
        </pc:spChg>
        <pc:spChg chg="add del mod ord">
          <ac:chgData name="Leon Jaramillo" userId="321a0b15-1a72-4f8d-82e4-28f1422037ee" providerId="ADAL" clId="{AFE2C3AB-E117-452B-AD1D-FC2C26679A3F}" dt="2026-04-21T22:54:50.085" v="437" actId="478"/>
          <ac:spMkLst>
            <pc:docMk/>
            <pc:sldMk cId="3738857248" sldId="304"/>
            <ac:spMk id="4" creationId="{200BB787-4D79-6F6C-8522-5D536D9FE37A}"/>
          </ac:spMkLst>
        </pc:spChg>
        <pc:spChg chg="add mod ord">
          <ac:chgData name="Leon Jaramillo" userId="321a0b15-1a72-4f8d-82e4-28f1422037ee" providerId="ADAL" clId="{AFE2C3AB-E117-452B-AD1D-FC2C26679A3F}" dt="2026-04-21T22:45:08.254" v="283"/>
          <ac:spMkLst>
            <pc:docMk/>
            <pc:sldMk cId="3738857248" sldId="304"/>
            <ac:spMk id="5" creationId="{0C18BB89-8971-BE4A-47D3-E14FA6715CD7}"/>
          </ac:spMkLst>
        </pc:spChg>
        <pc:spChg chg="add mod ord">
          <ac:chgData name="Leon Jaramillo" userId="321a0b15-1a72-4f8d-82e4-28f1422037ee" providerId="ADAL" clId="{AFE2C3AB-E117-452B-AD1D-FC2C26679A3F}" dt="2026-04-21T22:46:55.125" v="366" actId="14100"/>
          <ac:spMkLst>
            <pc:docMk/>
            <pc:sldMk cId="3738857248" sldId="304"/>
            <ac:spMk id="6" creationId="{B718A827-B3FA-0D26-46D6-FC2C66A63007}"/>
          </ac:spMkLst>
        </pc:spChg>
        <pc:spChg chg="mod ord">
          <ac:chgData name="Leon Jaramillo" userId="321a0b15-1a72-4f8d-82e4-28f1422037ee" providerId="ADAL" clId="{AFE2C3AB-E117-452B-AD1D-FC2C26679A3F}" dt="2026-04-21T22:44:48.458" v="271" actId="700"/>
          <ac:spMkLst>
            <pc:docMk/>
            <pc:sldMk cId="3738857248" sldId="304"/>
            <ac:spMk id="7" creationId="{5ACA24AE-222B-3E24-9B0F-AAA522BD9784}"/>
          </ac:spMkLst>
        </pc:spChg>
        <pc:spChg chg="mod ord">
          <ac:chgData name="Leon Jaramillo" userId="321a0b15-1a72-4f8d-82e4-28f1422037ee" providerId="ADAL" clId="{AFE2C3AB-E117-452B-AD1D-FC2C26679A3F}" dt="2026-04-21T22:46:55.125" v="366" actId="14100"/>
          <ac:spMkLst>
            <pc:docMk/>
            <pc:sldMk cId="3738857248" sldId="304"/>
            <ac:spMk id="8" creationId="{600980B5-F406-977F-70B5-331809CD7B3D}"/>
          </ac:spMkLst>
        </pc:spChg>
        <pc:spChg chg="del mod ord">
          <ac:chgData name="Leon Jaramillo" userId="321a0b15-1a72-4f8d-82e4-28f1422037ee" providerId="ADAL" clId="{AFE2C3AB-E117-452B-AD1D-FC2C26679A3F}" dt="2026-04-21T22:44:48.458" v="271" actId="700"/>
          <ac:spMkLst>
            <pc:docMk/>
            <pc:sldMk cId="3738857248" sldId="304"/>
            <ac:spMk id="9" creationId="{68EFA46E-F0FF-E7A0-C7F4-1482908D5987}"/>
          </ac:spMkLst>
        </pc:spChg>
        <pc:picChg chg="add del mod ord">
          <ac:chgData name="Leon Jaramillo" userId="321a0b15-1a72-4f8d-82e4-28f1422037ee" providerId="ADAL" clId="{AFE2C3AB-E117-452B-AD1D-FC2C26679A3F}" dt="2026-04-21T22:54:24.852" v="431" actId="22"/>
          <ac:picMkLst>
            <pc:docMk/>
            <pc:sldMk cId="3738857248" sldId="304"/>
            <ac:picMk id="11" creationId="{608FC0E8-7CC8-F6A7-E649-8E88CE71DA19}"/>
          </ac:picMkLst>
        </pc:picChg>
        <pc:picChg chg="add del mod ord">
          <ac:chgData name="Leon Jaramillo" userId="321a0b15-1a72-4f8d-82e4-28f1422037ee" providerId="ADAL" clId="{AFE2C3AB-E117-452B-AD1D-FC2C26679A3F}" dt="2026-04-21T22:54:18.667" v="430" actId="22"/>
          <ac:picMkLst>
            <pc:docMk/>
            <pc:sldMk cId="3738857248" sldId="304"/>
            <ac:picMk id="13" creationId="{CDDA8740-A705-ADB0-3542-19B7C58EBB21}"/>
          </ac:picMkLst>
        </pc:picChg>
        <pc:picChg chg="add del mod ord">
          <ac:chgData name="Leon Jaramillo" userId="321a0b15-1a72-4f8d-82e4-28f1422037ee" providerId="ADAL" clId="{AFE2C3AB-E117-452B-AD1D-FC2C26679A3F}" dt="2026-04-21T22:54:33.487" v="433" actId="22"/>
          <ac:picMkLst>
            <pc:docMk/>
            <pc:sldMk cId="3738857248" sldId="304"/>
            <ac:picMk id="15" creationId="{6642242A-8D47-5165-921B-3444592EDBD4}"/>
          </ac:picMkLst>
        </pc:picChg>
        <pc:picChg chg="add del mod ord">
          <ac:chgData name="Leon Jaramillo" userId="321a0b15-1a72-4f8d-82e4-28f1422037ee" providerId="ADAL" clId="{AFE2C3AB-E117-452B-AD1D-FC2C26679A3F}" dt="2026-04-21T22:54:37.770" v="435" actId="22"/>
          <ac:picMkLst>
            <pc:docMk/>
            <pc:sldMk cId="3738857248" sldId="304"/>
            <ac:picMk id="17" creationId="{EDB11D95-2F9B-70A9-A5EC-B027D4A79D22}"/>
          </ac:picMkLst>
        </pc:picChg>
        <pc:picChg chg="add mod">
          <ac:chgData name="Leon Jaramillo" userId="321a0b15-1a72-4f8d-82e4-28f1422037ee" providerId="ADAL" clId="{AFE2C3AB-E117-452B-AD1D-FC2C26679A3F}" dt="2026-04-21T22:55:17.370" v="444" actId="1076"/>
          <ac:picMkLst>
            <pc:docMk/>
            <pc:sldMk cId="3738857248" sldId="304"/>
            <ac:picMk id="19" creationId="{E845BFBC-DDFE-CD9D-C54C-D82D37294473}"/>
          </ac:picMkLst>
        </pc:picChg>
      </pc:sldChg>
      <pc:sldChg chg="new del">
        <pc:chgData name="Leon Jaramillo" userId="321a0b15-1a72-4f8d-82e4-28f1422037ee" providerId="ADAL" clId="{AFE2C3AB-E117-452B-AD1D-FC2C26679A3F}" dt="2026-04-21T22:45:46.068" v="308" actId="47"/>
        <pc:sldMkLst>
          <pc:docMk/>
          <pc:sldMk cId="2023374887" sldId="305"/>
        </pc:sldMkLst>
      </pc:sldChg>
      <pc:sldChg chg="modSp add del mod">
        <pc:chgData name="Leon Jaramillo" userId="321a0b15-1a72-4f8d-82e4-28f1422037ee" providerId="ADAL" clId="{AFE2C3AB-E117-452B-AD1D-FC2C26679A3F}" dt="2026-04-21T22:47:41.503" v="424" actId="47"/>
        <pc:sldMkLst>
          <pc:docMk/>
          <pc:sldMk cId="3112568596" sldId="306"/>
        </pc:sldMkLst>
        <pc:spChg chg="mod">
          <ac:chgData name="Leon Jaramillo" userId="321a0b15-1a72-4f8d-82e4-28f1422037ee" providerId="ADAL" clId="{AFE2C3AB-E117-452B-AD1D-FC2C26679A3F}" dt="2026-04-21T22:46:31.715" v="364" actId="113"/>
          <ac:spMkLst>
            <pc:docMk/>
            <pc:sldMk cId="3112568596" sldId="306"/>
            <ac:spMk id="6" creationId="{E3C8EFCE-E6E5-A253-0A4B-D148F7FE0E45}"/>
          </ac:spMkLst>
        </pc:spChg>
        <pc:spChg chg="mod">
          <ac:chgData name="Leon Jaramillo" userId="321a0b15-1a72-4f8d-82e4-28f1422037ee" providerId="ADAL" clId="{AFE2C3AB-E117-452B-AD1D-FC2C26679A3F}" dt="2026-04-21T22:46:31.715" v="364" actId="113"/>
          <ac:spMkLst>
            <pc:docMk/>
            <pc:sldMk cId="3112568596" sldId="306"/>
            <ac:spMk id="8" creationId="{FEBF18C2-A988-0E00-4BB8-367CEA0E6AC0}"/>
          </ac:spMkLst>
        </pc:spChg>
      </pc:sldChg>
      <pc:sldChg chg="modSp add del mod">
        <pc:chgData name="Leon Jaramillo" userId="321a0b15-1a72-4f8d-82e4-28f1422037ee" providerId="ADAL" clId="{AFE2C3AB-E117-452B-AD1D-FC2C26679A3F}" dt="2026-04-21T22:47:49.370" v="425" actId="47"/>
        <pc:sldMkLst>
          <pc:docMk/>
          <pc:sldMk cId="3594445859" sldId="307"/>
        </pc:sldMkLst>
        <pc:spChg chg="mod">
          <ac:chgData name="Leon Jaramillo" userId="321a0b15-1a72-4f8d-82e4-28f1422037ee" providerId="ADAL" clId="{AFE2C3AB-E117-452B-AD1D-FC2C26679A3F}" dt="2026-04-21T22:46:42.971" v="365" actId="113"/>
          <ac:spMkLst>
            <pc:docMk/>
            <pc:sldMk cId="3594445859" sldId="307"/>
            <ac:spMk id="6" creationId="{92D06C4B-6380-2CF7-0EBB-8799A516CCA3}"/>
          </ac:spMkLst>
        </pc:spChg>
        <pc:spChg chg="mod">
          <ac:chgData name="Leon Jaramillo" userId="321a0b15-1a72-4f8d-82e4-28f1422037ee" providerId="ADAL" clId="{AFE2C3AB-E117-452B-AD1D-FC2C26679A3F}" dt="2026-04-21T22:46:42.971" v="365" actId="113"/>
          <ac:spMkLst>
            <pc:docMk/>
            <pc:sldMk cId="3594445859" sldId="307"/>
            <ac:spMk id="8" creationId="{51C462B7-FC41-8937-F3DC-DCDEA0FE1C11}"/>
          </ac:spMkLst>
        </pc:spChg>
      </pc:sldChg>
      <pc:sldChg chg="delSp modSp add del mod">
        <pc:chgData name="Leon Jaramillo" userId="321a0b15-1a72-4f8d-82e4-28f1422037ee" providerId="ADAL" clId="{AFE2C3AB-E117-452B-AD1D-FC2C26679A3F}" dt="2026-04-21T23:06:17.367" v="494" actId="47"/>
        <pc:sldMkLst>
          <pc:docMk/>
          <pc:sldMk cId="3595066835" sldId="308"/>
        </pc:sldMkLst>
        <pc:spChg chg="del">
          <ac:chgData name="Leon Jaramillo" userId="321a0b15-1a72-4f8d-82e4-28f1422037ee" providerId="ADAL" clId="{AFE2C3AB-E117-452B-AD1D-FC2C26679A3F}" dt="2026-04-21T22:54:57.010" v="438" actId="478"/>
          <ac:spMkLst>
            <pc:docMk/>
            <pc:sldMk cId="3595066835" sldId="308"/>
            <ac:spMk id="2" creationId="{F7103164-733E-1F69-F0CA-9CE7FC2D41BB}"/>
          </ac:spMkLst>
        </pc:spChg>
        <pc:spChg chg="del">
          <ac:chgData name="Leon Jaramillo" userId="321a0b15-1a72-4f8d-82e4-28f1422037ee" providerId="ADAL" clId="{AFE2C3AB-E117-452B-AD1D-FC2C26679A3F}" dt="2026-04-21T22:54:58.186" v="439" actId="478"/>
          <ac:spMkLst>
            <pc:docMk/>
            <pc:sldMk cId="3595066835" sldId="308"/>
            <ac:spMk id="4" creationId="{D77DD854-C7CB-4160-D724-ED5826A5645C}"/>
          </ac:spMkLst>
        </pc:spChg>
        <pc:spChg chg="mod">
          <ac:chgData name="Leon Jaramillo" userId="321a0b15-1a72-4f8d-82e4-28f1422037ee" providerId="ADAL" clId="{AFE2C3AB-E117-452B-AD1D-FC2C26679A3F}" dt="2026-04-21T22:47:18.876" v="384" actId="20577"/>
          <ac:spMkLst>
            <pc:docMk/>
            <pc:sldMk cId="3595066835" sldId="308"/>
            <ac:spMk id="6" creationId="{C3E09740-D8E6-83F4-2047-3C7E3EE2AB24}"/>
          </ac:spMkLst>
        </pc:spChg>
        <pc:spChg chg="mod">
          <ac:chgData name="Leon Jaramillo" userId="321a0b15-1a72-4f8d-82e4-28f1422037ee" providerId="ADAL" clId="{AFE2C3AB-E117-452B-AD1D-FC2C26679A3F}" dt="2026-04-21T22:47:22.210" v="388" actId="20577"/>
          <ac:spMkLst>
            <pc:docMk/>
            <pc:sldMk cId="3595066835" sldId="308"/>
            <ac:spMk id="8" creationId="{9902DEDB-F20B-F1CF-7F32-D82DC936AF4A}"/>
          </ac:spMkLst>
        </pc:spChg>
      </pc:sldChg>
      <pc:sldChg chg="delSp modSp add del mod">
        <pc:chgData name="Leon Jaramillo" userId="321a0b15-1a72-4f8d-82e4-28f1422037ee" providerId="ADAL" clId="{AFE2C3AB-E117-452B-AD1D-FC2C26679A3F}" dt="2026-04-21T23:06:17.367" v="494" actId="47"/>
        <pc:sldMkLst>
          <pc:docMk/>
          <pc:sldMk cId="232304604" sldId="309"/>
        </pc:sldMkLst>
        <pc:spChg chg="del">
          <ac:chgData name="Leon Jaramillo" userId="321a0b15-1a72-4f8d-82e4-28f1422037ee" providerId="ADAL" clId="{AFE2C3AB-E117-452B-AD1D-FC2C26679A3F}" dt="2026-04-21T22:55:00.533" v="440" actId="478"/>
          <ac:spMkLst>
            <pc:docMk/>
            <pc:sldMk cId="232304604" sldId="309"/>
            <ac:spMk id="2" creationId="{98882627-1941-F7DF-1CFE-841D5CCC1442}"/>
          </ac:spMkLst>
        </pc:spChg>
        <pc:spChg chg="del">
          <ac:chgData name="Leon Jaramillo" userId="321a0b15-1a72-4f8d-82e4-28f1422037ee" providerId="ADAL" clId="{AFE2C3AB-E117-452B-AD1D-FC2C26679A3F}" dt="2026-04-21T22:55:01.296" v="441" actId="478"/>
          <ac:spMkLst>
            <pc:docMk/>
            <pc:sldMk cId="232304604" sldId="309"/>
            <ac:spMk id="4" creationId="{4ED87AA0-74D5-38B3-2A97-3F892522CCCB}"/>
          </ac:spMkLst>
        </pc:spChg>
        <pc:spChg chg="mod">
          <ac:chgData name="Leon Jaramillo" userId="321a0b15-1a72-4f8d-82e4-28f1422037ee" providerId="ADAL" clId="{AFE2C3AB-E117-452B-AD1D-FC2C26679A3F}" dt="2026-04-21T22:47:32.932" v="399" actId="20577"/>
          <ac:spMkLst>
            <pc:docMk/>
            <pc:sldMk cId="232304604" sldId="309"/>
            <ac:spMk id="6" creationId="{BC7A9F55-490E-23B3-75EE-5C6B3398BF8C}"/>
          </ac:spMkLst>
        </pc:spChg>
        <pc:spChg chg="mod">
          <ac:chgData name="Leon Jaramillo" userId="321a0b15-1a72-4f8d-82e4-28f1422037ee" providerId="ADAL" clId="{AFE2C3AB-E117-452B-AD1D-FC2C26679A3F}" dt="2026-04-21T22:47:38.264" v="423" actId="20577"/>
          <ac:spMkLst>
            <pc:docMk/>
            <pc:sldMk cId="232304604" sldId="309"/>
            <ac:spMk id="8" creationId="{695BF22F-DC3A-B858-9EC3-384D0BB92C33}"/>
          </ac:spMkLst>
        </pc:spChg>
      </pc:sldChg>
      <pc:sldChg chg="addSp delSp modSp new mod">
        <pc:chgData name="Leon Jaramillo" userId="321a0b15-1a72-4f8d-82e4-28f1422037ee" providerId="ADAL" clId="{AFE2C3AB-E117-452B-AD1D-FC2C26679A3F}" dt="2026-04-21T23:59:12.425" v="774" actId="20577"/>
        <pc:sldMkLst>
          <pc:docMk/>
          <pc:sldMk cId="199329655" sldId="310"/>
        </pc:sldMkLst>
        <pc:spChg chg="del">
          <ac:chgData name="Leon Jaramillo" userId="321a0b15-1a72-4f8d-82e4-28f1422037ee" providerId="ADAL" clId="{AFE2C3AB-E117-452B-AD1D-FC2C26679A3F}" dt="2026-04-21T23:03:12.197" v="446" actId="22"/>
          <ac:spMkLst>
            <pc:docMk/>
            <pc:sldMk cId="199329655" sldId="310"/>
            <ac:spMk id="2" creationId="{A6E8FC52-A6B8-D1E9-DD36-A9CD1CD85869}"/>
          </ac:spMkLst>
        </pc:spChg>
        <pc:spChg chg="mod">
          <ac:chgData name="Leon Jaramillo" userId="321a0b15-1a72-4f8d-82e4-28f1422037ee" providerId="ADAL" clId="{AFE2C3AB-E117-452B-AD1D-FC2C26679A3F}" dt="2026-04-21T23:03:30.664" v="449"/>
          <ac:spMkLst>
            <pc:docMk/>
            <pc:sldMk cId="199329655" sldId="310"/>
            <ac:spMk id="3" creationId="{57AB62CC-225E-A6CE-B6C0-3C88EEFA0454}"/>
          </ac:spMkLst>
        </pc:spChg>
        <pc:spChg chg="mod">
          <ac:chgData name="Leon Jaramillo" userId="321a0b15-1a72-4f8d-82e4-28f1422037ee" providerId="ADAL" clId="{AFE2C3AB-E117-452B-AD1D-FC2C26679A3F}" dt="2026-04-21T23:03:41.662" v="450"/>
          <ac:spMkLst>
            <pc:docMk/>
            <pc:sldMk cId="199329655" sldId="310"/>
            <ac:spMk id="5" creationId="{B86F67A9-F2B9-919D-3938-FEC19887F8B1}"/>
          </ac:spMkLst>
        </pc:spChg>
        <pc:spChg chg="add mod">
          <ac:chgData name="Leon Jaramillo" userId="321a0b15-1a72-4f8d-82e4-28f1422037ee" providerId="ADAL" clId="{AFE2C3AB-E117-452B-AD1D-FC2C26679A3F}" dt="2026-04-21T23:59:12.425" v="774" actId="20577"/>
          <ac:spMkLst>
            <pc:docMk/>
            <pc:sldMk cId="199329655" sldId="310"/>
            <ac:spMk id="9" creationId="{F5567960-FD7E-094B-3FFC-223199F09D18}"/>
          </ac:spMkLst>
        </pc:spChg>
        <pc:spChg chg="add mod">
          <ac:chgData name="Leon Jaramillo" userId="321a0b15-1a72-4f8d-82e4-28f1422037ee" providerId="ADAL" clId="{AFE2C3AB-E117-452B-AD1D-FC2C26679A3F}" dt="2026-04-21T23:47:10.944" v="660" actId="20577"/>
          <ac:spMkLst>
            <pc:docMk/>
            <pc:sldMk cId="199329655" sldId="310"/>
            <ac:spMk id="10" creationId="{19BE0CDC-9C82-3845-41D7-B9F9202FCA60}"/>
          </ac:spMkLst>
        </pc:spChg>
        <pc:spChg chg="add del mod">
          <ac:chgData name="Leon Jaramillo" userId="321a0b15-1a72-4f8d-82e4-28f1422037ee" providerId="ADAL" clId="{AFE2C3AB-E117-452B-AD1D-FC2C26679A3F}" dt="2026-04-21T23:58:32.284" v="762" actId="478"/>
          <ac:spMkLst>
            <pc:docMk/>
            <pc:sldMk cId="199329655" sldId="310"/>
            <ac:spMk id="14" creationId="{85CB1FFD-25D3-BD81-CC48-C651CD97EE3D}"/>
          </ac:spMkLst>
        </pc:spChg>
        <pc:spChg chg="add del mod">
          <ac:chgData name="Leon Jaramillo" userId="321a0b15-1a72-4f8d-82e4-28f1422037ee" providerId="ADAL" clId="{AFE2C3AB-E117-452B-AD1D-FC2C26679A3F}" dt="2026-04-21T23:58:37.696" v="766" actId="22"/>
          <ac:spMkLst>
            <pc:docMk/>
            <pc:sldMk cId="199329655" sldId="310"/>
            <ac:spMk id="16" creationId="{E35302D1-288F-E4C0-9019-788F28D2FA83}"/>
          </ac:spMkLst>
        </pc:spChg>
        <pc:picChg chg="add del mod ord">
          <ac:chgData name="Leon Jaramillo" userId="321a0b15-1a72-4f8d-82e4-28f1422037ee" providerId="ADAL" clId="{AFE2C3AB-E117-452B-AD1D-FC2C26679A3F}" dt="2026-04-21T23:58:34.949" v="765" actId="478"/>
          <ac:picMkLst>
            <pc:docMk/>
            <pc:sldMk cId="199329655" sldId="310"/>
            <ac:picMk id="7" creationId="{9F307653-FD29-D9C9-8CC6-573CFE27F9C4}"/>
          </ac:picMkLst>
        </pc:picChg>
        <pc:picChg chg="add del mod">
          <ac:chgData name="Leon Jaramillo" userId="321a0b15-1a72-4f8d-82e4-28f1422037ee" providerId="ADAL" clId="{AFE2C3AB-E117-452B-AD1D-FC2C26679A3F}" dt="2026-04-21T23:58:33.558" v="764" actId="22"/>
          <ac:picMkLst>
            <pc:docMk/>
            <pc:sldMk cId="199329655" sldId="310"/>
            <ac:picMk id="12" creationId="{247B963C-90ED-A92F-49A1-EFC5BF809448}"/>
          </ac:picMkLst>
        </pc:picChg>
        <pc:picChg chg="add mod ord">
          <ac:chgData name="Leon Jaramillo" userId="321a0b15-1a72-4f8d-82e4-28f1422037ee" providerId="ADAL" clId="{AFE2C3AB-E117-452B-AD1D-FC2C26679A3F}" dt="2026-04-21T23:58:51.093" v="769" actId="1076"/>
          <ac:picMkLst>
            <pc:docMk/>
            <pc:sldMk cId="199329655" sldId="310"/>
            <ac:picMk id="18" creationId="{FF5E2E90-B8BA-6CCE-3442-73449AD371DF}"/>
          </ac:picMkLst>
        </pc:picChg>
      </pc:sldChg>
      <pc:sldChg chg="new del">
        <pc:chgData name="Leon Jaramillo" userId="321a0b15-1a72-4f8d-82e4-28f1422037ee" providerId="ADAL" clId="{AFE2C3AB-E117-452B-AD1D-FC2C26679A3F}" dt="2026-04-21T23:39:25.673" v="615" actId="680"/>
        <pc:sldMkLst>
          <pc:docMk/>
          <pc:sldMk cId="1402863270" sldId="311"/>
        </pc:sldMkLst>
      </pc:sldChg>
      <pc:sldChg chg="addSp delSp modSp new mod modClrScheme chgLayout">
        <pc:chgData name="Leon Jaramillo" userId="321a0b15-1a72-4f8d-82e4-28f1422037ee" providerId="ADAL" clId="{AFE2C3AB-E117-452B-AD1D-FC2C26679A3F}" dt="2026-04-22T00:12:26.199" v="826"/>
        <pc:sldMkLst>
          <pc:docMk/>
          <pc:sldMk cId="3064638918" sldId="311"/>
        </pc:sldMkLst>
        <pc:spChg chg="del mod ord">
          <ac:chgData name="Leon Jaramillo" userId="321a0b15-1a72-4f8d-82e4-28f1422037ee" providerId="ADAL" clId="{AFE2C3AB-E117-452B-AD1D-FC2C26679A3F}" dt="2026-04-21T23:39:40.233" v="618" actId="700"/>
          <ac:spMkLst>
            <pc:docMk/>
            <pc:sldMk cId="3064638918" sldId="311"/>
            <ac:spMk id="2" creationId="{13FB6D35-3F7C-8C12-EA2A-31B145E1A32F}"/>
          </ac:spMkLst>
        </pc:spChg>
        <pc:spChg chg="del mod ord">
          <ac:chgData name="Leon Jaramillo" userId="321a0b15-1a72-4f8d-82e4-28f1422037ee" providerId="ADAL" clId="{AFE2C3AB-E117-452B-AD1D-FC2C26679A3F}" dt="2026-04-21T23:39:40.233" v="618" actId="700"/>
          <ac:spMkLst>
            <pc:docMk/>
            <pc:sldMk cId="3064638918" sldId="311"/>
            <ac:spMk id="3" creationId="{75056BEA-7752-1618-492C-0724716B2D2F}"/>
          </ac:spMkLst>
        </pc:spChg>
        <pc:spChg chg="mod ord">
          <ac:chgData name="Leon Jaramillo" userId="321a0b15-1a72-4f8d-82e4-28f1422037ee" providerId="ADAL" clId="{AFE2C3AB-E117-452B-AD1D-FC2C26679A3F}" dt="2026-04-21T23:39:40.233" v="618" actId="700"/>
          <ac:spMkLst>
            <pc:docMk/>
            <pc:sldMk cId="3064638918" sldId="311"/>
            <ac:spMk id="4" creationId="{9BDE4BAF-9E22-79DB-9012-FEC0CF0390DA}"/>
          </ac:spMkLst>
        </pc:spChg>
        <pc:spChg chg="del mod ord">
          <ac:chgData name="Leon Jaramillo" userId="321a0b15-1a72-4f8d-82e4-28f1422037ee" providerId="ADAL" clId="{AFE2C3AB-E117-452B-AD1D-FC2C26679A3F}" dt="2026-04-21T23:39:40.233" v="618" actId="700"/>
          <ac:spMkLst>
            <pc:docMk/>
            <pc:sldMk cId="3064638918" sldId="311"/>
            <ac:spMk id="5" creationId="{03E68967-82C7-04F9-53AA-BA6C150B3F90}"/>
          </ac:spMkLst>
        </pc:spChg>
        <pc:spChg chg="add mod ord">
          <ac:chgData name="Leon Jaramillo" userId="321a0b15-1a72-4f8d-82e4-28f1422037ee" providerId="ADAL" clId="{AFE2C3AB-E117-452B-AD1D-FC2C26679A3F}" dt="2026-04-21T23:39:45.958" v="619"/>
          <ac:spMkLst>
            <pc:docMk/>
            <pc:sldMk cId="3064638918" sldId="311"/>
            <ac:spMk id="6" creationId="{E2F681C9-98BD-C0BF-7851-3D40201994D9}"/>
          </ac:spMkLst>
        </pc:spChg>
        <pc:spChg chg="add mod ord">
          <ac:chgData name="Leon Jaramillo" userId="321a0b15-1a72-4f8d-82e4-28f1422037ee" providerId="ADAL" clId="{AFE2C3AB-E117-452B-AD1D-FC2C26679A3F}" dt="2026-04-22T00:12:26.199" v="826"/>
          <ac:spMkLst>
            <pc:docMk/>
            <pc:sldMk cId="3064638918" sldId="311"/>
            <ac:spMk id="7" creationId="{E7298E66-9A9E-8006-F5E0-92E32049A5E4}"/>
          </ac:spMkLst>
        </pc:spChg>
        <pc:spChg chg="add mod ord">
          <ac:chgData name="Leon Jaramillo" userId="321a0b15-1a72-4f8d-82e4-28f1422037ee" providerId="ADAL" clId="{AFE2C3AB-E117-452B-AD1D-FC2C26679A3F}" dt="2026-04-21T23:40:45.069" v="628" actId="113"/>
          <ac:spMkLst>
            <pc:docMk/>
            <pc:sldMk cId="3064638918" sldId="311"/>
            <ac:spMk id="8" creationId="{39949E14-4A08-95C7-4175-0F705AE849F1}"/>
          </ac:spMkLst>
        </pc:spChg>
        <pc:spChg chg="add mod ord">
          <ac:chgData name="Leon Jaramillo" userId="321a0b15-1a72-4f8d-82e4-28f1422037ee" providerId="ADAL" clId="{AFE2C3AB-E117-452B-AD1D-FC2C26679A3F}" dt="2026-04-21T23:41:24.705" v="637" actId="113"/>
          <ac:spMkLst>
            <pc:docMk/>
            <pc:sldMk cId="3064638918" sldId="311"/>
            <ac:spMk id="9" creationId="{239052D2-69EC-5B38-6A75-F6A700748E07}"/>
          </ac:spMkLst>
        </pc:spChg>
        <pc:spChg chg="add">
          <ac:chgData name="Leon Jaramillo" userId="321a0b15-1a72-4f8d-82e4-28f1422037ee" providerId="ADAL" clId="{AFE2C3AB-E117-452B-AD1D-FC2C26679A3F}" dt="2026-04-21T23:45:50.662" v="643"/>
          <ac:spMkLst>
            <pc:docMk/>
            <pc:sldMk cId="3064638918" sldId="311"/>
            <ac:spMk id="10" creationId="{BA65DE67-E560-2565-D5D8-8A3E78FBBBD6}"/>
          </ac:spMkLst>
        </pc:spChg>
        <pc:picChg chg="add mod ord">
          <ac:chgData name="Leon Jaramillo" userId="321a0b15-1a72-4f8d-82e4-28f1422037ee" providerId="ADAL" clId="{AFE2C3AB-E117-452B-AD1D-FC2C26679A3F}" dt="2026-04-21T23:46:37.640" v="656" actId="1076"/>
          <ac:picMkLst>
            <pc:docMk/>
            <pc:sldMk cId="3064638918" sldId="311"/>
            <ac:picMk id="12" creationId="{283B9944-EFCA-0BFD-2E4A-1758B68BC768}"/>
          </ac:picMkLst>
        </pc:picChg>
      </pc:sldChg>
      <pc:sldChg chg="addSp modSp add mod">
        <pc:chgData name="Leon Jaramillo" userId="321a0b15-1a72-4f8d-82e4-28f1422037ee" providerId="ADAL" clId="{AFE2C3AB-E117-452B-AD1D-FC2C26679A3F}" dt="2026-04-22T01:21:20.229" v="914" actId="20577"/>
        <pc:sldMkLst>
          <pc:docMk/>
          <pc:sldMk cId="2943350417" sldId="312"/>
        </pc:sldMkLst>
        <pc:spChg chg="mod">
          <ac:chgData name="Leon Jaramillo" userId="321a0b15-1a72-4f8d-82e4-28f1422037ee" providerId="ADAL" clId="{AFE2C3AB-E117-452B-AD1D-FC2C26679A3F}" dt="2026-04-22T00:40:49.889" v="874"/>
          <ac:spMkLst>
            <pc:docMk/>
            <pc:sldMk cId="2943350417" sldId="312"/>
            <ac:spMk id="5" creationId="{44FD0C45-7549-EB6F-2CD9-EC7D6BADFA85}"/>
          </ac:spMkLst>
        </pc:spChg>
        <pc:spChg chg="add mod">
          <ac:chgData name="Leon Jaramillo" userId="321a0b15-1a72-4f8d-82e4-28f1422037ee" providerId="ADAL" clId="{AFE2C3AB-E117-452B-AD1D-FC2C26679A3F}" dt="2026-04-22T01:21:20.229" v="914" actId="20577"/>
          <ac:spMkLst>
            <pc:docMk/>
            <pc:sldMk cId="2943350417" sldId="312"/>
            <ac:spMk id="6" creationId="{A2B46A20-847F-04BB-D764-D834255F748D}"/>
          </ac:spMkLst>
        </pc:spChg>
        <pc:graphicFrameChg chg="mod modGraphic">
          <ac:chgData name="Leon Jaramillo" userId="321a0b15-1a72-4f8d-82e4-28f1422037ee" providerId="ADAL" clId="{AFE2C3AB-E117-452B-AD1D-FC2C26679A3F}" dt="2026-04-22T01:19:10.477" v="897" actId="20577"/>
          <ac:graphicFrameMkLst>
            <pc:docMk/>
            <pc:sldMk cId="2943350417" sldId="312"/>
            <ac:graphicFrameMk id="7" creationId="{A0DE333E-D5F9-53BE-7D2C-41AA3CB088BB}"/>
          </ac:graphicFrameMkLst>
        </pc:graphicFrameChg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1101114310" sldId="313"/>
        </pc:sldMkLst>
      </pc:sldChg>
      <pc:sldChg chg="addSp delSp modSp add mod">
        <pc:chgData name="Leon Jaramillo" userId="321a0b15-1a72-4f8d-82e4-28f1422037ee" providerId="ADAL" clId="{AFE2C3AB-E117-452B-AD1D-FC2C26679A3F}" dt="2026-04-22T01:32:02.733" v="932" actId="22"/>
        <pc:sldMkLst>
          <pc:docMk/>
          <pc:sldMk cId="4181022189" sldId="313"/>
        </pc:sldMkLst>
        <pc:spChg chg="del mod">
          <ac:chgData name="Leon Jaramillo" userId="321a0b15-1a72-4f8d-82e4-28f1422037ee" providerId="ADAL" clId="{AFE2C3AB-E117-452B-AD1D-FC2C26679A3F}" dt="2026-04-22T01:32:02.733" v="932" actId="22"/>
          <ac:spMkLst>
            <pc:docMk/>
            <pc:sldMk cId="4181022189" sldId="313"/>
            <ac:spMk id="2" creationId="{2AA61B5B-FFCD-A164-DA8D-735E16C27F69}"/>
          </ac:spMkLst>
        </pc:spChg>
        <pc:spChg chg="mod">
          <ac:chgData name="Leon Jaramillo" userId="321a0b15-1a72-4f8d-82e4-28f1422037ee" providerId="ADAL" clId="{AFE2C3AB-E117-452B-AD1D-FC2C26679A3F}" dt="2026-04-22T01:28:09.689" v="930" actId="12"/>
          <ac:spMkLst>
            <pc:docMk/>
            <pc:sldMk cId="4181022189" sldId="313"/>
            <ac:spMk id="3" creationId="{8254C951-ECEC-0B34-89DF-2CF7C01CDCFE}"/>
          </ac:spMkLst>
        </pc:spChg>
        <pc:spChg chg="mod">
          <ac:chgData name="Leon Jaramillo" userId="321a0b15-1a72-4f8d-82e4-28f1422037ee" providerId="ADAL" clId="{AFE2C3AB-E117-452B-AD1D-FC2C26679A3F}" dt="2026-04-22T01:26:53.857" v="920" actId="14100"/>
          <ac:spMkLst>
            <pc:docMk/>
            <pc:sldMk cId="4181022189" sldId="313"/>
            <ac:spMk id="5" creationId="{BAE15E1E-AAFC-39EF-821F-ECC74B8A068A}"/>
          </ac:spMkLst>
        </pc:spChg>
        <pc:picChg chg="add mod ord">
          <ac:chgData name="Leon Jaramillo" userId="321a0b15-1a72-4f8d-82e4-28f1422037ee" providerId="ADAL" clId="{AFE2C3AB-E117-452B-AD1D-FC2C26679A3F}" dt="2026-04-22T01:32:02.733" v="932" actId="22"/>
          <ac:picMkLst>
            <pc:docMk/>
            <pc:sldMk cId="4181022189" sldId="313"/>
            <ac:picMk id="8" creationId="{050D4DB4-BF2E-4C20-5DEF-253AA8132A1F}"/>
          </ac:picMkLst>
        </pc:picChg>
      </pc:sldChg>
      <pc:sldChg chg="modSp new mod">
        <pc:chgData name="Leon Jaramillo" userId="321a0b15-1a72-4f8d-82e4-28f1422037ee" providerId="ADAL" clId="{AFE2C3AB-E117-452B-AD1D-FC2C26679A3F}" dt="2026-04-22T20:31:06.996" v="1542" actId="20577"/>
        <pc:sldMkLst>
          <pc:docMk/>
          <pc:sldMk cId="1231726971" sldId="314"/>
        </pc:sldMkLst>
        <pc:spChg chg="mod">
          <ac:chgData name="Leon Jaramillo" userId="321a0b15-1a72-4f8d-82e4-28f1422037ee" providerId="ADAL" clId="{AFE2C3AB-E117-452B-AD1D-FC2C26679A3F}" dt="2026-04-22T02:46:38.660" v="1528" actId="113"/>
          <ac:spMkLst>
            <pc:docMk/>
            <pc:sldMk cId="1231726971" sldId="314"/>
            <ac:spMk id="2" creationId="{B796B8BC-932A-ACCF-FE90-22F50E316ACC}"/>
          </ac:spMkLst>
        </pc:spChg>
        <pc:spChg chg="mod">
          <ac:chgData name="Leon Jaramillo" userId="321a0b15-1a72-4f8d-82e4-28f1422037ee" providerId="ADAL" clId="{AFE2C3AB-E117-452B-AD1D-FC2C26679A3F}" dt="2026-04-22T20:31:06.996" v="1542" actId="20577"/>
          <ac:spMkLst>
            <pc:docMk/>
            <pc:sldMk cId="1231726971" sldId="314"/>
            <ac:spMk id="3" creationId="{B8D51356-4E83-D69D-2F4B-3D9DADD0038A}"/>
          </ac:spMkLst>
        </pc:spChg>
        <pc:spChg chg="mod">
          <ac:chgData name="Leon Jaramillo" userId="321a0b15-1a72-4f8d-82e4-28f1422037ee" providerId="ADAL" clId="{AFE2C3AB-E117-452B-AD1D-FC2C26679A3F}" dt="2026-04-22T02:43:09.186" v="1385" actId="14100"/>
          <ac:spMkLst>
            <pc:docMk/>
            <pc:sldMk cId="1231726971" sldId="314"/>
            <ac:spMk id="5" creationId="{504D7C87-9931-8301-F6EB-0C6DD248D775}"/>
          </ac:spMkLst>
        </pc:spChg>
      </pc:sldChg>
      <pc:sldChg chg="addSp delSp modSp new mod ord modClrScheme chgLayout">
        <pc:chgData name="Leon Jaramillo" userId="321a0b15-1a72-4f8d-82e4-28f1422037ee" providerId="ADAL" clId="{AFE2C3AB-E117-452B-AD1D-FC2C26679A3F}" dt="2026-04-22T20:37:47.631" v="1731" actId="1076"/>
        <pc:sldMkLst>
          <pc:docMk/>
          <pc:sldMk cId="3192785288" sldId="315"/>
        </pc:sldMkLst>
        <pc:spChg chg="del mod ord">
          <ac:chgData name="Leon Jaramillo" userId="321a0b15-1a72-4f8d-82e4-28f1422037ee" providerId="ADAL" clId="{AFE2C3AB-E117-452B-AD1D-FC2C26679A3F}" dt="2026-04-22T20:31:57.606" v="1545" actId="700"/>
          <ac:spMkLst>
            <pc:docMk/>
            <pc:sldMk cId="3192785288" sldId="315"/>
            <ac:spMk id="2" creationId="{26A1CAC1-2BCF-1562-9E85-F316C05BFDAA}"/>
          </ac:spMkLst>
        </pc:spChg>
        <pc:spChg chg="mod ord">
          <ac:chgData name="Leon Jaramillo" userId="321a0b15-1a72-4f8d-82e4-28f1422037ee" providerId="ADAL" clId="{AFE2C3AB-E117-452B-AD1D-FC2C26679A3F}" dt="2026-04-22T20:32:16.338" v="1546" actId="700"/>
          <ac:spMkLst>
            <pc:docMk/>
            <pc:sldMk cId="3192785288" sldId="315"/>
            <ac:spMk id="3" creationId="{7F6482F1-BD34-3730-FEC0-35D85E10B266}"/>
          </ac:spMkLst>
        </pc:spChg>
        <pc:spChg chg="mod ord">
          <ac:chgData name="Leon Jaramillo" userId="321a0b15-1a72-4f8d-82e4-28f1422037ee" providerId="ADAL" clId="{AFE2C3AB-E117-452B-AD1D-FC2C26679A3F}" dt="2026-04-22T20:32:16.338" v="1546" actId="700"/>
          <ac:spMkLst>
            <pc:docMk/>
            <pc:sldMk cId="3192785288" sldId="315"/>
            <ac:spMk id="4" creationId="{ECCF3C6E-5C2A-9286-DFFD-04C3573B2CC2}"/>
          </ac:spMkLst>
        </pc:spChg>
        <pc:spChg chg="mod">
          <ac:chgData name="Leon Jaramillo" userId="321a0b15-1a72-4f8d-82e4-28f1422037ee" providerId="ADAL" clId="{AFE2C3AB-E117-452B-AD1D-FC2C26679A3F}" dt="2026-04-22T20:30:50.104" v="1540" actId="20577"/>
          <ac:spMkLst>
            <pc:docMk/>
            <pc:sldMk cId="3192785288" sldId="315"/>
            <ac:spMk id="5" creationId="{4639EB5E-C58B-4C0B-F3FB-4A11966B8247}"/>
          </ac:spMkLst>
        </pc:spChg>
        <pc:spChg chg="add del mod ord">
          <ac:chgData name="Leon Jaramillo" userId="321a0b15-1a72-4f8d-82e4-28f1422037ee" providerId="ADAL" clId="{AFE2C3AB-E117-452B-AD1D-FC2C26679A3F}" dt="2026-04-22T20:32:16.338" v="1546" actId="700"/>
          <ac:spMkLst>
            <pc:docMk/>
            <pc:sldMk cId="3192785288" sldId="315"/>
            <ac:spMk id="7" creationId="{6D0C4C98-AA8A-C83E-DB9C-EBC655A560EC}"/>
          </ac:spMkLst>
        </pc:spChg>
        <pc:spChg chg="add del mod ord">
          <ac:chgData name="Leon Jaramillo" userId="321a0b15-1a72-4f8d-82e4-28f1422037ee" providerId="ADAL" clId="{AFE2C3AB-E117-452B-AD1D-FC2C26679A3F}" dt="2026-04-22T20:32:16.338" v="1546" actId="700"/>
          <ac:spMkLst>
            <pc:docMk/>
            <pc:sldMk cId="3192785288" sldId="315"/>
            <ac:spMk id="9" creationId="{35DB7429-DCD3-194C-652D-918A547D1629}"/>
          </ac:spMkLst>
        </pc:spChg>
        <pc:spChg chg="add del mod ord">
          <ac:chgData name="Leon Jaramillo" userId="321a0b15-1a72-4f8d-82e4-28f1422037ee" providerId="ADAL" clId="{AFE2C3AB-E117-452B-AD1D-FC2C26679A3F}" dt="2026-04-22T20:32:16.338" v="1546" actId="700"/>
          <ac:spMkLst>
            <pc:docMk/>
            <pc:sldMk cId="3192785288" sldId="315"/>
            <ac:spMk id="10" creationId="{B88DFBA5-7DB8-5FF6-FF90-B6C6024D90F7}"/>
          </ac:spMkLst>
        </pc:spChg>
        <pc:spChg chg="add del mod ord">
          <ac:chgData name="Leon Jaramillo" userId="321a0b15-1a72-4f8d-82e4-28f1422037ee" providerId="ADAL" clId="{AFE2C3AB-E117-452B-AD1D-FC2C26679A3F}" dt="2026-04-22T20:32:16.338" v="1546" actId="700"/>
          <ac:spMkLst>
            <pc:docMk/>
            <pc:sldMk cId="3192785288" sldId="315"/>
            <ac:spMk id="12" creationId="{19CF0CC1-F23C-7CAC-3E91-45891952559B}"/>
          </ac:spMkLst>
        </pc:spChg>
        <pc:spChg chg="add del mod ord">
          <ac:chgData name="Leon Jaramillo" userId="321a0b15-1a72-4f8d-82e4-28f1422037ee" providerId="ADAL" clId="{AFE2C3AB-E117-452B-AD1D-FC2C26679A3F}" dt="2026-04-22T20:32:16.338" v="1546" actId="700"/>
          <ac:spMkLst>
            <pc:docMk/>
            <pc:sldMk cId="3192785288" sldId="315"/>
            <ac:spMk id="13" creationId="{40F54341-FC0C-D8F1-B1B5-55BEB4DD04C2}"/>
          </ac:spMkLst>
        </pc:spChg>
        <pc:spChg chg="add mod ord">
          <ac:chgData name="Leon Jaramillo" userId="321a0b15-1a72-4f8d-82e4-28f1422037ee" providerId="ADAL" clId="{AFE2C3AB-E117-452B-AD1D-FC2C26679A3F}" dt="2026-04-22T20:31:57.606" v="1545" actId="700"/>
          <ac:spMkLst>
            <pc:docMk/>
            <pc:sldMk cId="3192785288" sldId="315"/>
            <ac:spMk id="15" creationId="{82A53F86-9AA3-2FCD-8559-6CF0E0F2440E}"/>
          </ac:spMkLst>
        </pc:spChg>
        <pc:spChg chg="add del mod ord">
          <ac:chgData name="Leon Jaramillo" userId="321a0b15-1a72-4f8d-82e4-28f1422037ee" providerId="ADAL" clId="{AFE2C3AB-E117-452B-AD1D-FC2C26679A3F}" dt="2026-04-22T20:32:16.338" v="1546" actId="700"/>
          <ac:spMkLst>
            <pc:docMk/>
            <pc:sldMk cId="3192785288" sldId="315"/>
            <ac:spMk id="16" creationId="{C535F201-C9E8-87A6-1A24-923581321A22}"/>
          </ac:spMkLst>
        </pc:spChg>
        <pc:spChg chg="add mod ord">
          <ac:chgData name="Leon Jaramillo" userId="321a0b15-1a72-4f8d-82e4-28f1422037ee" providerId="ADAL" clId="{AFE2C3AB-E117-452B-AD1D-FC2C26679A3F}" dt="2026-04-22T20:32:58.261" v="1597" actId="14100"/>
          <ac:spMkLst>
            <pc:docMk/>
            <pc:sldMk cId="3192785288" sldId="315"/>
            <ac:spMk id="17" creationId="{34CF7353-66E4-AF65-1561-42C8A9868AE7}"/>
          </ac:spMkLst>
        </pc:spChg>
        <pc:spChg chg="add mod ord">
          <ac:chgData name="Leon Jaramillo" userId="321a0b15-1a72-4f8d-82e4-28f1422037ee" providerId="ADAL" clId="{AFE2C3AB-E117-452B-AD1D-FC2C26679A3F}" dt="2026-04-22T20:34:51.186" v="1718" actId="113"/>
          <ac:spMkLst>
            <pc:docMk/>
            <pc:sldMk cId="3192785288" sldId="315"/>
            <ac:spMk id="18" creationId="{EF5FCC44-E35E-3462-0104-87EF821365D3}"/>
          </ac:spMkLst>
        </pc:spChg>
        <pc:spChg chg="mod">
          <ac:chgData name="Leon Jaramillo" userId="321a0b15-1a72-4f8d-82e4-28f1422037ee" providerId="ADAL" clId="{AFE2C3AB-E117-452B-AD1D-FC2C26679A3F}" dt="2026-04-22T20:34:53.198" v="1719" actId="113"/>
          <ac:spMkLst>
            <pc:docMk/>
            <pc:sldMk cId="3192785288" sldId="315"/>
            <ac:spMk id="19" creationId="{55BE433E-90DC-21E2-51EA-DA27447B4D92}"/>
          </ac:spMkLst>
        </pc:spChg>
        <pc:picChg chg="add mod">
          <ac:chgData name="Leon Jaramillo" userId="321a0b15-1a72-4f8d-82e4-28f1422037ee" providerId="ADAL" clId="{AFE2C3AB-E117-452B-AD1D-FC2C26679A3F}" dt="2026-04-22T20:37:47.631" v="1731" actId="1076"/>
          <ac:picMkLst>
            <pc:docMk/>
            <pc:sldMk cId="3192785288" sldId="315"/>
            <ac:picMk id="21" creationId="{1A0863B4-023D-B2FD-28A0-D0DE1B382A64}"/>
          </ac:picMkLst>
        </pc:picChg>
        <pc:picChg chg="add mod">
          <ac:chgData name="Leon Jaramillo" userId="321a0b15-1a72-4f8d-82e4-28f1422037ee" providerId="ADAL" clId="{AFE2C3AB-E117-452B-AD1D-FC2C26679A3F}" dt="2026-04-22T20:37:03.572" v="1728" actId="1076"/>
          <ac:picMkLst>
            <pc:docMk/>
            <pc:sldMk cId="3192785288" sldId="315"/>
            <ac:picMk id="1026" creationId="{8006C145-4607-6926-236B-461C910DB887}"/>
          </ac:picMkLst>
        </pc:picChg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3170624106" sldId="2147483641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198889243" sldId="2147483642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0" sldId="2147483643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3177556075" sldId="2147483644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3170512005" sldId="2147483646"/>
        </pc:sldMkLst>
      </pc:sldChg>
      <pc:sldChg chg="del">
        <pc:chgData name="Leon Jaramillo" userId="321a0b15-1a72-4f8d-82e4-28f1422037ee" providerId="ADAL" clId="{AFE2C3AB-E117-452B-AD1D-FC2C26679A3F}" dt="2026-04-21T20:15:21.418" v="224" actId="47"/>
        <pc:sldMkLst>
          <pc:docMk/>
          <pc:sldMk cId="2209535092" sldId="2147483647"/>
        </pc:sldMkLst>
      </pc:sldChg>
      <pc:sldMasterChg chg="delSldLayout">
        <pc:chgData name="Leon Jaramillo" userId="321a0b15-1a72-4f8d-82e4-28f1422037ee" providerId="ADAL" clId="{AFE2C3AB-E117-452B-AD1D-FC2C26679A3F}" dt="2026-04-21T20:15:21.418" v="224" actId="47"/>
        <pc:sldMasterMkLst>
          <pc:docMk/>
          <pc:sldMasterMk cId="2756666381" sldId="2147483663"/>
        </pc:sldMasterMkLst>
        <pc:sldLayoutChg chg="del">
          <pc:chgData name="Leon Jaramillo" userId="321a0b15-1a72-4f8d-82e4-28f1422037ee" providerId="ADAL" clId="{AFE2C3AB-E117-452B-AD1D-FC2C26679A3F}" dt="2026-04-21T20:15:21.418" v="224" actId="47"/>
          <pc:sldLayoutMkLst>
            <pc:docMk/>
            <pc:sldMasterMk cId="2756666381" sldId="2147483663"/>
            <pc:sldLayoutMk cId="3870169067" sldId="2147483668"/>
          </pc:sldLayoutMkLst>
        </pc:sldLayoutChg>
        <pc:sldLayoutChg chg="del">
          <pc:chgData name="Leon Jaramillo" userId="321a0b15-1a72-4f8d-82e4-28f1422037ee" providerId="ADAL" clId="{AFE2C3AB-E117-452B-AD1D-FC2C26679A3F}" dt="2026-04-21T20:15:21.418" v="224" actId="47"/>
          <pc:sldLayoutMkLst>
            <pc:docMk/>
            <pc:sldMasterMk cId="2756666381" sldId="2147483663"/>
            <pc:sldLayoutMk cId="1575116394" sldId="2147483677"/>
          </pc:sldLayoutMkLst>
        </pc:sldLayoutChg>
        <pc:sldLayoutChg chg="del">
          <pc:chgData name="Leon Jaramillo" userId="321a0b15-1a72-4f8d-82e4-28f1422037ee" providerId="ADAL" clId="{AFE2C3AB-E117-452B-AD1D-FC2C26679A3F}" dt="2026-04-21T20:15:21.418" v="224" actId="47"/>
          <pc:sldLayoutMkLst>
            <pc:docMk/>
            <pc:sldMasterMk cId="2756666381" sldId="2147483663"/>
            <pc:sldLayoutMk cId="532069" sldId="2147483694"/>
          </pc:sldLayoutMkLst>
        </pc:sldLayoutChg>
      </pc:sldMaster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57BB69-77B3-4A38-AFCA-7ADB9327B424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1CC4E8-1223-4C07-9D21-2E5E4EDA86C6}">
      <dgm:prSet phldrT="[Text]"/>
      <dgm:spPr/>
      <dgm:t>
        <a:bodyPr/>
        <a:lstStyle/>
        <a:p>
          <a:pPr>
            <a:buNone/>
          </a:pPr>
          <a:r>
            <a:rPr lang="en-US" b="1" dirty="0"/>
            <a:t>More teams can use GPUs now</a:t>
          </a:r>
          <a:endParaRPr lang="en-US" dirty="0"/>
        </a:p>
      </dgm:t>
    </dgm:pt>
    <dgm:pt modelId="{C764BD28-0AB1-4987-BB6C-A0065BAC961B}" type="parTrans" cxnId="{03186089-C88C-4B7C-A230-DF8CE676352A}">
      <dgm:prSet/>
      <dgm:spPr/>
      <dgm:t>
        <a:bodyPr/>
        <a:lstStyle/>
        <a:p>
          <a:endParaRPr lang="en-US"/>
        </a:p>
      </dgm:t>
    </dgm:pt>
    <dgm:pt modelId="{7B9E521E-15E0-49B5-B19A-9513D7DF02BC}" type="sibTrans" cxnId="{03186089-C88C-4B7C-A230-DF8CE676352A}">
      <dgm:prSet/>
      <dgm:spPr/>
      <dgm:t>
        <a:bodyPr/>
        <a:lstStyle/>
        <a:p>
          <a:endParaRPr lang="en-US"/>
        </a:p>
      </dgm:t>
    </dgm:pt>
    <dgm:pt modelId="{24A16CDB-4593-4900-AB8E-8A7940E2877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GPUs are more accessible than before </a:t>
          </a:r>
        </a:p>
      </dgm:t>
    </dgm:pt>
    <dgm:pt modelId="{5F4D12BE-3AA0-4BC0-BFC1-126C2CF86EEA}" type="parTrans" cxnId="{F9800EB5-F1DA-4125-90B2-7428802AB032}">
      <dgm:prSet/>
      <dgm:spPr/>
      <dgm:t>
        <a:bodyPr/>
        <a:lstStyle/>
        <a:p>
          <a:endParaRPr lang="en-US"/>
        </a:p>
      </dgm:t>
    </dgm:pt>
    <dgm:pt modelId="{DFC66EE0-103B-4503-B3C6-575DBD1356F4}" type="sibTrans" cxnId="{F9800EB5-F1DA-4125-90B2-7428802AB032}">
      <dgm:prSet/>
      <dgm:spPr/>
      <dgm:t>
        <a:bodyPr/>
        <a:lstStyle/>
        <a:p>
          <a:endParaRPr lang="en-US"/>
        </a:p>
      </dgm:t>
    </dgm:pt>
    <dgm:pt modelId="{45187C04-7643-45EB-8F43-90E3B44A9DC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Cloud and </a:t>
          </a:r>
          <a:r>
            <a:rPr lang="en-US" dirty="0" err="1"/>
            <a:t>Colab</a:t>
          </a:r>
          <a:r>
            <a:rPr lang="en-US" dirty="0"/>
            <a:t>-style environments reduce the barrier </a:t>
          </a:r>
        </a:p>
      </dgm:t>
    </dgm:pt>
    <dgm:pt modelId="{30EA1FCF-9976-48F4-9F89-67D7138512D6}" type="parTrans" cxnId="{4ED77B96-AC5E-4EF8-9C98-1309F338EE07}">
      <dgm:prSet/>
      <dgm:spPr/>
      <dgm:t>
        <a:bodyPr/>
        <a:lstStyle/>
        <a:p>
          <a:endParaRPr lang="en-US"/>
        </a:p>
      </dgm:t>
    </dgm:pt>
    <dgm:pt modelId="{A3A1BE38-B0CE-43B0-A928-B0EC30D37675}" type="sibTrans" cxnId="{4ED77B96-AC5E-4EF8-9C98-1309F338EE07}">
      <dgm:prSet/>
      <dgm:spPr/>
      <dgm:t>
        <a:bodyPr/>
        <a:lstStyle/>
        <a:p>
          <a:endParaRPr lang="en-US"/>
        </a:p>
      </dgm:t>
    </dgm:pt>
    <dgm:pt modelId="{3F4206EE-F911-4248-89B0-82E0C2E8A8D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Python users can benefit without starting from CUDA C++ </a:t>
          </a:r>
        </a:p>
      </dgm:t>
    </dgm:pt>
    <dgm:pt modelId="{0C98EA94-B336-4FA1-B3A8-DD1816A221B7}" type="parTrans" cxnId="{8125BD3C-B243-4D0A-AA49-0E9CEB7F4110}">
      <dgm:prSet/>
      <dgm:spPr/>
      <dgm:t>
        <a:bodyPr/>
        <a:lstStyle/>
        <a:p>
          <a:endParaRPr lang="en-US"/>
        </a:p>
      </dgm:t>
    </dgm:pt>
    <dgm:pt modelId="{63A43AF5-51F3-4DBF-8F07-696C2206C737}" type="sibTrans" cxnId="{8125BD3C-B243-4D0A-AA49-0E9CEB7F4110}">
      <dgm:prSet/>
      <dgm:spPr/>
      <dgm:t>
        <a:bodyPr/>
        <a:lstStyle/>
        <a:p>
          <a:endParaRPr lang="en-US"/>
        </a:p>
      </dgm:t>
    </dgm:pt>
    <dgm:pt modelId="{240569AF-8735-44BC-AC2F-CCF6454B82C1}">
      <dgm:prSet/>
      <dgm:spPr/>
      <dgm:t>
        <a:bodyPr/>
        <a:lstStyle/>
        <a:p>
          <a:pPr>
            <a:buNone/>
          </a:pPr>
          <a:r>
            <a:rPr lang="en-US" b="1" dirty="0"/>
            <a:t>Modern workloads changed</a:t>
          </a:r>
          <a:endParaRPr lang="en-US" dirty="0"/>
        </a:p>
      </dgm:t>
    </dgm:pt>
    <dgm:pt modelId="{B42473BE-7488-4428-89B2-EEC70B6AC190}" type="parTrans" cxnId="{8B120A1B-0F61-44CF-A7E9-A201A6D86D86}">
      <dgm:prSet/>
      <dgm:spPr/>
      <dgm:t>
        <a:bodyPr/>
        <a:lstStyle/>
        <a:p>
          <a:endParaRPr lang="en-US"/>
        </a:p>
      </dgm:t>
    </dgm:pt>
    <dgm:pt modelId="{BFD3E3AD-397D-4C98-8DCA-87863368BD94}" type="sibTrans" cxnId="{8B120A1B-0F61-44CF-A7E9-A201A6D86D86}">
      <dgm:prSet/>
      <dgm:spPr/>
      <dgm:t>
        <a:bodyPr/>
        <a:lstStyle/>
        <a:p>
          <a:endParaRPr lang="en-US"/>
        </a:p>
      </dgm:t>
    </dgm:pt>
    <dgm:pt modelId="{07E14476-7DB7-43C5-A509-35A6FCC0862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AI and data workloads keep growing </a:t>
          </a:r>
        </a:p>
      </dgm:t>
    </dgm:pt>
    <dgm:pt modelId="{0395E350-C7D9-40EC-971B-FDC5A1097F43}" type="parTrans" cxnId="{1F331930-4940-436C-B5D9-25224E13A471}">
      <dgm:prSet/>
      <dgm:spPr/>
      <dgm:t>
        <a:bodyPr/>
        <a:lstStyle/>
        <a:p>
          <a:endParaRPr lang="en-US"/>
        </a:p>
      </dgm:t>
    </dgm:pt>
    <dgm:pt modelId="{777F7A81-6333-43F5-95CA-18BF44CD9C9E}" type="sibTrans" cxnId="{1F331930-4940-436C-B5D9-25224E13A471}">
      <dgm:prSet/>
      <dgm:spPr/>
      <dgm:t>
        <a:bodyPr/>
        <a:lstStyle/>
        <a:p>
          <a:endParaRPr lang="en-US"/>
        </a:p>
      </dgm:t>
    </dgm:pt>
    <dgm:pt modelId="{E7CB5386-95B5-4A36-8360-58357E85A74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Many tasks are numeric and parallel </a:t>
          </a:r>
        </a:p>
      </dgm:t>
    </dgm:pt>
    <dgm:pt modelId="{27E43D10-FA67-4530-8461-916365112C92}" type="parTrans" cxnId="{7F94D1EB-FFF1-4906-AF07-EA9D904E57DB}">
      <dgm:prSet/>
      <dgm:spPr/>
      <dgm:t>
        <a:bodyPr/>
        <a:lstStyle/>
        <a:p>
          <a:endParaRPr lang="en-US"/>
        </a:p>
      </dgm:t>
    </dgm:pt>
    <dgm:pt modelId="{2A5017C0-4543-4338-BF6D-DA5F13A10CD4}" type="sibTrans" cxnId="{7F94D1EB-FFF1-4906-AF07-EA9D904E57DB}">
      <dgm:prSet/>
      <dgm:spPr/>
      <dgm:t>
        <a:bodyPr/>
        <a:lstStyle/>
        <a:p>
          <a:endParaRPr lang="en-US"/>
        </a:p>
      </dgm:t>
    </dgm:pt>
    <dgm:pt modelId="{4F876A41-62D2-4FA3-AF1F-F17115B1B8D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Performance and experimentation speed matter more </a:t>
          </a:r>
        </a:p>
      </dgm:t>
    </dgm:pt>
    <dgm:pt modelId="{FFBDDCB6-CCCE-4BDC-A0B3-44C937D34719}" type="parTrans" cxnId="{B5CCF6BE-1DC2-495E-9179-B68DE90D464F}">
      <dgm:prSet/>
      <dgm:spPr/>
      <dgm:t>
        <a:bodyPr/>
        <a:lstStyle/>
        <a:p>
          <a:endParaRPr lang="en-US"/>
        </a:p>
      </dgm:t>
    </dgm:pt>
    <dgm:pt modelId="{661DA453-CF2F-4F23-A04F-6F56F8563B17}" type="sibTrans" cxnId="{B5CCF6BE-1DC2-495E-9179-B68DE90D464F}">
      <dgm:prSet/>
      <dgm:spPr/>
      <dgm:t>
        <a:bodyPr/>
        <a:lstStyle/>
        <a:p>
          <a:endParaRPr lang="en-US"/>
        </a:p>
      </dgm:t>
    </dgm:pt>
    <dgm:pt modelId="{A7F9A06E-B05D-47BE-AE79-2E86FDF9A6B7}">
      <dgm:prSet/>
      <dgm:spPr/>
      <dgm:t>
        <a:bodyPr/>
        <a:lstStyle/>
        <a:p>
          <a:pPr>
            <a:buNone/>
          </a:pPr>
          <a:r>
            <a:rPr lang="en-US" b="1" dirty="0"/>
            <a:t>But CPU still matters</a:t>
          </a:r>
          <a:endParaRPr lang="en-US" dirty="0"/>
        </a:p>
      </dgm:t>
    </dgm:pt>
    <dgm:pt modelId="{3A5C8660-F05A-4847-A4DF-C38F8EF69F09}" type="parTrans" cxnId="{EA973B4B-8DAC-49FC-B852-5351454B87FE}">
      <dgm:prSet/>
      <dgm:spPr/>
      <dgm:t>
        <a:bodyPr/>
        <a:lstStyle/>
        <a:p>
          <a:endParaRPr lang="en-US"/>
        </a:p>
      </dgm:t>
    </dgm:pt>
    <dgm:pt modelId="{10FFAC60-C470-42D2-84E7-C4FF2DBADE7A}" type="sibTrans" cxnId="{EA973B4B-8DAC-49FC-B852-5351454B87FE}">
      <dgm:prSet/>
      <dgm:spPr/>
      <dgm:t>
        <a:bodyPr/>
        <a:lstStyle/>
        <a:p>
          <a:endParaRPr lang="en-US"/>
        </a:p>
      </dgm:t>
    </dgm:pt>
    <dgm:pt modelId="{7D123460-7326-4FEC-9D8E-15F02B8C325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Not every workload benefits from a GPU </a:t>
          </a:r>
        </a:p>
      </dgm:t>
    </dgm:pt>
    <dgm:pt modelId="{F23EF72B-FF47-46BA-844D-07129835D007}" type="parTrans" cxnId="{5C499055-95A8-436C-8E8C-CD442A37EA62}">
      <dgm:prSet/>
      <dgm:spPr/>
      <dgm:t>
        <a:bodyPr/>
        <a:lstStyle/>
        <a:p>
          <a:endParaRPr lang="en-US"/>
        </a:p>
      </dgm:t>
    </dgm:pt>
    <dgm:pt modelId="{642C0A6E-CCEB-4232-95D2-0845A22CF4E8}" type="sibTrans" cxnId="{5C499055-95A8-436C-8E8C-CD442A37EA62}">
      <dgm:prSet/>
      <dgm:spPr/>
      <dgm:t>
        <a:bodyPr/>
        <a:lstStyle/>
        <a:p>
          <a:endParaRPr lang="en-US"/>
        </a:p>
      </dgm:t>
    </dgm:pt>
    <dgm:pt modelId="{05139025-5B67-4636-B841-EC3D6BBE050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Transfer overhead and memory constraints matter </a:t>
          </a:r>
        </a:p>
      </dgm:t>
    </dgm:pt>
    <dgm:pt modelId="{C570A237-0561-4A93-AEF3-7C51B9E9420F}" type="parTrans" cxnId="{D484C27C-6D67-4DAD-86E6-3FE124E13187}">
      <dgm:prSet/>
      <dgm:spPr/>
      <dgm:t>
        <a:bodyPr/>
        <a:lstStyle/>
        <a:p>
          <a:endParaRPr lang="en-US"/>
        </a:p>
      </dgm:t>
    </dgm:pt>
    <dgm:pt modelId="{C9E73EF8-2872-4D96-944C-110CF201B3E4}" type="sibTrans" cxnId="{D484C27C-6D67-4DAD-86E6-3FE124E13187}">
      <dgm:prSet/>
      <dgm:spPr/>
      <dgm:t>
        <a:bodyPr/>
        <a:lstStyle/>
        <a:p>
          <a:endParaRPr lang="en-US"/>
        </a:p>
      </dgm:t>
    </dgm:pt>
    <dgm:pt modelId="{EF9BBAD0-3E98-4898-A76C-77918FB1DE4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The real question is: </a:t>
          </a:r>
          <a:r>
            <a:rPr lang="en-US" b="1" dirty="0"/>
            <a:t>which processor fits the workload?</a:t>
          </a:r>
          <a:endParaRPr lang="en-US" dirty="0"/>
        </a:p>
      </dgm:t>
    </dgm:pt>
    <dgm:pt modelId="{E175393F-B6FC-401D-9449-3D7F21BD7BAB}" type="parTrans" cxnId="{6A30E428-D867-445A-8508-09793FF218CA}">
      <dgm:prSet/>
      <dgm:spPr/>
      <dgm:t>
        <a:bodyPr/>
        <a:lstStyle/>
        <a:p>
          <a:endParaRPr lang="en-US"/>
        </a:p>
      </dgm:t>
    </dgm:pt>
    <dgm:pt modelId="{8C9C9716-70B2-47D5-95FB-AC912E7C844B}" type="sibTrans" cxnId="{6A30E428-D867-445A-8508-09793FF218CA}">
      <dgm:prSet/>
      <dgm:spPr/>
      <dgm:t>
        <a:bodyPr/>
        <a:lstStyle/>
        <a:p>
          <a:endParaRPr lang="en-US"/>
        </a:p>
      </dgm:t>
    </dgm:pt>
    <dgm:pt modelId="{70073CC0-BAD1-4EFF-9CDC-4CACE2FF704A}" type="pres">
      <dgm:prSet presAssocID="{1D57BB69-77B3-4A38-AFCA-7ADB9327B424}" presName="linearFlow" presStyleCnt="0">
        <dgm:presLayoutVars>
          <dgm:dir/>
          <dgm:animLvl val="lvl"/>
          <dgm:resizeHandles val="exact"/>
        </dgm:presLayoutVars>
      </dgm:prSet>
      <dgm:spPr/>
    </dgm:pt>
    <dgm:pt modelId="{8F4595B9-7A23-4167-9B57-997B92EA16FB}" type="pres">
      <dgm:prSet presAssocID="{C11CC4E8-1223-4C07-9D21-2E5E4EDA86C6}" presName="composite" presStyleCnt="0"/>
      <dgm:spPr/>
    </dgm:pt>
    <dgm:pt modelId="{0DC0AA04-2A15-4BAD-B959-E7FD5ACCE1F1}" type="pres">
      <dgm:prSet presAssocID="{C11CC4E8-1223-4C07-9D21-2E5E4EDA86C6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4CA3811-8DC4-46B0-A843-2B66EB8EB37A}" type="pres">
      <dgm:prSet presAssocID="{C11CC4E8-1223-4C07-9D21-2E5E4EDA86C6}" presName="parSh" presStyleLbl="node1" presStyleIdx="0" presStyleCnt="3"/>
      <dgm:spPr/>
    </dgm:pt>
    <dgm:pt modelId="{928858FA-9DAB-40E2-9951-12F4144A6709}" type="pres">
      <dgm:prSet presAssocID="{C11CC4E8-1223-4C07-9D21-2E5E4EDA86C6}" presName="desTx" presStyleLbl="fgAcc1" presStyleIdx="0" presStyleCnt="3">
        <dgm:presLayoutVars>
          <dgm:bulletEnabled val="1"/>
        </dgm:presLayoutVars>
      </dgm:prSet>
      <dgm:spPr/>
    </dgm:pt>
    <dgm:pt modelId="{34D33C2F-7545-4887-965B-BB2BCF3611CE}" type="pres">
      <dgm:prSet presAssocID="{7B9E521E-15E0-49B5-B19A-9513D7DF02BC}" presName="sibTrans" presStyleLbl="sibTrans2D1" presStyleIdx="0" presStyleCnt="2"/>
      <dgm:spPr/>
    </dgm:pt>
    <dgm:pt modelId="{84245328-A23A-4B0B-A25A-03C5DAF939CB}" type="pres">
      <dgm:prSet presAssocID="{7B9E521E-15E0-49B5-B19A-9513D7DF02BC}" presName="connTx" presStyleLbl="sibTrans2D1" presStyleIdx="0" presStyleCnt="2"/>
      <dgm:spPr/>
    </dgm:pt>
    <dgm:pt modelId="{42D091A6-DEAF-450E-959C-C766EBF63900}" type="pres">
      <dgm:prSet presAssocID="{240569AF-8735-44BC-AC2F-CCF6454B82C1}" presName="composite" presStyleCnt="0"/>
      <dgm:spPr/>
    </dgm:pt>
    <dgm:pt modelId="{05F1A13F-D594-4C9F-A630-D24D40CEDDE5}" type="pres">
      <dgm:prSet presAssocID="{240569AF-8735-44BC-AC2F-CCF6454B82C1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686AB05-992C-4C95-B7A6-6AB8F3B9F0B2}" type="pres">
      <dgm:prSet presAssocID="{240569AF-8735-44BC-AC2F-CCF6454B82C1}" presName="parSh" presStyleLbl="node1" presStyleIdx="1" presStyleCnt="3"/>
      <dgm:spPr/>
    </dgm:pt>
    <dgm:pt modelId="{EDE4A585-7DC2-48CF-A069-E66E3348BCC8}" type="pres">
      <dgm:prSet presAssocID="{240569AF-8735-44BC-AC2F-CCF6454B82C1}" presName="desTx" presStyleLbl="fgAcc1" presStyleIdx="1" presStyleCnt="3">
        <dgm:presLayoutVars>
          <dgm:bulletEnabled val="1"/>
        </dgm:presLayoutVars>
      </dgm:prSet>
      <dgm:spPr/>
    </dgm:pt>
    <dgm:pt modelId="{204F3C8C-6B40-4E47-A32A-5982028B38A2}" type="pres">
      <dgm:prSet presAssocID="{BFD3E3AD-397D-4C98-8DCA-87863368BD94}" presName="sibTrans" presStyleLbl="sibTrans2D1" presStyleIdx="1" presStyleCnt="2"/>
      <dgm:spPr/>
    </dgm:pt>
    <dgm:pt modelId="{E9EE0F28-F091-4E9F-9529-631044AF6B6D}" type="pres">
      <dgm:prSet presAssocID="{BFD3E3AD-397D-4C98-8DCA-87863368BD94}" presName="connTx" presStyleLbl="sibTrans2D1" presStyleIdx="1" presStyleCnt="2"/>
      <dgm:spPr/>
    </dgm:pt>
    <dgm:pt modelId="{18B2F2DC-4781-4B4F-B83E-94AF1D8D18E4}" type="pres">
      <dgm:prSet presAssocID="{A7F9A06E-B05D-47BE-AE79-2E86FDF9A6B7}" presName="composite" presStyleCnt="0"/>
      <dgm:spPr/>
    </dgm:pt>
    <dgm:pt modelId="{12A5AD3C-C97A-4E75-9D27-0AA6615E9CA6}" type="pres">
      <dgm:prSet presAssocID="{A7F9A06E-B05D-47BE-AE79-2E86FDF9A6B7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B2D33AB-5ED8-4A79-8912-E246B15C0295}" type="pres">
      <dgm:prSet presAssocID="{A7F9A06E-B05D-47BE-AE79-2E86FDF9A6B7}" presName="parSh" presStyleLbl="node1" presStyleIdx="2" presStyleCnt="3"/>
      <dgm:spPr/>
    </dgm:pt>
    <dgm:pt modelId="{2439A6B9-BFAF-4096-8B01-8968CA89E399}" type="pres">
      <dgm:prSet presAssocID="{A7F9A06E-B05D-47BE-AE79-2E86FDF9A6B7}" presName="desTx" presStyleLbl="fgAcc1" presStyleIdx="2" presStyleCnt="3">
        <dgm:presLayoutVars>
          <dgm:bulletEnabled val="1"/>
        </dgm:presLayoutVars>
      </dgm:prSet>
      <dgm:spPr/>
    </dgm:pt>
  </dgm:ptLst>
  <dgm:cxnLst>
    <dgm:cxn modelId="{B1ECC80D-31E1-4309-B0C0-6C4B641F1924}" type="presOf" srcId="{24A16CDB-4593-4900-AB8E-8A7940E2877C}" destId="{928858FA-9DAB-40E2-9951-12F4144A6709}" srcOrd="0" destOrd="0" presId="urn:microsoft.com/office/officeart/2005/8/layout/process3"/>
    <dgm:cxn modelId="{7C6E100F-3663-477F-BD79-AB8FAEC7C14B}" type="presOf" srcId="{240569AF-8735-44BC-AC2F-CCF6454B82C1}" destId="{05F1A13F-D594-4C9F-A630-D24D40CEDDE5}" srcOrd="0" destOrd="0" presId="urn:microsoft.com/office/officeart/2005/8/layout/process3"/>
    <dgm:cxn modelId="{CD74A712-F6C7-4862-A71E-AF80F6E17AB6}" type="presOf" srcId="{7D123460-7326-4FEC-9D8E-15F02B8C325B}" destId="{2439A6B9-BFAF-4096-8B01-8968CA89E399}" srcOrd="0" destOrd="0" presId="urn:microsoft.com/office/officeart/2005/8/layout/process3"/>
    <dgm:cxn modelId="{8B120A1B-0F61-44CF-A7E9-A201A6D86D86}" srcId="{1D57BB69-77B3-4A38-AFCA-7ADB9327B424}" destId="{240569AF-8735-44BC-AC2F-CCF6454B82C1}" srcOrd="1" destOrd="0" parTransId="{B42473BE-7488-4428-89B2-EEC70B6AC190}" sibTransId="{BFD3E3AD-397D-4C98-8DCA-87863368BD94}"/>
    <dgm:cxn modelId="{6A30E428-D867-445A-8508-09793FF218CA}" srcId="{A7F9A06E-B05D-47BE-AE79-2E86FDF9A6B7}" destId="{EF9BBAD0-3E98-4898-A76C-77918FB1DE43}" srcOrd="2" destOrd="0" parTransId="{E175393F-B6FC-401D-9449-3D7F21BD7BAB}" sibTransId="{8C9C9716-70B2-47D5-95FB-AC912E7C844B}"/>
    <dgm:cxn modelId="{BC68C72E-41E3-400A-864F-7FB89BF38F76}" type="presOf" srcId="{C11CC4E8-1223-4C07-9D21-2E5E4EDA86C6}" destId="{0DC0AA04-2A15-4BAD-B959-E7FD5ACCE1F1}" srcOrd="0" destOrd="0" presId="urn:microsoft.com/office/officeart/2005/8/layout/process3"/>
    <dgm:cxn modelId="{1F331930-4940-436C-B5D9-25224E13A471}" srcId="{240569AF-8735-44BC-AC2F-CCF6454B82C1}" destId="{07E14476-7DB7-43C5-A509-35A6FCC0862E}" srcOrd="0" destOrd="0" parTransId="{0395E350-C7D9-40EC-971B-FDC5A1097F43}" sibTransId="{777F7A81-6333-43F5-95CA-18BF44CD9C9E}"/>
    <dgm:cxn modelId="{462CC032-EBDF-4ECF-B71B-9FBC97D81254}" type="presOf" srcId="{EF9BBAD0-3E98-4898-A76C-77918FB1DE43}" destId="{2439A6B9-BFAF-4096-8B01-8968CA89E399}" srcOrd="0" destOrd="2" presId="urn:microsoft.com/office/officeart/2005/8/layout/process3"/>
    <dgm:cxn modelId="{2BE5DF33-2AA3-4EBD-BFEB-AEE80D0FB461}" type="presOf" srcId="{A7F9A06E-B05D-47BE-AE79-2E86FDF9A6B7}" destId="{12A5AD3C-C97A-4E75-9D27-0AA6615E9CA6}" srcOrd="0" destOrd="0" presId="urn:microsoft.com/office/officeart/2005/8/layout/process3"/>
    <dgm:cxn modelId="{774C7A3C-A036-4BF3-9235-6AA1C2A28E6A}" type="presOf" srcId="{A7F9A06E-B05D-47BE-AE79-2E86FDF9A6B7}" destId="{9B2D33AB-5ED8-4A79-8912-E246B15C0295}" srcOrd="1" destOrd="0" presId="urn:microsoft.com/office/officeart/2005/8/layout/process3"/>
    <dgm:cxn modelId="{8125BD3C-B243-4D0A-AA49-0E9CEB7F4110}" srcId="{C11CC4E8-1223-4C07-9D21-2E5E4EDA86C6}" destId="{3F4206EE-F911-4248-89B0-82E0C2E8A8D3}" srcOrd="2" destOrd="0" parTransId="{0C98EA94-B336-4FA1-B3A8-DD1816A221B7}" sibTransId="{63A43AF5-51F3-4DBF-8F07-696C2206C737}"/>
    <dgm:cxn modelId="{BED3E860-B3E2-48A9-B418-703550037AF4}" type="presOf" srcId="{BFD3E3AD-397D-4C98-8DCA-87863368BD94}" destId="{204F3C8C-6B40-4E47-A32A-5982028B38A2}" srcOrd="0" destOrd="0" presId="urn:microsoft.com/office/officeart/2005/8/layout/process3"/>
    <dgm:cxn modelId="{D3123546-C864-4DD1-9CA6-C99F7D9E68AA}" type="presOf" srcId="{7B9E521E-15E0-49B5-B19A-9513D7DF02BC}" destId="{84245328-A23A-4B0B-A25A-03C5DAF939CB}" srcOrd="1" destOrd="0" presId="urn:microsoft.com/office/officeart/2005/8/layout/process3"/>
    <dgm:cxn modelId="{E2C63669-4816-40F7-956E-6B8B1D9FAD00}" type="presOf" srcId="{4F876A41-62D2-4FA3-AF1F-F17115B1B8D3}" destId="{EDE4A585-7DC2-48CF-A069-E66E3348BCC8}" srcOrd="0" destOrd="2" presId="urn:microsoft.com/office/officeart/2005/8/layout/process3"/>
    <dgm:cxn modelId="{EA973B4B-8DAC-49FC-B852-5351454B87FE}" srcId="{1D57BB69-77B3-4A38-AFCA-7ADB9327B424}" destId="{A7F9A06E-B05D-47BE-AE79-2E86FDF9A6B7}" srcOrd="2" destOrd="0" parTransId="{3A5C8660-F05A-4847-A4DF-C38F8EF69F09}" sibTransId="{10FFAC60-C470-42D2-84E7-C4FF2DBADE7A}"/>
    <dgm:cxn modelId="{5C499055-95A8-436C-8E8C-CD442A37EA62}" srcId="{A7F9A06E-B05D-47BE-AE79-2E86FDF9A6B7}" destId="{7D123460-7326-4FEC-9D8E-15F02B8C325B}" srcOrd="0" destOrd="0" parTransId="{F23EF72B-FF47-46BA-844D-07129835D007}" sibTransId="{642C0A6E-CCEB-4232-95D2-0845A22CF4E8}"/>
    <dgm:cxn modelId="{53D54178-9564-437E-B8D0-44ECEEF2C1BC}" type="presOf" srcId="{E7CB5386-95B5-4A36-8360-58357E85A74E}" destId="{EDE4A585-7DC2-48CF-A069-E66E3348BCC8}" srcOrd="0" destOrd="1" presId="urn:microsoft.com/office/officeart/2005/8/layout/process3"/>
    <dgm:cxn modelId="{7AF7DB7B-CF4B-41A5-885D-505C193D0DBA}" type="presOf" srcId="{240569AF-8735-44BC-AC2F-CCF6454B82C1}" destId="{C686AB05-992C-4C95-B7A6-6AB8F3B9F0B2}" srcOrd="1" destOrd="0" presId="urn:microsoft.com/office/officeart/2005/8/layout/process3"/>
    <dgm:cxn modelId="{D484C27C-6D67-4DAD-86E6-3FE124E13187}" srcId="{A7F9A06E-B05D-47BE-AE79-2E86FDF9A6B7}" destId="{05139025-5B67-4636-B841-EC3D6BBE0507}" srcOrd="1" destOrd="0" parTransId="{C570A237-0561-4A93-AEF3-7C51B9E9420F}" sibTransId="{C9E73EF8-2872-4D96-944C-110CF201B3E4}"/>
    <dgm:cxn modelId="{03186089-C88C-4B7C-A230-DF8CE676352A}" srcId="{1D57BB69-77B3-4A38-AFCA-7ADB9327B424}" destId="{C11CC4E8-1223-4C07-9D21-2E5E4EDA86C6}" srcOrd="0" destOrd="0" parTransId="{C764BD28-0AB1-4987-BB6C-A0065BAC961B}" sibTransId="{7B9E521E-15E0-49B5-B19A-9513D7DF02BC}"/>
    <dgm:cxn modelId="{5ECE8F8C-69ED-4898-AD60-06810432C583}" type="presOf" srcId="{05139025-5B67-4636-B841-EC3D6BBE0507}" destId="{2439A6B9-BFAF-4096-8B01-8968CA89E399}" srcOrd="0" destOrd="1" presId="urn:microsoft.com/office/officeart/2005/8/layout/process3"/>
    <dgm:cxn modelId="{9337408D-64C3-43A6-9F5D-394261E8FAA2}" type="presOf" srcId="{7B9E521E-15E0-49B5-B19A-9513D7DF02BC}" destId="{34D33C2F-7545-4887-965B-BB2BCF3611CE}" srcOrd="0" destOrd="0" presId="urn:microsoft.com/office/officeart/2005/8/layout/process3"/>
    <dgm:cxn modelId="{4ED77B96-AC5E-4EF8-9C98-1309F338EE07}" srcId="{C11CC4E8-1223-4C07-9D21-2E5E4EDA86C6}" destId="{45187C04-7643-45EB-8F43-90E3B44A9DC7}" srcOrd="1" destOrd="0" parTransId="{30EA1FCF-9976-48F4-9F89-67D7138512D6}" sibTransId="{A3A1BE38-B0CE-43B0-A928-B0EC30D37675}"/>
    <dgm:cxn modelId="{23045EA9-DE5D-4D1A-B95F-342DC4AE7DDA}" type="presOf" srcId="{07E14476-7DB7-43C5-A509-35A6FCC0862E}" destId="{EDE4A585-7DC2-48CF-A069-E66E3348BCC8}" srcOrd="0" destOrd="0" presId="urn:microsoft.com/office/officeart/2005/8/layout/process3"/>
    <dgm:cxn modelId="{E6C32DAF-0D9B-42D0-8808-810148BA88DD}" type="presOf" srcId="{3F4206EE-F911-4248-89B0-82E0C2E8A8D3}" destId="{928858FA-9DAB-40E2-9951-12F4144A6709}" srcOrd="0" destOrd="2" presId="urn:microsoft.com/office/officeart/2005/8/layout/process3"/>
    <dgm:cxn modelId="{F9800EB5-F1DA-4125-90B2-7428802AB032}" srcId="{C11CC4E8-1223-4C07-9D21-2E5E4EDA86C6}" destId="{24A16CDB-4593-4900-AB8E-8A7940E2877C}" srcOrd="0" destOrd="0" parTransId="{5F4D12BE-3AA0-4BC0-BFC1-126C2CF86EEA}" sibTransId="{DFC66EE0-103B-4503-B3C6-575DBD1356F4}"/>
    <dgm:cxn modelId="{B5CCF6BE-1DC2-495E-9179-B68DE90D464F}" srcId="{240569AF-8735-44BC-AC2F-CCF6454B82C1}" destId="{4F876A41-62D2-4FA3-AF1F-F17115B1B8D3}" srcOrd="2" destOrd="0" parTransId="{FFBDDCB6-CCCE-4BDC-A0B3-44C937D34719}" sibTransId="{661DA453-CF2F-4F23-A04F-6F56F8563B17}"/>
    <dgm:cxn modelId="{17427AD8-A96C-46D6-9D1C-41E93E591D72}" type="presOf" srcId="{1D57BB69-77B3-4A38-AFCA-7ADB9327B424}" destId="{70073CC0-BAD1-4EFF-9CDC-4CACE2FF704A}" srcOrd="0" destOrd="0" presId="urn:microsoft.com/office/officeart/2005/8/layout/process3"/>
    <dgm:cxn modelId="{DF6090E0-91CF-4AB1-B6E6-62A60DA707DC}" type="presOf" srcId="{C11CC4E8-1223-4C07-9D21-2E5E4EDA86C6}" destId="{24CA3811-8DC4-46B0-A843-2B66EB8EB37A}" srcOrd="1" destOrd="0" presId="urn:microsoft.com/office/officeart/2005/8/layout/process3"/>
    <dgm:cxn modelId="{7F94D1EB-FFF1-4906-AF07-EA9D904E57DB}" srcId="{240569AF-8735-44BC-AC2F-CCF6454B82C1}" destId="{E7CB5386-95B5-4A36-8360-58357E85A74E}" srcOrd="1" destOrd="0" parTransId="{27E43D10-FA67-4530-8461-916365112C92}" sibTransId="{2A5017C0-4543-4338-BF6D-DA5F13A10CD4}"/>
    <dgm:cxn modelId="{0FCFCAED-3E51-4FEC-88B3-4A35748EC71C}" type="presOf" srcId="{45187C04-7643-45EB-8F43-90E3B44A9DC7}" destId="{928858FA-9DAB-40E2-9951-12F4144A6709}" srcOrd="0" destOrd="1" presId="urn:microsoft.com/office/officeart/2005/8/layout/process3"/>
    <dgm:cxn modelId="{6EF466F1-1160-4F1F-87F0-BF966DDBEA83}" type="presOf" srcId="{BFD3E3AD-397D-4C98-8DCA-87863368BD94}" destId="{E9EE0F28-F091-4E9F-9529-631044AF6B6D}" srcOrd="1" destOrd="0" presId="urn:microsoft.com/office/officeart/2005/8/layout/process3"/>
    <dgm:cxn modelId="{94227936-4499-4926-A746-409C7D056960}" type="presParOf" srcId="{70073CC0-BAD1-4EFF-9CDC-4CACE2FF704A}" destId="{8F4595B9-7A23-4167-9B57-997B92EA16FB}" srcOrd="0" destOrd="0" presId="urn:microsoft.com/office/officeart/2005/8/layout/process3"/>
    <dgm:cxn modelId="{11126A8E-F200-432B-AD90-1D016E3A3E92}" type="presParOf" srcId="{8F4595B9-7A23-4167-9B57-997B92EA16FB}" destId="{0DC0AA04-2A15-4BAD-B959-E7FD5ACCE1F1}" srcOrd="0" destOrd="0" presId="urn:microsoft.com/office/officeart/2005/8/layout/process3"/>
    <dgm:cxn modelId="{2BF7058C-D21E-45BE-9575-B921BA145F72}" type="presParOf" srcId="{8F4595B9-7A23-4167-9B57-997B92EA16FB}" destId="{24CA3811-8DC4-46B0-A843-2B66EB8EB37A}" srcOrd="1" destOrd="0" presId="urn:microsoft.com/office/officeart/2005/8/layout/process3"/>
    <dgm:cxn modelId="{0C938A6D-1842-4412-8CD3-A63C84F3E8EA}" type="presParOf" srcId="{8F4595B9-7A23-4167-9B57-997B92EA16FB}" destId="{928858FA-9DAB-40E2-9951-12F4144A6709}" srcOrd="2" destOrd="0" presId="urn:microsoft.com/office/officeart/2005/8/layout/process3"/>
    <dgm:cxn modelId="{AAF6A589-E4D2-460F-8DD1-BAA89D217E0D}" type="presParOf" srcId="{70073CC0-BAD1-4EFF-9CDC-4CACE2FF704A}" destId="{34D33C2F-7545-4887-965B-BB2BCF3611CE}" srcOrd="1" destOrd="0" presId="urn:microsoft.com/office/officeart/2005/8/layout/process3"/>
    <dgm:cxn modelId="{3E400A9A-E76C-4C2B-A453-6543D4BFD78F}" type="presParOf" srcId="{34D33C2F-7545-4887-965B-BB2BCF3611CE}" destId="{84245328-A23A-4B0B-A25A-03C5DAF939CB}" srcOrd="0" destOrd="0" presId="urn:microsoft.com/office/officeart/2005/8/layout/process3"/>
    <dgm:cxn modelId="{30DAE14B-0D0B-4527-A4C3-1F83471A5A29}" type="presParOf" srcId="{70073CC0-BAD1-4EFF-9CDC-4CACE2FF704A}" destId="{42D091A6-DEAF-450E-959C-C766EBF63900}" srcOrd="2" destOrd="0" presId="urn:microsoft.com/office/officeart/2005/8/layout/process3"/>
    <dgm:cxn modelId="{BED75943-A06D-4D4C-BD29-9BA4B71CCAB9}" type="presParOf" srcId="{42D091A6-DEAF-450E-959C-C766EBF63900}" destId="{05F1A13F-D594-4C9F-A630-D24D40CEDDE5}" srcOrd="0" destOrd="0" presId="urn:microsoft.com/office/officeart/2005/8/layout/process3"/>
    <dgm:cxn modelId="{82A1710D-9FDA-4F45-B7FC-137C4C541C70}" type="presParOf" srcId="{42D091A6-DEAF-450E-959C-C766EBF63900}" destId="{C686AB05-992C-4C95-B7A6-6AB8F3B9F0B2}" srcOrd="1" destOrd="0" presId="urn:microsoft.com/office/officeart/2005/8/layout/process3"/>
    <dgm:cxn modelId="{6AFDC78B-7E68-4AAA-B4E4-5930809152DE}" type="presParOf" srcId="{42D091A6-DEAF-450E-959C-C766EBF63900}" destId="{EDE4A585-7DC2-48CF-A069-E66E3348BCC8}" srcOrd="2" destOrd="0" presId="urn:microsoft.com/office/officeart/2005/8/layout/process3"/>
    <dgm:cxn modelId="{623EEA3E-565B-452B-BE94-0CB9C40C7C2D}" type="presParOf" srcId="{70073CC0-BAD1-4EFF-9CDC-4CACE2FF704A}" destId="{204F3C8C-6B40-4E47-A32A-5982028B38A2}" srcOrd="3" destOrd="0" presId="urn:microsoft.com/office/officeart/2005/8/layout/process3"/>
    <dgm:cxn modelId="{B68E9100-6505-45C2-B81B-B4D725DB59D9}" type="presParOf" srcId="{204F3C8C-6B40-4E47-A32A-5982028B38A2}" destId="{E9EE0F28-F091-4E9F-9529-631044AF6B6D}" srcOrd="0" destOrd="0" presId="urn:microsoft.com/office/officeart/2005/8/layout/process3"/>
    <dgm:cxn modelId="{C71BB04E-BC23-4B3D-8BFE-88322C0CCA9D}" type="presParOf" srcId="{70073CC0-BAD1-4EFF-9CDC-4CACE2FF704A}" destId="{18B2F2DC-4781-4B4F-B83E-94AF1D8D18E4}" srcOrd="4" destOrd="0" presId="urn:microsoft.com/office/officeart/2005/8/layout/process3"/>
    <dgm:cxn modelId="{7AB7B9B6-3F9A-42C0-B84A-A4A109E26697}" type="presParOf" srcId="{18B2F2DC-4781-4B4F-B83E-94AF1D8D18E4}" destId="{12A5AD3C-C97A-4E75-9D27-0AA6615E9CA6}" srcOrd="0" destOrd="0" presId="urn:microsoft.com/office/officeart/2005/8/layout/process3"/>
    <dgm:cxn modelId="{9AC92D66-938B-4A46-BB6A-C105C508B446}" type="presParOf" srcId="{18B2F2DC-4781-4B4F-B83E-94AF1D8D18E4}" destId="{9B2D33AB-5ED8-4A79-8912-E246B15C0295}" srcOrd="1" destOrd="0" presId="urn:microsoft.com/office/officeart/2005/8/layout/process3"/>
    <dgm:cxn modelId="{83BAA72A-A3CE-4D45-9E4C-B8561FDCE9D2}" type="presParOf" srcId="{18B2F2DC-4781-4B4F-B83E-94AF1D8D18E4}" destId="{2439A6B9-BFAF-4096-8B01-8968CA89E39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001E84-2777-4DC7-9BF5-F0B75E17DC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768A05-A475-4C8F-BCE7-E711492AE374}">
      <dgm:prSet/>
      <dgm:spPr/>
      <dgm:t>
        <a:bodyPr/>
        <a:lstStyle/>
        <a:p>
          <a:r>
            <a:rPr lang="en-US" b="0" i="0" baseline="0" dirty="0"/>
            <a:t>Massive parallelism</a:t>
          </a:r>
          <a:endParaRPr lang="en-US" dirty="0"/>
        </a:p>
      </dgm:t>
    </dgm:pt>
    <dgm:pt modelId="{055976F8-7E00-420A-85F8-CD1FFE0B1544}" type="parTrans" cxnId="{AC933450-6DAB-41B4-BA49-60B526B87826}">
      <dgm:prSet/>
      <dgm:spPr/>
      <dgm:t>
        <a:bodyPr/>
        <a:lstStyle/>
        <a:p>
          <a:endParaRPr lang="en-US"/>
        </a:p>
      </dgm:t>
    </dgm:pt>
    <dgm:pt modelId="{DD975F16-0F37-4A92-BFC5-2D498E160A77}" type="sibTrans" cxnId="{AC933450-6DAB-41B4-BA49-60B526B87826}">
      <dgm:prSet/>
      <dgm:spPr/>
      <dgm:t>
        <a:bodyPr/>
        <a:lstStyle/>
        <a:p>
          <a:endParaRPr lang="en-US"/>
        </a:p>
      </dgm:t>
    </dgm:pt>
    <dgm:pt modelId="{16398DFE-AFA9-445D-83B6-95F9FE053E1C}">
      <dgm:prSet/>
      <dgm:spPr/>
      <dgm:t>
        <a:bodyPr/>
        <a:lstStyle/>
        <a:p>
          <a:r>
            <a:rPr lang="en-US" b="0" i="0" baseline="0" dirty="0"/>
            <a:t>High-throughput design</a:t>
          </a:r>
          <a:endParaRPr lang="en-US" dirty="0"/>
        </a:p>
      </dgm:t>
    </dgm:pt>
    <dgm:pt modelId="{2FB1FEEA-4EA5-4E75-872A-A6E159F03F51}" type="parTrans" cxnId="{EEB049B7-3013-42A1-954B-8F102C91B56E}">
      <dgm:prSet/>
      <dgm:spPr/>
      <dgm:t>
        <a:bodyPr/>
        <a:lstStyle/>
        <a:p>
          <a:endParaRPr lang="en-US"/>
        </a:p>
      </dgm:t>
    </dgm:pt>
    <dgm:pt modelId="{7C3CBE96-C411-4D57-8ABA-3442F995E12A}" type="sibTrans" cxnId="{EEB049B7-3013-42A1-954B-8F102C91B56E}">
      <dgm:prSet/>
      <dgm:spPr/>
      <dgm:t>
        <a:bodyPr/>
        <a:lstStyle/>
        <a:p>
          <a:endParaRPr lang="en-US"/>
        </a:p>
      </dgm:t>
    </dgm:pt>
    <dgm:pt modelId="{7B0DC0A9-B90B-44AD-B1D3-3FBEC34529FA}">
      <dgm:prSet/>
      <dgm:spPr/>
      <dgm:t>
        <a:bodyPr/>
        <a:lstStyle/>
        <a:p>
          <a:r>
            <a:rPr lang="en-US" b="0" i="0" baseline="0" dirty="0"/>
            <a:t>Memory hierarchy matters</a:t>
          </a:r>
          <a:endParaRPr lang="en-US" dirty="0"/>
        </a:p>
      </dgm:t>
    </dgm:pt>
    <dgm:pt modelId="{2EBFB1A5-EDCF-491E-A854-45D5FE1BCC9F}" type="parTrans" cxnId="{11F8589B-0353-4DFE-B034-AA0AE3E5A509}">
      <dgm:prSet/>
      <dgm:spPr/>
      <dgm:t>
        <a:bodyPr/>
        <a:lstStyle/>
        <a:p>
          <a:endParaRPr lang="en-US"/>
        </a:p>
      </dgm:t>
    </dgm:pt>
    <dgm:pt modelId="{D65624B7-EFF6-4C8B-BFA0-B5C0AF3AED11}" type="sibTrans" cxnId="{11F8589B-0353-4DFE-B034-AA0AE3E5A509}">
      <dgm:prSet/>
      <dgm:spPr/>
      <dgm:t>
        <a:bodyPr/>
        <a:lstStyle/>
        <a:p>
          <a:endParaRPr lang="en-US"/>
        </a:p>
      </dgm:t>
    </dgm:pt>
    <dgm:pt modelId="{1BC4E167-7896-4F67-83B8-F2DEA202FD9E}">
      <dgm:prSet/>
      <dgm:spPr/>
      <dgm:t>
        <a:bodyPr/>
        <a:lstStyle/>
        <a:p>
          <a:r>
            <a:rPr lang="en-US" b="0" i="0" baseline="0" dirty="0"/>
            <a:t>Best with regular workloads</a:t>
          </a:r>
          <a:endParaRPr lang="en-US" dirty="0"/>
        </a:p>
      </dgm:t>
    </dgm:pt>
    <dgm:pt modelId="{C0CD2553-FEC0-4401-A4A5-A80C6A0B751A}" type="parTrans" cxnId="{5AADFD62-8670-4FB8-B368-4FA06532F76E}">
      <dgm:prSet/>
      <dgm:spPr/>
      <dgm:t>
        <a:bodyPr/>
        <a:lstStyle/>
        <a:p>
          <a:endParaRPr lang="en-US"/>
        </a:p>
      </dgm:t>
    </dgm:pt>
    <dgm:pt modelId="{68D058BA-418F-49CF-9E95-9155B72017DB}" type="sibTrans" cxnId="{5AADFD62-8670-4FB8-B368-4FA06532F76E}">
      <dgm:prSet/>
      <dgm:spPr/>
      <dgm:t>
        <a:bodyPr/>
        <a:lstStyle/>
        <a:p>
          <a:endParaRPr lang="en-US"/>
        </a:p>
      </dgm:t>
    </dgm:pt>
    <dgm:pt modelId="{5EDA2941-83D2-422B-9BBD-3AB84B11C7FD}">
      <dgm:prSet/>
      <dgm:spPr/>
      <dgm:t>
        <a:bodyPr/>
        <a:lstStyle/>
        <a:p>
          <a:r>
            <a:rPr lang="en-US" b="0" i="0" baseline="0" dirty="0"/>
            <a:t>Many lightweight threads process data simultaneously</a:t>
          </a:r>
          <a:endParaRPr lang="en-US" dirty="0"/>
        </a:p>
      </dgm:t>
    </dgm:pt>
    <dgm:pt modelId="{DED8CCDC-76A1-4113-B422-FF5ADD60872D}" type="parTrans" cxnId="{EB56ABC0-3EEF-480F-B226-7CBAB2CBE747}">
      <dgm:prSet/>
      <dgm:spPr/>
      <dgm:t>
        <a:bodyPr/>
        <a:lstStyle/>
        <a:p>
          <a:endParaRPr lang="en-US"/>
        </a:p>
      </dgm:t>
    </dgm:pt>
    <dgm:pt modelId="{3678AE3B-9712-4B8D-BE8B-1A26D25970ED}" type="sibTrans" cxnId="{EB56ABC0-3EEF-480F-B226-7CBAB2CBE747}">
      <dgm:prSet/>
      <dgm:spPr/>
      <dgm:t>
        <a:bodyPr/>
        <a:lstStyle/>
        <a:p>
          <a:endParaRPr lang="en-US"/>
        </a:p>
      </dgm:t>
    </dgm:pt>
    <dgm:pt modelId="{64373272-7F12-4615-8811-4BCF66CAAF5F}">
      <dgm:prSet/>
      <dgm:spPr/>
      <dgm:t>
        <a:bodyPr/>
        <a:lstStyle/>
        <a:p>
          <a:r>
            <a:rPr lang="en-US" b="0" i="0" baseline="0" dirty="0"/>
            <a:t>Optimized for total work done, not lowest latency</a:t>
          </a:r>
          <a:endParaRPr lang="en-US" dirty="0"/>
        </a:p>
      </dgm:t>
    </dgm:pt>
    <dgm:pt modelId="{46F543DD-8AC3-42E4-B82E-D0638FDF1D02}" type="parTrans" cxnId="{A1087961-82D0-45CD-8545-EF2FF0702460}">
      <dgm:prSet/>
      <dgm:spPr/>
      <dgm:t>
        <a:bodyPr/>
        <a:lstStyle/>
        <a:p>
          <a:endParaRPr lang="en-US"/>
        </a:p>
      </dgm:t>
    </dgm:pt>
    <dgm:pt modelId="{EB1AD321-5A96-4A7B-9A96-41A2E45EDD8E}" type="sibTrans" cxnId="{A1087961-82D0-45CD-8545-EF2FF0702460}">
      <dgm:prSet/>
      <dgm:spPr/>
      <dgm:t>
        <a:bodyPr/>
        <a:lstStyle/>
        <a:p>
          <a:endParaRPr lang="en-US"/>
        </a:p>
      </dgm:t>
    </dgm:pt>
    <dgm:pt modelId="{86B9EA1E-F259-44C4-85CE-4FDCA588C5BA}">
      <dgm:prSet/>
      <dgm:spPr/>
      <dgm:t>
        <a:bodyPr/>
        <a:lstStyle/>
        <a:p>
          <a:r>
            <a:rPr lang="en-US" b="0" i="0" baseline="0" dirty="0"/>
            <a:t>Access patterns and locality strongly affect performance</a:t>
          </a:r>
          <a:endParaRPr lang="en-US" dirty="0"/>
        </a:p>
      </dgm:t>
    </dgm:pt>
    <dgm:pt modelId="{67FCBE5B-5943-478F-9AAA-B2624AAC99C8}" type="parTrans" cxnId="{ACA8C316-F852-42E9-8D56-8A4E9C3A5F98}">
      <dgm:prSet/>
      <dgm:spPr/>
      <dgm:t>
        <a:bodyPr/>
        <a:lstStyle/>
        <a:p>
          <a:endParaRPr lang="en-US"/>
        </a:p>
      </dgm:t>
    </dgm:pt>
    <dgm:pt modelId="{B9F896CA-666B-4029-9D5E-C8405908F530}" type="sibTrans" cxnId="{ACA8C316-F852-42E9-8D56-8A4E9C3A5F98}">
      <dgm:prSet/>
      <dgm:spPr/>
      <dgm:t>
        <a:bodyPr/>
        <a:lstStyle/>
        <a:p>
          <a:endParaRPr lang="en-US"/>
        </a:p>
      </dgm:t>
    </dgm:pt>
    <dgm:pt modelId="{AA9620BD-185F-4CE8-B9A5-6535C8BA8AD9}">
      <dgm:prSet/>
      <dgm:spPr/>
      <dgm:t>
        <a:bodyPr/>
        <a:lstStyle/>
        <a:p>
          <a:r>
            <a:rPr lang="en-US" b="0" i="0" baseline="0" dirty="0"/>
            <a:t>Repeated operations over large datasets work best</a:t>
          </a:r>
          <a:endParaRPr lang="en-US" dirty="0"/>
        </a:p>
      </dgm:t>
    </dgm:pt>
    <dgm:pt modelId="{E1F1DC71-0D54-4746-AB19-10B5D706D2D5}" type="parTrans" cxnId="{B91F3B0B-D66A-4818-A023-B2F6CC2A0948}">
      <dgm:prSet/>
      <dgm:spPr/>
      <dgm:t>
        <a:bodyPr/>
        <a:lstStyle/>
        <a:p>
          <a:endParaRPr lang="en-US"/>
        </a:p>
      </dgm:t>
    </dgm:pt>
    <dgm:pt modelId="{2F3B3BE5-D9B0-4638-BFC7-28DB4E73438C}" type="sibTrans" cxnId="{B91F3B0B-D66A-4818-A023-B2F6CC2A0948}">
      <dgm:prSet/>
      <dgm:spPr/>
      <dgm:t>
        <a:bodyPr/>
        <a:lstStyle/>
        <a:p>
          <a:endParaRPr lang="en-US"/>
        </a:p>
      </dgm:t>
    </dgm:pt>
    <dgm:pt modelId="{2A22252E-B7B9-4520-9786-B9763E972562}" type="pres">
      <dgm:prSet presAssocID="{B4001E84-2777-4DC7-9BF5-F0B75E17DC65}" presName="linear" presStyleCnt="0">
        <dgm:presLayoutVars>
          <dgm:animLvl val="lvl"/>
          <dgm:resizeHandles val="exact"/>
        </dgm:presLayoutVars>
      </dgm:prSet>
      <dgm:spPr/>
    </dgm:pt>
    <dgm:pt modelId="{B82B6682-1FDB-49CB-9839-5FCD8915E6D4}" type="pres">
      <dgm:prSet presAssocID="{DD768A05-A475-4C8F-BCE7-E711492AE37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67AB1F-255B-4F06-BE54-55395ACB4DF0}" type="pres">
      <dgm:prSet presAssocID="{DD768A05-A475-4C8F-BCE7-E711492AE374}" presName="childText" presStyleLbl="revTx" presStyleIdx="0" presStyleCnt="4">
        <dgm:presLayoutVars>
          <dgm:bulletEnabled val="1"/>
        </dgm:presLayoutVars>
      </dgm:prSet>
      <dgm:spPr/>
    </dgm:pt>
    <dgm:pt modelId="{CA92FEF2-D060-4D12-AB55-9DE52664FBAE}" type="pres">
      <dgm:prSet presAssocID="{16398DFE-AFA9-445D-83B6-95F9FE053E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F016BC9-4186-44EC-8731-E968304FC195}" type="pres">
      <dgm:prSet presAssocID="{16398DFE-AFA9-445D-83B6-95F9FE053E1C}" presName="childText" presStyleLbl="revTx" presStyleIdx="1" presStyleCnt="4">
        <dgm:presLayoutVars>
          <dgm:bulletEnabled val="1"/>
        </dgm:presLayoutVars>
      </dgm:prSet>
      <dgm:spPr/>
    </dgm:pt>
    <dgm:pt modelId="{D14FC008-CCB3-4D32-8A71-9C13563DDCC7}" type="pres">
      <dgm:prSet presAssocID="{7B0DC0A9-B90B-44AD-B1D3-3FBEC34529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CD0882B-A9BD-4E5C-ACE7-E5CD25AEFC5D}" type="pres">
      <dgm:prSet presAssocID="{7B0DC0A9-B90B-44AD-B1D3-3FBEC34529FA}" presName="childText" presStyleLbl="revTx" presStyleIdx="2" presStyleCnt="4">
        <dgm:presLayoutVars>
          <dgm:bulletEnabled val="1"/>
        </dgm:presLayoutVars>
      </dgm:prSet>
      <dgm:spPr/>
    </dgm:pt>
    <dgm:pt modelId="{E96C9C03-041A-4AEA-9694-3D3EB7E5CA72}" type="pres">
      <dgm:prSet presAssocID="{1BC4E167-7896-4F67-83B8-F2DEA202FD9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2A268EC-9A41-41C3-81AF-B9969C57F5B0}" type="pres">
      <dgm:prSet presAssocID="{1BC4E167-7896-4F67-83B8-F2DEA202FD9E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B91F3B0B-D66A-4818-A023-B2F6CC2A0948}" srcId="{1BC4E167-7896-4F67-83B8-F2DEA202FD9E}" destId="{AA9620BD-185F-4CE8-B9A5-6535C8BA8AD9}" srcOrd="0" destOrd="0" parTransId="{E1F1DC71-0D54-4746-AB19-10B5D706D2D5}" sibTransId="{2F3B3BE5-D9B0-4638-BFC7-28DB4E73438C}"/>
    <dgm:cxn modelId="{28E59B0B-24D8-4425-B731-7D2FB02CF60D}" type="presOf" srcId="{5EDA2941-83D2-422B-9BBD-3AB84B11C7FD}" destId="{F767AB1F-255B-4F06-BE54-55395ACB4DF0}" srcOrd="0" destOrd="0" presId="urn:microsoft.com/office/officeart/2005/8/layout/vList2"/>
    <dgm:cxn modelId="{ACA8C316-F852-42E9-8D56-8A4E9C3A5F98}" srcId="{7B0DC0A9-B90B-44AD-B1D3-3FBEC34529FA}" destId="{86B9EA1E-F259-44C4-85CE-4FDCA588C5BA}" srcOrd="0" destOrd="0" parTransId="{67FCBE5B-5943-478F-9AAA-B2624AAC99C8}" sibTransId="{B9F896CA-666B-4029-9D5E-C8405908F530}"/>
    <dgm:cxn modelId="{1CDE782D-657B-403B-8571-D69858E918C2}" type="presOf" srcId="{B4001E84-2777-4DC7-9BF5-F0B75E17DC65}" destId="{2A22252E-B7B9-4520-9786-B9763E972562}" srcOrd="0" destOrd="0" presId="urn:microsoft.com/office/officeart/2005/8/layout/vList2"/>
    <dgm:cxn modelId="{A528523D-B514-4385-9A2C-82E36F8F9C33}" type="presOf" srcId="{86B9EA1E-F259-44C4-85CE-4FDCA588C5BA}" destId="{BCD0882B-A9BD-4E5C-ACE7-E5CD25AEFC5D}" srcOrd="0" destOrd="0" presId="urn:microsoft.com/office/officeart/2005/8/layout/vList2"/>
    <dgm:cxn modelId="{A1087961-82D0-45CD-8545-EF2FF0702460}" srcId="{16398DFE-AFA9-445D-83B6-95F9FE053E1C}" destId="{64373272-7F12-4615-8811-4BCF66CAAF5F}" srcOrd="0" destOrd="0" parTransId="{46F543DD-8AC3-42E4-B82E-D0638FDF1D02}" sibTransId="{EB1AD321-5A96-4A7B-9A96-41A2E45EDD8E}"/>
    <dgm:cxn modelId="{5AADFD62-8670-4FB8-B368-4FA06532F76E}" srcId="{B4001E84-2777-4DC7-9BF5-F0B75E17DC65}" destId="{1BC4E167-7896-4F67-83B8-F2DEA202FD9E}" srcOrd="3" destOrd="0" parTransId="{C0CD2553-FEC0-4401-A4A5-A80C6A0B751A}" sibTransId="{68D058BA-418F-49CF-9E95-9155B72017DB}"/>
    <dgm:cxn modelId="{AC933450-6DAB-41B4-BA49-60B526B87826}" srcId="{B4001E84-2777-4DC7-9BF5-F0B75E17DC65}" destId="{DD768A05-A475-4C8F-BCE7-E711492AE374}" srcOrd="0" destOrd="0" parTransId="{055976F8-7E00-420A-85F8-CD1FFE0B1544}" sibTransId="{DD975F16-0F37-4A92-BFC5-2D498E160A77}"/>
    <dgm:cxn modelId="{265C8D8B-3346-4540-BB4F-9965E1EBEA8F}" type="presOf" srcId="{64373272-7F12-4615-8811-4BCF66CAAF5F}" destId="{EF016BC9-4186-44EC-8731-E968304FC195}" srcOrd="0" destOrd="0" presId="urn:microsoft.com/office/officeart/2005/8/layout/vList2"/>
    <dgm:cxn modelId="{11F8589B-0353-4DFE-B034-AA0AE3E5A509}" srcId="{B4001E84-2777-4DC7-9BF5-F0B75E17DC65}" destId="{7B0DC0A9-B90B-44AD-B1D3-3FBEC34529FA}" srcOrd="2" destOrd="0" parTransId="{2EBFB1A5-EDCF-491E-A854-45D5FE1BCC9F}" sibTransId="{D65624B7-EFF6-4C8B-BFA0-B5C0AF3AED11}"/>
    <dgm:cxn modelId="{BB7A7FAD-2B93-4F45-A4E7-1FCC8EEDBEA4}" type="presOf" srcId="{7B0DC0A9-B90B-44AD-B1D3-3FBEC34529FA}" destId="{D14FC008-CCB3-4D32-8A71-9C13563DDCC7}" srcOrd="0" destOrd="0" presId="urn:microsoft.com/office/officeart/2005/8/layout/vList2"/>
    <dgm:cxn modelId="{EEDAACAE-462E-417B-99C0-5E444BD0C627}" type="presOf" srcId="{AA9620BD-185F-4CE8-B9A5-6535C8BA8AD9}" destId="{92A268EC-9A41-41C3-81AF-B9969C57F5B0}" srcOrd="0" destOrd="0" presId="urn:microsoft.com/office/officeart/2005/8/layout/vList2"/>
    <dgm:cxn modelId="{EEB049B7-3013-42A1-954B-8F102C91B56E}" srcId="{B4001E84-2777-4DC7-9BF5-F0B75E17DC65}" destId="{16398DFE-AFA9-445D-83B6-95F9FE053E1C}" srcOrd="1" destOrd="0" parTransId="{2FB1FEEA-4EA5-4E75-872A-A6E159F03F51}" sibTransId="{7C3CBE96-C411-4D57-8ABA-3442F995E12A}"/>
    <dgm:cxn modelId="{EB56ABC0-3EEF-480F-B226-7CBAB2CBE747}" srcId="{DD768A05-A475-4C8F-BCE7-E711492AE374}" destId="{5EDA2941-83D2-422B-9BBD-3AB84B11C7FD}" srcOrd="0" destOrd="0" parTransId="{DED8CCDC-76A1-4113-B422-FF5ADD60872D}" sibTransId="{3678AE3B-9712-4B8D-BE8B-1A26D25970ED}"/>
    <dgm:cxn modelId="{EB3572C4-D7C9-4CAB-97C7-6DEDECC76F7B}" type="presOf" srcId="{DD768A05-A475-4C8F-BCE7-E711492AE374}" destId="{B82B6682-1FDB-49CB-9839-5FCD8915E6D4}" srcOrd="0" destOrd="0" presId="urn:microsoft.com/office/officeart/2005/8/layout/vList2"/>
    <dgm:cxn modelId="{852D2DC7-7D45-4D1B-B848-7BB0A1B90930}" type="presOf" srcId="{16398DFE-AFA9-445D-83B6-95F9FE053E1C}" destId="{CA92FEF2-D060-4D12-AB55-9DE52664FBAE}" srcOrd="0" destOrd="0" presId="urn:microsoft.com/office/officeart/2005/8/layout/vList2"/>
    <dgm:cxn modelId="{08B677DB-AEAA-40D5-A54D-4605D3532572}" type="presOf" srcId="{1BC4E167-7896-4F67-83B8-F2DEA202FD9E}" destId="{E96C9C03-041A-4AEA-9694-3D3EB7E5CA72}" srcOrd="0" destOrd="0" presId="urn:microsoft.com/office/officeart/2005/8/layout/vList2"/>
    <dgm:cxn modelId="{430B426D-38DC-41CC-BCD0-0FCAE2097021}" type="presParOf" srcId="{2A22252E-B7B9-4520-9786-B9763E972562}" destId="{B82B6682-1FDB-49CB-9839-5FCD8915E6D4}" srcOrd="0" destOrd="0" presId="urn:microsoft.com/office/officeart/2005/8/layout/vList2"/>
    <dgm:cxn modelId="{A950515B-3A08-42F6-B765-73325878D1A6}" type="presParOf" srcId="{2A22252E-B7B9-4520-9786-B9763E972562}" destId="{F767AB1F-255B-4F06-BE54-55395ACB4DF0}" srcOrd="1" destOrd="0" presId="urn:microsoft.com/office/officeart/2005/8/layout/vList2"/>
    <dgm:cxn modelId="{328E0709-D6CA-45F4-8322-0DBF6556C2B4}" type="presParOf" srcId="{2A22252E-B7B9-4520-9786-B9763E972562}" destId="{CA92FEF2-D060-4D12-AB55-9DE52664FBAE}" srcOrd="2" destOrd="0" presId="urn:microsoft.com/office/officeart/2005/8/layout/vList2"/>
    <dgm:cxn modelId="{DFD73AA7-5969-4E81-B2F6-A361652968CA}" type="presParOf" srcId="{2A22252E-B7B9-4520-9786-B9763E972562}" destId="{EF016BC9-4186-44EC-8731-E968304FC195}" srcOrd="3" destOrd="0" presId="urn:microsoft.com/office/officeart/2005/8/layout/vList2"/>
    <dgm:cxn modelId="{F8BC0CBE-DEC6-4BBC-BAEA-B38D76077F3B}" type="presParOf" srcId="{2A22252E-B7B9-4520-9786-B9763E972562}" destId="{D14FC008-CCB3-4D32-8A71-9C13563DDCC7}" srcOrd="4" destOrd="0" presId="urn:microsoft.com/office/officeart/2005/8/layout/vList2"/>
    <dgm:cxn modelId="{F2769199-6D66-4147-A7D3-65881CA1263C}" type="presParOf" srcId="{2A22252E-B7B9-4520-9786-B9763E972562}" destId="{BCD0882B-A9BD-4E5C-ACE7-E5CD25AEFC5D}" srcOrd="5" destOrd="0" presId="urn:microsoft.com/office/officeart/2005/8/layout/vList2"/>
    <dgm:cxn modelId="{AB28E787-DD8F-43D7-9F11-E1D6898E1400}" type="presParOf" srcId="{2A22252E-B7B9-4520-9786-B9763E972562}" destId="{E96C9C03-041A-4AEA-9694-3D3EB7E5CA72}" srcOrd="6" destOrd="0" presId="urn:microsoft.com/office/officeart/2005/8/layout/vList2"/>
    <dgm:cxn modelId="{103EFA29-2208-404C-8E05-93E341A5DC6C}" type="presParOf" srcId="{2A22252E-B7B9-4520-9786-B9763E972562}" destId="{92A268EC-9A41-41C3-81AF-B9969C57F5B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57BB69-77B3-4A38-AFCA-7ADB9327B424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016D9C-7CAA-4FAC-8AA9-17445F8BFCAE}">
      <dgm:prSet/>
      <dgm:spPr/>
      <dgm:t>
        <a:bodyPr/>
        <a:lstStyle/>
        <a:p>
          <a:pPr>
            <a:buNone/>
          </a:pPr>
          <a:r>
            <a:rPr lang="en-US" b="1"/>
            <a:t>CUDA provides</a:t>
          </a:r>
          <a:endParaRPr lang="en-US"/>
        </a:p>
      </dgm:t>
    </dgm:pt>
    <dgm:pt modelId="{CC6330C5-8C17-4CF8-8F21-4B67A6CED7CD}" type="parTrans" cxnId="{0A7E4F80-BE07-4C4B-80C4-E0F697B8E53F}">
      <dgm:prSet/>
      <dgm:spPr/>
      <dgm:t>
        <a:bodyPr/>
        <a:lstStyle/>
        <a:p>
          <a:endParaRPr lang="en-US"/>
        </a:p>
      </dgm:t>
    </dgm:pt>
    <dgm:pt modelId="{F195750E-8BA4-4CD3-91ED-7E4F78B5A2DE}" type="sibTrans" cxnId="{0A7E4F80-BE07-4C4B-80C4-E0F697B8E53F}">
      <dgm:prSet/>
      <dgm:spPr/>
      <dgm:t>
        <a:bodyPr/>
        <a:lstStyle/>
        <a:p>
          <a:endParaRPr lang="en-US"/>
        </a:p>
      </dgm:t>
    </dgm:pt>
    <dgm:pt modelId="{B1A924AC-0D13-4081-9F45-D49F185C5EF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 programming model for parallel execution </a:t>
          </a:r>
        </a:p>
      </dgm:t>
    </dgm:pt>
    <dgm:pt modelId="{376063D0-E262-4C1D-9B8D-B6A517CA37A2}" type="parTrans" cxnId="{A7055DBA-458C-4B64-9392-84B351B0C6F7}">
      <dgm:prSet/>
      <dgm:spPr/>
      <dgm:t>
        <a:bodyPr/>
        <a:lstStyle/>
        <a:p>
          <a:endParaRPr lang="en-US"/>
        </a:p>
      </dgm:t>
    </dgm:pt>
    <dgm:pt modelId="{90987A87-52E0-42A6-A2DE-15DC96666F9A}" type="sibTrans" cxnId="{A7055DBA-458C-4B64-9392-84B351B0C6F7}">
      <dgm:prSet/>
      <dgm:spPr/>
      <dgm:t>
        <a:bodyPr/>
        <a:lstStyle/>
        <a:p>
          <a:endParaRPr lang="en-US"/>
        </a:p>
      </dgm:t>
    </dgm:pt>
    <dgm:pt modelId="{19DA8229-71C8-49D1-85B8-78B5F438E47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libraries and runtime support for GPU computing </a:t>
          </a:r>
        </a:p>
      </dgm:t>
    </dgm:pt>
    <dgm:pt modelId="{B7046E87-C5E9-4D7A-A899-E646A96FF501}" type="parTrans" cxnId="{01311F16-F1E4-4136-B28A-6180FD61035C}">
      <dgm:prSet/>
      <dgm:spPr/>
      <dgm:t>
        <a:bodyPr/>
        <a:lstStyle/>
        <a:p>
          <a:endParaRPr lang="en-US"/>
        </a:p>
      </dgm:t>
    </dgm:pt>
    <dgm:pt modelId="{13C31685-B461-401E-9EEE-712311C3AD0F}" type="sibTrans" cxnId="{01311F16-F1E4-4136-B28A-6180FD61035C}">
      <dgm:prSet/>
      <dgm:spPr/>
      <dgm:t>
        <a:bodyPr/>
        <a:lstStyle/>
        <a:p>
          <a:endParaRPr lang="en-US"/>
        </a:p>
      </dgm:t>
    </dgm:pt>
    <dgm:pt modelId="{7DDCD522-841F-4480-AADB-2414A01AB68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 way to launch work on NVIDIA GPUs </a:t>
          </a:r>
        </a:p>
      </dgm:t>
    </dgm:pt>
    <dgm:pt modelId="{C685CE90-9458-45BA-A36C-E844BD5F3CFE}" type="parTrans" cxnId="{662CD00E-6732-4433-A17A-A35EE16676CC}">
      <dgm:prSet/>
      <dgm:spPr/>
      <dgm:t>
        <a:bodyPr/>
        <a:lstStyle/>
        <a:p>
          <a:endParaRPr lang="en-US"/>
        </a:p>
      </dgm:t>
    </dgm:pt>
    <dgm:pt modelId="{C707AEB0-1C7A-4F24-B9A5-BF3D0FEF33CD}" type="sibTrans" cxnId="{662CD00E-6732-4433-A17A-A35EE16676CC}">
      <dgm:prSet/>
      <dgm:spPr/>
      <dgm:t>
        <a:bodyPr/>
        <a:lstStyle/>
        <a:p>
          <a:endParaRPr lang="en-US"/>
        </a:p>
      </dgm:t>
    </dgm:pt>
    <dgm:pt modelId="{965618BA-882E-49E6-A3F9-6830DAD85754}">
      <dgm:prSet/>
      <dgm:spPr/>
      <dgm:t>
        <a:bodyPr/>
        <a:lstStyle/>
        <a:p>
          <a:pPr>
            <a:buNone/>
          </a:pPr>
          <a:r>
            <a:rPr lang="en-US" b="1" dirty="0"/>
            <a:t>CUDA organizes work as</a:t>
          </a:r>
          <a:endParaRPr lang="en-US" dirty="0"/>
        </a:p>
      </dgm:t>
    </dgm:pt>
    <dgm:pt modelId="{B4F4342F-CA96-4A77-B559-CE7564DC1AD1}" type="parTrans" cxnId="{92AFA634-0CED-4769-9405-08E13B4BA2D2}">
      <dgm:prSet/>
      <dgm:spPr/>
      <dgm:t>
        <a:bodyPr/>
        <a:lstStyle/>
        <a:p>
          <a:endParaRPr lang="en-US"/>
        </a:p>
      </dgm:t>
    </dgm:pt>
    <dgm:pt modelId="{217D4184-756F-46CF-BCB6-812ADA46AD5E}" type="sibTrans" cxnId="{92AFA634-0CED-4769-9405-08E13B4BA2D2}">
      <dgm:prSet/>
      <dgm:spPr/>
      <dgm:t>
        <a:bodyPr/>
        <a:lstStyle/>
        <a:p>
          <a:endParaRPr lang="en-US"/>
        </a:p>
      </dgm:t>
    </dgm:pt>
    <dgm:pt modelId="{85068282-48B5-44A4-B462-A32AEB70C16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kernels </a:t>
          </a:r>
        </a:p>
      </dgm:t>
    </dgm:pt>
    <dgm:pt modelId="{D8410138-0957-4D67-B423-AE1B802AD24C}" type="parTrans" cxnId="{FF1A9D51-1C5F-4DC0-AE77-1D0E9EE820B4}">
      <dgm:prSet/>
      <dgm:spPr/>
      <dgm:t>
        <a:bodyPr/>
        <a:lstStyle/>
        <a:p>
          <a:endParaRPr lang="en-US"/>
        </a:p>
      </dgm:t>
    </dgm:pt>
    <dgm:pt modelId="{54718478-33DF-4465-B34C-E228844583A8}" type="sibTrans" cxnId="{FF1A9D51-1C5F-4DC0-AE77-1D0E9EE820B4}">
      <dgm:prSet/>
      <dgm:spPr/>
      <dgm:t>
        <a:bodyPr/>
        <a:lstStyle/>
        <a:p>
          <a:endParaRPr lang="en-US"/>
        </a:p>
      </dgm:t>
    </dgm:pt>
    <dgm:pt modelId="{399A9CCD-7E95-4C15-9C86-1CDF07D82D5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threads </a:t>
          </a:r>
        </a:p>
      </dgm:t>
    </dgm:pt>
    <dgm:pt modelId="{AC86DF3D-EB41-4C7C-9778-2EA00F7446EE}" type="parTrans" cxnId="{C35902B3-67B1-4270-81E7-2F9E9FDD40F3}">
      <dgm:prSet/>
      <dgm:spPr/>
      <dgm:t>
        <a:bodyPr/>
        <a:lstStyle/>
        <a:p>
          <a:endParaRPr lang="en-US"/>
        </a:p>
      </dgm:t>
    </dgm:pt>
    <dgm:pt modelId="{F5D30768-5631-4CC2-99D2-DB40B6D342F2}" type="sibTrans" cxnId="{C35902B3-67B1-4270-81E7-2F9E9FDD40F3}">
      <dgm:prSet/>
      <dgm:spPr/>
      <dgm:t>
        <a:bodyPr/>
        <a:lstStyle/>
        <a:p>
          <a:endParaRPr lang="en-US"/>
        </a:p>
      </dgm:t>
    </dgm:pt>
    <dgm:pt modelId="{68F4BC4C-0F14-4026-9176-21738ACE303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blocks </a:t>
          </a:r>
        </a:p>
      </dgm:t>
    </dgm:pt>
    <dgm:pt modelId="{93B4DF31-A181-4171-9C4A-D2B2033DAB81}" type="parTrans" cxnId="{9416D8E6-BA31-4721-BF29-510689579D00}">
      <dgm:prSet/>
      <dgm:spPr/>
      <dgm:t>
        <a:bodyPr/>
        <a:lstStyle/>
        <a:p>
          <a:endParaRPr lang="en-US"/>
        </a:p>
      </dgm:t>
    </dgm:pt>
    <dgm:pt modelId="{13C1D074-C709-4F01-BFE8-07C4D76FAFC1}" type="sibTrans" cxnId="{9416D8E6-BA31-4721-BF29-510689579D00}">
      <dgm:prSet/>
      <dgm:spPr/>
      <dgm:t>
        <a:bodyPr/>
        <a:lstStyle/>
        <a:p>
          <a:endParaRPr lang="en-US"/>
        </a:p>
      </dgm:t>
    </dgm:pt>
    <dgm:pt modelId="{F1D0E8B3-ACEE-4F16-8C4E-0BD9A0D7587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grids </a:t>
          </a:r>
        </a:p>
      </dgm:t>
    </dgm:pt>
    <dgm:pt modelId="{A137AFA0-7F22-4D25-9621-2B8CC260A157}" type="parTrans" cxnId="{35396A5C-711D-4B03-9FF2-8B84DCE4F6C2}">
      <dgm:prSet/>
      <dgm:spPr/>
      <dgm:t>
        <a:bodyPr/>
        <a:lstStyle/>
        <a:p>
          <a:endParaRPr lang="en-US"/>
        </a:p>
      </dgm:t>
    </dgm:pt>
    <dgm:pt modelId="{7C48F488-042B-4F6B-814D-4A090B5E5176}" type="sibTrans" cxnId="{35396A5C-711D-4B03-9FF2-8B84DCE4F6C2}">
      <dgm:prSet/>
      <dgm:spPr/>
      <dgm:t>
        <a:bodyPr/>
        <a:lstStyle/>
        <a:p>
          <a:endParaRPr lang="en-US"/>
        </a:p>
      </dgm:t>
    </dgm:pt>
    <dgm:pt modelId="{39BE679F-2374-44F3-BF28-27D52FEAB90F}">
      <dgm:prSet/>
      <dgm:spPr/>
      <dgm:t>
        <a:bodyPr/>
        <a:lstStyle/>
        <a:p>
          <a:pPr>
            <a:buNone/>
          </a:pPr>
          <a:r>
            <a:rPr lang="en-US" b="1" dirty="0"/>
            <a:t>Why it matters in this talk</a:t>
          </a:r>
          <a:endParaRPr lang="en-US" dirty="0"/>
        </a:p>
      </dgm:t>
    </dgm:pt>
    <dgm:pt modelId="{C76DC5ED-518A-44E6-A96E-1E36F76F2ACB}" type="parTrans" cxnId="{904C5B0A-C43E-4BD8-9B44-0124EE657A0C}">
      <dgm:prSet/>
      <dgm:spPr/>
      <dgm:t>
        <a:bodyPr/>
        <a:lstStyle/>
        <a:p>
          <a:endParaRPr lang="en-US"/>
        </a:p>
      </dgm:t>
    </dgm:pt>
    <dgm:pt modelId="{D1B062B4-BC5D-4762-98A1-EFE738E50FA7}" type="sibTrans" cxnId="{904C5B0A-C43E-4BD8-9B44-0124EE657A0C}">
      <dgm:prSet/>
      <dgm:spPr/>
      <dgm:t>
        <a:bodyPr/>
        <a:lstStyle/>
        <a:p>
          <a:endParaRPr lang="en-US"/>
        </a:p>
      </dgm:t>
    </dgm:pt>
    <dgm:pt modelId="{F2F09082-D515-4548-B8FD-843E6DE77AC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Python GPU libraries build on top of CUDA </a:t>
          </a:r>
        </a:p>
      </dgm:t>
    </dgm:pt>
    <dgm:pt modelId="{FA17497C-7A18-42ED-AD39-EA779B0ACE6E}" type="parTrans" cxnId="{0D0A051D-13A8-482B-91C6-A234043C3193}">
      <dgm:prSet/>
      <dgm:spPr/>
      <dgm:t>
        <a:bodyPr/>
        <a:lstStyle/>
        <a:p>
          <a:endParaRPr lang="en-US"/>
        </a:p>
      </dgm:t>
    </dgm:pt>
    <dgm:pt modelId="{A0E523AD-F5A9-47B5-8AC7-C422A7A6CB8B}" type="sibTrans" cxnId="{0D0A051D-13A8-482B-91C6-A234043C3193}">
      <dgm:prSet/>
      <dgm:spPr/>
      <dgm:t>
        <a:bodyPr/>
        <a:lstStyle/>
        <a:p>
          <a:endParaRPr lang="en-US"/>
        </a:p>
      </dgm:t>
    </dgm:pt>
    <dgm:pt modelId="{5810A9CA-312F-439F-8865-5EA93482747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higher-level tools hide complexity </a:t>
          </a:r>
        </a:p>
      </dgm:t>
    </dgm:pt>
    <dgm:pt modelId="{AB8DAEEA-2499-4A03-9D3B-866F81657FAB}" type="parTrans" cxnId="{EF925AB1-3A60-4066-9C1C-CE3BAD400F37}">
      <dgm:prSet/>
      <dgm:spPr/>
      <dgm:t>
        <a:bodyPr/>
        <a:lstStyle/>
        <a:p>
          <a:endParaRPr lang="en-US"/>
        </a:p>
      </dgm:t>
    </dgm:pt>
    <dgm:pt modelId="{5A301717-85C8-4829-800F-D007986F9F17}" type="sibTrans" cxnId="{EF925AB1-3A60-4066-9C1C-CE3BAD400F37}">
      <dgm:prSet/>
      <dgm:spPr/>
      <dgm:t>
        <a:bodyPr/>
        <a:lstStyle/>
        <a:p>
          <a:endParaRPr lang="en-US"/>
        </a:p>
      </dgm:t>
    </dgm:pt>
    <dgm:pt modelId="{61F9399B-FD31-4FCB-9364-1F7A9010226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lower-level tools expose more control</a:t>
          </a:r>
        </a:p>
      </dgm:t>
    </dgm:pt>
    <dgm:pt modelId="{DCFC8136-CE2F-43BD-B3DF-8DD91E7D960E}" type="parTrans" cxnId="{6FDA6334-F0CA-4D52-851A-9951BE7452CB}">
      <dgm:prSet/>
      <dgm:spPr/>
      <dgm:t>
        <a:bodyPr/>
        <a:lstStyle/>
        <a:p>
          <a:endParaRPr lang="en-US"/>
        </a:p>
      </dgm:t>
    </dgm:pt>
    <dgm:pt modelId="{A36D859D-7C4A-482E-9D2B-68360852C6F6}" type="sibTrans" cxnId="{6FDA6334-F0CA-4D52-851A-9951BE7452CB}">
      <dgm:prSet/>
      <dgm:spPr/>
      <dgm:t>
        <a:bodyPr/>
        <a:lstStyle/>
        <a:p>
          <a:endParaRPr lang="en-US"/>
        </a:p>
      </dgm:t>
    </dgm:pt>
    <dgm:pt modelId="{70073CC0-BAD1-4EFF-9CDC-4CACE2FF704A}" type="pres">
      <dgm:prSet presAssocID="{1D57BB69-77B3-4A38-AFCA-7ADB9327B424}" presName="linearFlow" presStyleCnt="0">
        <dgm:presLayoutVars>
          <dgm:dir/>
          <dgm:animLvl val="lvl"/>
          <dgm:resizeHandles val="exact"/>
        </dgm:presLayoutVars>
      </dgm:prSet>
      <dgm:spPr/>
    </dgm:pt>
    <dgm:pt modelId="{56455F24-71B3-4988-B535-5FAF92FB2D02}" type="pres">
      <dgm:prSet presAssocID="{8D016D9C-7CAA-4FAC-8AA9-17445F8BFCAE}" presName="composite" presStyleCnt="0"/>
      <dgm:spPr/>
    </dgm:pt>
    <dgm:pt modelId="{3861755C-C4D8-4398-9A7A-3237F259E333}" type="pres">
      <dgm:prSet presAssocID="{8D016D9C-7CAA-4FAC-8AA9-17445F8BFCAE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6A4BA61C-1D5D-47A0-A4B4-A66A2D3D95EA}" type="pres">
      <dgm:prSet presAssocID="{8D016D9C-7CAA-4FAC-8AA9-17445F8BFCAE}" presName="parSh" presStyleLbl="node1" presStyleIdx="0" presStyleCnt="3"/>
      <dgm:spPr/>
    </dgm:pt>
    <dgm:pt modelId="{F24634DD-9D96-4BA2-AFDB-7B7E9B4032B0}" type="pres">
      <dgm:prSet presAssocID="{8D016D9C-7CAA-4FAC-8AA9-17445F8BFCAE}" presName="desTx" presStyleLbl="fgAcc1" presStyleIdx="0" presStyleCnt="3">
        <dgm:presLayoutVars>
          <dgm:bulletEnabled val="1"/>
        </dgm:presLayoutVars>
      </dgm:prSet>
      <dgm:spPr/>
    </dgm:pt>
    <dgm:pt modelId="{AD98BFCF-1A1D-4CE0-A517-7A914F1B5B0B}" type="pres">
      <dgm:prSet presAssocID="{F195750E-8BA4-4CD3-91ED-7E4F78B5A2DE}" presName="sibTrans" presStyleLbl="sibTrans2D1" presStyleIdx="0" presStyleCnt="2"/>
      <dgm:spPr/>
    </dgm:pt>
    <dgm:pt modelId="{19B09832-8F79-4C46-9D7D-694E1846AF70}" type="pres">
      <dgm:prSet presAssocID="{F195750E-8BA4-4CD3-91ED-7E4F78B5A2DE}" presName="connTx" presStyleLbl="sibTrans2D1" presStyleIdx="0" presStyleCnt="2"/>
      <dgm:spPr/>
    </dgm:pt>
    <dgm:pt modelId="{C2BCE2BF-41EF-419F-97F0-298C6EA2267E}" type="pres">
      <dgm:prSet presAssocID="{965618BA-882E-49E6-A3F9-6830DAD85754}" presName="composite" presStyleCnt="0"/>
      <dgm:spPr/>
    </dgm:pt>
    <dgm:pt modelId="{8AE984F5-B7EA-4939-960C-375BD784BA37}" type="pres">
      <dgm:prSet presAssocID="{965618BA-882E-49E6-A3F9-6830DAD85754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65AA5DE-F694-4D70-91D6-2304429FE2CC}" type="pres">
      <dgm:prSet presAssocID="{965618BA-882E-49E6-A3F9-6830DAD85754}" presName="parSh" presStyleLbl="node1" presStyleIdx="1" presStyleCnt="3"/>
      <dgm:spPr/>
    </dgm:pt>
    <dgm:pt modelId="{7D4C1216-70AA-413B-9BB8-B71AF089C0D3}" type="pres">
      <dgm:prSet presAssocID="{965618BA-882E-49E6-A3F9-6830DAD85754}" presName="desTx" presStyleLbl="fgAcc1" presStyleIdx="1" presStyleCnt="3">
        <dgm:presLayoutVars>
          <dgm:bulletEnabled val="1"/>
        </dgm:presLayoutVars>
      </dgm:prSet>
      <dgm:spPr/>
    </dgm:pt>
    <dgm:pt modelId="{AC0C7767-4198-453E-A8B0-8A52FCAA7539}" type="pres">
      <dgm:prSet presAssocID="{217D4184-756F-46CF-BCB6-812ADA46AD5E}" presName="sibTrans" presStyleLbl="sibTrans2D1" presStyleIdx="1" presStyleCnt="2"/>
      <dgm:spPr/>
    </dgm:pt>
    <dgm:pt modelId="{35CE96E3-6D7A-43CE-9E81-1480459DEB82}" type="pres">
      <dgm:prSet presAssocID="{217D4184-756F-46CF-BCB6-812ADA46AD5E}" presName="connTx" presStyleLbl="sibTrans2D1" presStyleIdx="1" presStyleCnt="2"/>
      <dgm:spPr/>
    </dgm:pt>
    <dgm:pt modelId="{FA7080AD-1132-4A1C-B087-6856EE4321AB}" type="pres">
      <dgm:prSet presAssocID="{39BE679F-2374-44F3-BF28-27D52FEAB90F}" presName="composite" presStyleCnt="0"/>
      <dgm:spPr/>
    </dgm:pt>
    <dgm:pt modelId="{F977D0A8-491A-4537-BA03-41B8E16D6155}" type="pres">
      <dgm:prSet presAssocID="{39BE679F-2374-44F3-BF28-27D52FEAB90F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F503D104-8655-466C-A089-76EF8AA7BEBE}" type="pres">
      <dgm:prSet presAssocID="{39BE679F-2374-44F3-BF28-27D52FEAB90F}" presName="parSh" presStyleLbl="node1" presStyleIdx="2" presStyleCnt="3"/>
      <dgm:spPr/>
    </dgm:pt>
    <dgm:pt modelId="{E5AC5E6D-83F6-46E9-822D-1734F0F6B4FF}" type="pres">
      <dgm:prSet presAssocID="{39BE679F-2374-44F3-BF28-27D52FEAB90F}" presName="desTx" presStyleLbl="fgAcc1" presStyleIdx="2" presStyleCnt="3">
        <dgm:presLayoutVars>
          <dgm:bulletEnabled val="1"/>
        </dgm:presLayoutVars>
      </dgm:prSet>
      <dgm:spPr/>
    </dgm:pt>
  </dgm:ptLst>
  <dgm:cxnLst>
    <dgm:cxn modelId="{EC8E1800-F389-40E1-A62D-2C465A7D736B}" type="presOf" srcId="{85068282-48B5-44A4-B462-A32AEB70C16B}" destId="{7D4C1216-70AA-413B-9BB8-B71AF089C0D3}" srcOrd="0" destOrd="0" presId="urn:microsoft.com/office/officeart/2005/8/layout/process3"/>
    <dgm:cxn modelId="{904C5B0A-C43E-4BD8-9B44-0124EE657A0C}" srcId="{1D57BB69-77B3-4A38-AFCA-7ADB9327B424}" destId="{39BE679F-2374-44F3-BF28-27D52FEAB90F}" srcOrd="2" destOrd="0" parTransId="{C76DC5ED-518A-44E6-A96E-1E36F76F2ACB}" sibTransId="{D1B062B4-BC5D-4762-98A1-EFE738E50FA7}"/>
    <dgm:cxn modelId="{662CD00E-6732-4433-A17A-A35EE16676CC}" srcId="{8D016D9C-7CAA-4FAC-8AA9-17445F8BFCAE}" destId="{7DDCD522-841F-4480-AADB-2414A01AB688}" srcOrd="2" destOrd="0" parTransId="{C685CE90-9458-45BA-A36C-E844BD5F3CFE}" sibTransId="{C707AEB0-1C7A-4F24-B9A5-BF3D0FEF33CD}"/>
    <dgm:cxn modelId="{01311F16-F1E4-4136-B28A-6180FD61035C}" srcId="{8D016D9C-7CAA-4FAC-8AA9-17445F8BFCAE}" destId="{19DA8229-71C8-49D1-85B8-78B5F438E476}" srcOrd="1" destOrd="0" parTransId="{B7046E87-C5E9-4D7A-A899-E646A96FF501}" sibTransId="{13C31685-B461-401E-9EEE-712311C3AD0F}"/>
    <dgm:cxn modelId="{E577991B-003A-48E8-B843-25262319A155}" type="presOf" srcId="{F1D0E8B3-ACEE-4F16-8C4E-0BD9A0D75879}" destId="{7D4C1216-70AA-413B-9BB8-B71AF089C0D3}" srcOrd="0" destOrd="3" presId="urn:microsoft.com/office/officeart/2005/8/layout/process3"/>
    <dgm:cxn modelId="{0D0A051D-13A8-482B-91C6-A234043C3193}" srcId="{39BE679F-2374-44F3-BF28-27D52FEAB90F}" destId="{F2F09082-D515-4548-B8FD-843E6DE77ACA}" srcOrd="0" destOrd="0" parTransId="{FA17497C-7A18-42ED-AD39-EA779B0ACE6E}" sibTransId="{A0E523AD-F5A9-47B5-8AC7-C422A7A6CB8B}"/>
    <dgm:cxn modelId="{AA9A231F-318D-496A-B842-E273028B9111}" type="presOf" srcId="{F195750E-8BA4-4CD3-91ED-7E4F78B5A2DE}" destId="{19B09832-8F79-4C46-9D7D-694E1846AF70}" srcOrd="1" destOrd="0" presId="urn:microsoft.com/office/officeart/2005/8/layout/process3"/>
    <dgm:cxn modelId="{54DE4927-DB55-4A6F-9CFC-E08992034301}" type="presOf" srcId="{965618BA-882E-49E6-A3F9-6830DAD85754}" destId="{8AE984F5-B7EA-4939-960C-375BD784BA37}" srcOrd="0" destOrd="0" presId="urn:microsoft.com/office/officeart/2005/8/layout/process3"/>
    <dgm:cxn modelId="{6FDA6334-F0CA-4D52-851A-9951BE7452CB}" srcId="{39BE679F-2374-44F3-BF28-27D52FEAB90F}" destId="{61F9399B-FD31-4FCB-9364-1F7A90102262}" srcOrd="2" destOrd="0" parTransId="{DCFC8136-CE2F-43BD-B3DF-8DD91E7D960E}" sibTransId="{A36D859D-7C4A-482E-9D2B-68360852C6F6}"/>
    <dgm:cxn modelId="{92AFA634-0CED-4769-9405-08E13B4BA2D2}" srcId="{1D57BB69-77B3-4A38-AFCA-7ADB9327B424}" destId="{965618BA-882E-49E6-A3F9-6830DAD85754}" srcOrd="1" destOrd="0" parTransId="{B4F4342F-CA96-4A77-B559-CE7564DC1AD1}" sibTransId="{217D4184-756F-46CF-BCB6-812ADA46AD5E}"/>
    <dgm:cxn modelId="{84103740-D3EB-4C62-9A29-F6BEF35776BF}" type="presOf" srcId="{19DA8229-71C8-49D1-85B8-78B5F438E476}" destId="{F24634DD-9D96-4BA2-AFDB-7B7E9B4032B0}" srcOrd="0" destOrd="1" presId="urn:microsoft.com/office/officeart/2005/8/layout/process3"/>
    <dgm:cxn modelId="{35396A5C-711D-4B03-9FF2-8B84DCE4F6C2}" srcId="{965618BA-882E-49E6-A3F9-6830DAD85754}" destId="{F1D0E8B3-ACEE-4F16-8C4E-0BD9A0D75879}" srcOrd="3" destOrd="0" parTransId="{A137AFA0-7F22-4D25-9621-2B8CC260A157}" sibTransId="{7C48F488-042B-4F6B-814D-4A090B5E5176}"/>
    <dgm:cxn modelId="{C9602D61-97C7-4E64-B258-0F05C3CF6368}" type="presOf" srcId="{965618BA-882E-49E6-A3F9-6830DAD85754}" destId="{865AA5DE-F694-4D70-91D6-2304429FE2CC}" srcOrd="1" destOrd="0" presId="urn:microsoft.com/office/officeart/2005/8/layout/process3"/>
    <dgm:cxn modelId="{FF1A9D51-1C5F-4DC0-AE77-1D0E9EE820B4}" srcId="{965618BA-882E-49E6-A3F9-6830DAD85754}" destId="{85068282-48B5-44A4-B462-A32AEB70C16B}" srcOrd="0" destOrd="0" parTransId="{D8410138-0957-4D67-B423-AE1B802AD24C}" sibTransId="{54718478-33DF-4465-B34C-E228844583A8}"/>
    <dgm:cxn modelId="{B6D5D851-7AE3-4F24-9EFC-CCDABBF7D8FF}" type="presOf" srcId="{8D016D9C-7CAA-4FAC-8AA9-17445F8BFCAE}" destId="{6A4BA61C-1D5D-47A0-A4B4-A66A2D3D95EA}" srcOrd="1" destOrd="0" presId="urn:microsoft.com/office/officeart/2005/8/layout/process3"/>
    <dgm:cxn modelId="{466CC65A-AB25-43AF-AE5B-E043285A14A2}" type="presOf" srcId="{F195750E-8BA4-4CD3-91ED-7E4F78B5A2DE}" destId="{AD98BFCF-1A1D-4CE0-A517-7A914F1B5B0B}" srcOrd="0" destOrd="0" presId="urn:microsoft.com/office/officeart/2005/8/layout/process3"/>
    <dgm:cxn modelId="{6739747B-A076-4EEC-ADC9-2ABF9EF429D9}" type="presOf" srcId="{399A9CCD-7E95-4C15-9C86-1CDF07D82D5C}" destId="{7D4C1216-70AA-413B-9BB8-B71AF089C0D3}" srcOrd="0" destOrd="1" presId="urn:microsoft.com/office/officeart/2005/8/layout/process3"/>
    <dgm:cxn modelId="{0A7E4F80-BE07-4C4B-80C4-E0F697B8E53F}" srcId="{1D57BB69-77B3-4A38-AFCA-7ADB9327B424}" destId="{8D016D9C-7CAA-4FAC-8AA9-17445F8BFCAE}" srcOrd="0" destOrd="0" parTransId="{CC6330C5-8C17-4CF8-8F21-4B67A6CED7CD}" sibTransId="{F195750E-8BA4-4CD3-91ED-7E4F78B5A2DE}"/>
    <dgm:cxn modelId="{7798E687-F9EC-4CC5-B307-962F656BF23D}" type="presOf" srcId="{B1A924AC-0D13-4081-9F45-D49F185C5EF3}" destId="{F24634DD-9D96-4BA2-AFDB-7B7E9B4032B0}" srcOrd="0" destOrd="0" presId="urn:microsoft.com/office/officeart/2005/8/layout/process3"/>
    <dgm:cxn modelId="{AEDA08A2-7113-4F68-8435-BBFD9AD9D3BD}" type="presOf" srcId="{5810A9CA-312F-439F-8865-5EA934827477}" destId="{E5AC5E6D-83F6-46E9-822D-1734F0F6B4FF}" srcOrd="0" destOrd="1" presId="urn:microsoft.com/office/officeart/2005/8/layout/process3"/>
    <dgm:cxn modelId="{245798A2-2418-454C-9AA3-EF5EF7CAA53E}" type="presOf" srcId="{217D4184-756F-46CF-BCB6-812ADA46AD5E}" destId="{35CE96E3-6D7A-43CE-9E81-1480459DEB82}" srcOrd="1" destOrd="0" presId="urn:microsoft.com/office/officeart/2005/8/layout/process3"/>
    <dgm:cxn modelId="{963FCAA5-C082-4A7D-93F6-FF5C86485AE6}" type="presOf" srcId="{8D016D9C-7CAA-4FAC-8AA9-17445F8BFCAE}" destId="{3861755C-C4D8-4398-9A7A-3237F259E333}" srcOrd="0" destOrd="0" presId="urn:microsoft.com/office/officeart/2005/8/layout/process3"/>
    <dgm:cxn modelId="{CA8C21B1-90E1-4D6E-82B0-85AF602C4856}" type="presOf" srcId="{39BE679F-2374-44F3-BF28-27D52FEAB90F}" destId="{F977D0A8-491A-4537-BA03-41B8E16D6155}" srcOrd="0" destOrd="0" presId="urn:microsoft.com/office/officeart/2005/8/layout/process3"/>
    <dgm:cxn modelId="{EF925AB1-3A60-4066-9C1C-CE3BAD400F37}" srcId="{39BE679F-2374-44F3-BF28-27D52FEAB90F}" destId="{5810A9CA-312F-439F-8865-5EA934827477}" srcOrd="1" destOrd="0" parTransId="{AB8DAEEA-2499-4A03-9D3B-866F81657FAB}" sibTransId="{5A301717-85C8-4829-800F-D007986F9F17}"/>
    <dgm:cxn modelId="{C35902B3-67B1-4270-81E7-2F9E9FDD40F3}" srcId="{965618BA-882E-49E6-A3F9-6830DAD85754}" destId="{399A9CCD-7E95-4C15-9C86-1CDF07D82D5C}" srcOrd="1" destOrd="0" parTransId="{AC86DF3D-EB41-4C7C-9778-2EA00F7446EE}" sibTransId="{F5D30768-5631-4CC2-99D2-DB40B6D342F2}"/>
    <dgm:cxn modelId="{A7055DBA-458C-4B64-9392-84B351B0C6F7}" srcId="{8D016D9C-7CAA-4FAC-8AA9-17445F8BFCAE}" destId="{B1A924AC-0D13-4081-9F45-D49F185C5EF3}" srcOrd="0" destOrd="0" parTransId="{376063D0-E262-4C1D-9B8D-B6A517CA37A2}" sibTransId="{90987A87-52E0-42A6-A2DE-15DC96666F9A}"/>
    <dgm:cxn modelId="{728740C2-E38F-4113-920A-1052610CF6E6}" type="presOf" srcId="{217D4184-756F-46CF-BCB6-812ADA46AD5E}" destId="{AC0C7767-4198-453E-A8B0-8A52FCAA7539}" srcOrd="0" destOrd="0" presId="urn:microsoft.com/office/officeart/2005/8/layout/process3"/>
    <dgm:cxn modelId="{D67E88C3-120A-4725-A4F3-51C74EAAA2B7}" type="presOf" srcId="{F2F09082-D515-4548-B8FD-843E6DE77ACA}" destId="{E5AC5E6D-83F6-46E9-822D-1734F0F6B4FF}" srcOrd="0" destOrd="0" presId="urn:microsoft.com/office/officeart/2005/8/layout/process3"/>
    <dgm:cxn modelId="{17427AD8-A96C-46D6-9D1C-41E93E591D72}" type="presOf" srcId="{1D57BB69-77B3-4A38-AFCA-7ADB9327B424}" destId="{70073CC0-BAD1-4EFF-9CDC-4CACE2FF704A}" srcOrd="0" destOrd="0" presId="urn:microsoft.com/office/officeart/2005/8/layout/process3"/>
    <dgm:cxn modelId="{418E23E3-37E5-4995-8501-D25018B1BE07}" type="presOf" srcId="{7DDCD522-841F-4480-AADB-2414A01AB688}" destId="{F24634DD-9D96-4BA2-AFDB-7B7E9B4032B0}" srcOrd="0" destOrd="2" presId="urn:microsoft.com/office/officeart/2005/8/layout/process3"/>
    <dgm:cxn modelId="{9416D8E6-BA31-4721-BF29-510689579D00}" srcId="{965618BA-882E-49E6-A3F9-6830DAD85754}" destId="{68F4BC4C-0F14-4026-9176-21738ACE3033}" srcOrd="2" destOrd="0" parTransId="{93B4DF31-A181-4171-9C4A-D2B2033DAB81}" sibTransId="{13C1D074-C709-4F01-BFE8-07C4D76FAFC1}"/>
    <dgm:cxn modelId="{B0AFF9E8-5060-4D87-8107-DBDA9FBDA3D1}" type="presOf" srcId="{61F9399B-FD31-4FCB-9364-1F7A90102262}" destId="{E5AC5E6D-83F6-46E9-822D-1734F0F6B4FF}" srcOrd="0" destOrd="2" presId="urn:microsoft.com/office/officeart/2005/8/layout/process3"/>
    <dgm:cxn modelId="{22A6D4EF-A4A3-443D-BBDA-25F2707DAE71}" type="presOf" srcId="{39BE679F-2374-44F3-BF28-27D52FEAB90F}" destId="{F503D104-8655-466C-A089-76EF8AA7BEBE}" srcOrd="1" destOrd="0" presId="urn:microsoft.com/office/officeart/2005/8/layout/process3"/>
    <dgm:cxn modelId="{7EE08EF2-142A-4480-8A8E-776320CF284C}" type="presOf" srcId="{68F4BC4C-0F14-4026-9176-21738ACE3033}" destId="{7D4C1216-70AA-413B-9BB8-B71AF089C0D3}" srcOrd="0" destOrd="2" presId="urn:microsoft.com/office/officeart/2005/8/layout/process3"/>
    <dgm:cxn modelId="{314E5CC4-64AE-492C-BA91-C082CCA458CA}" type="presParOf" srcId="{70073CC0-BAD1-4EFF-9CDC-4CACE2FF704A}" destId="{56455F24-71B3-4988-B535-5FAF92FB2D02}" srcOrd="0" destOrd="0" presId="urn:microsoft.com/office/officeart/2005/8/layout/process3"/>
    <dgm:cxn modelId="{85E945B9-F0F2-4224-BD19-B187B1ED5DDA}" type="presParOf" srcId="{56455F24-71B3-4988-B535-5FAF92FB2D02}" destId="{3861755C-C4D8-4398-9A7A-3237F259E333}" srcOrd="0" destOrd="0" presId="urn:microsoft.com/office/officeart/2005/8/layout/process3"/>
    <dgm:cxn modelId="{79CE0EA8-314D-402B-BC13-2F953AF135B0}" type="presParOf" srcId="{56455F24-71B3-4988-B535-5FAF92FB2D02}" destId="{6A4BA61C-1D5D-47A0-A4B4-A66A2D3D95EA}" srcOrd="1" destOrd="0" presId="urn:microsoft.com/office/officeart/2005/8/layout/process3"/>
    <dgm:cxn modelId="{B1B26559-6E25-4189-919B-701AFFC51D5E}" type="presParOf" srcId="{56455F24-71B3-4988-B535-5FAF92FB2D02}" destId="{F24634DD-9D96-4BA2-AFDB-7B7E9B4032B0}" srcOrd="2" destOrd="0" presId="urn:microsoft.com/office/officeart/2005/8/layout/process3"/>
    <dgm:cxn modelId="{74579822-4696-47FA-8C5E-D55BD05E5D2A}" type="presParOf" srcId="{70073CC0-BAD1-4EFF-9CDC-4CACE2FF704A}" destId="{AD98BFCF-1A1D-4CE0-A517-7A914F1B5B0B}" srcOrd="1" destOrd="0" presId="urn:microsoft.com/office/officeart/2005/8/layout/process3"/>
    <dgm:cxn modelId="{8687053A-B743-497B-9D87-EC4B30B2898C}" type="presParOf" srcId="{AD98BFCF-1A1D-4CE0-A517-7A914F1B5B0B}" destId="{19B09832-8F79-4C46-9D7D-694E1846AF70}" srcOrd="0" destOrd="0" presId="urn:microsoft.com/office/officeart/2005/8/layout/process3"/>
    <dgm:cxn modelId="{DA8041B0-5BAF-41CB-B3E6-C947F37AA142}" type="presParOf" srcId="{70073CC0-BAD1-4EFF-9CDC-4CACE2FF704A}" destId="{C2BCE2BF-41EF-419F-97F0-298C6EA2267E}" srcOrd="2" destOrd="0" presId="urn:microsoft.com/office/officeart/2005/8/layout/process3"/>
    <dgm:cxn modelId="{C2410A11-66D5-4E05-BD7F-8616E8C8E464}" type="presParOf" srcId="{C2BCE2BF-41EF-419F-97F0-298C6EA2267E}" destId="{8AE984F5-B7EA-4939-960C-375BD784BA37}" srcOrd="0" destOrd="0" presId="urn:microsoft.com/office/officeart/2005/8/layout/process3"/>
    <dgm:cxn modelId="{9494DF46-7378-4C0B-882B-CFC342809966}" type="presParOf" srcId="{C2BCE2BF-41EF-419F-97F0-298C6EA2267E}" destId="{865AA5DE-F694-4D70-91D6-2304429FE2CC}" srcOrd="1" destOrd="0" presId="urn:microsoft.com/office/officeart/2005/8/layout/process3"/>
    <dgm:cxn modelId="{C90F8D36-FB92-4528-B614-1A268CE5D1F0}" type="presParOf" srcId="{C2BCE2BF-41EF-419F-97F0-298C6EA2267E}" destId="{7D4C1216-70AA-413B-9BB8-B71AF089C0D3}" srcOrd="2" destOrd="0" presId="urn:microsoft.com/office/officeart/2005/8/layout/process3"/>
    <dgm:cxn modelId="{AD7F9E08-BFE5-4531-A43E-41608EDC0830}" type="presParOf" srcId="{70073CC0-BAD1-4EFF-9CDC-4CACE2FF704A}" destId="{AC0C7767-4198-453E-A8B0-8A52FCAA7539}" srcOrd="3" destOrd="0" presId="urn:microsoft.com/office/officeart/2005/8/layout/process3"/>
    <dgm:cxn modelId="{E3E00B12-61DD-49FF-8ED7-F8492FD2EC9E}" type="presParOf" srcId="{AC0C7767-4198-453E-A8B0-8A52FCAA7539}" destId="{35CE96E3-6D7A-43CE-9E81-1480459DEB82}" srcOrd="0" destOrd="0" presId="urn:microsoft.com/office/officeart/2005/8/layout/process3"/>
    <dgm:cxn modelId="{2C9D407F-2A81-4DBD-8F8D-42ADEAED1805}" type="presParOf" srcId="{70073CC0-BAD1-4EFF-9CDC-4CACE2FF704A}" destId="{FA7080AD-1132-4A1C-B087-6856EE4321AB}" srcOrd="4" destOrd="0" presId="urn:microsoft.com/office/officeart/2005/8/layout/process3"/>
    <dgm:cxn modelId="{FE07BEF4-C45D-45B9-B4A4-E55BF661833A}" type="presParOf" srcId="{FA7080AD-1132-4A1C-B087-6856EE4321AB}" destId="{F977D0A8-491A-4537-BA03-41B8E16D6155}" srcOrd="0" destOrd="0" presId="urn:microsoft.com/office/officeart/2005/8/layout/process3"/>
    <dgm:cxn modelId="{C3484013-E9CF-4A13-AF54-74069D10C031}" type="presParOf" srcId="{FA7080AD-1132-4A1C-B087-6856EE4321AB}" destId="{F503D104-8655-466C-A089-76EF8AA7BEBE}" srcOrd="1" destOrd="0" presId="urn:microsoft.com/office/officeart/2005/8/layout/process3"/>
    <dgm:cxn modelId="{E79BBA15-AC95-434A-B56E-FED64BC6185F}" type="presParOf" srcId="{FA7080AD-1132-4A1C-B087-6856EE4321AB}" destId="{E5AC5E6D-83F6-46E9-822D-1734F0F6B4FF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8ACE18-EE8C-4A25-A775-4211EDEE78ED}" type="doc">
      <dgm:prSet loTypeId="urn:microsoft.com/office/officeart/2005/8/layout/hProcess10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1794D850-01E1-4AA6-A62F-57F32E2D99D6}">
      <dgm:prSet phldrT="[Text]"/>
      <dgm:spPr/>
      <dgm:t>
        <a:bodyPr/>
        <a:lstStyle/>
        <a:p>
          <a:r>
            <a:rPr lang="en-US" noProof="0" dirty="0"/>
            <a:t>Deep Learning</a:t>
          </a:r>
        </a:p>
      </dgm:t>
    </dgm:pt>
    <dgm:pt modelId="{CC3FFBFA-8C9A-4DA6-AC05-5E77EDABEA44}" type="parTrans" cxnId="{471313D3-E834-4940-A588-5EC3847C70C8}">
      <dgm:prSet/>
      <dgm:spPr/>
      <dgm:t>
        <a:bodyPr/>
        <a:lstStyle/>
        <a:p>
          <a:endParaRPr lang="en-US"/>
        </a:p>
      </dgm:t>
    </dgm:pt>
    <dgm:pt modelId="{51CD0013-CDB1-4F98-A7D0-9799E0641899}" type="sibTrans" cxnId="{471313D3-E834-4940-A588-5EC3847C70C8}">
      <dgm:prSet/>
      <dgm:spPr/>
      <dgm:t>
        <a:bodyPr/>
        <a:lstStyle/>
        <a:p>
          <a:endParaRPr lang="en-US"/>
        </a:p>
      </dgm:t>
    </dgm:pt>
    <dgm:pt modelId="{A5F8C984-0401-42DA-8375-AAB96E3B0D4C}">
      <dgm:prSet phldrT="[Text]"/>
      <dgm:spPr/>
      <dgm:t>
        <a:bodyPr/>
        <a:lstStyle/>
        <a:p>
          <a:r>
            <a:rPr lang="en-US" noProof="0" dirty="0" err="1"/>
            <a:t>PyTorch</a:t>
          </a:r>
          <a:endParaRPr lang="en-US" noProof="0" dirty="0"/>
        </a:p>
      </dgm:t>
    </dgm:pt>
    <dgm:pt modelId="{3D4E9809-03CF-4D74-9A76-5EA0D836BBDF}" type="parTrans" cxnId="{E07017C5-54B9-44B5-8ED3-42C175608A5B}">
      <dgm:prSet/>
      <dgm:spPr/>
      <dgm:t>
        <a:bodyPr/>
        <a:lstStyle/>
        <a:p>
          <a:endParaRPr lang="en-US"/>
        </a:p>
      </dgm:t>
    </dgm:pt>
    <dgm:pt modelId="{B6CCF43C-AE80-4286-87FA-77935A5ADC1E}" type="sibTrans" cxnId="{E07017C5-54B9-44B5-8ED3-42C175608A5B}">
      <dgm:prSet/>
      <dgm:spPr/>
      <dgm:t>
        <a:bodyPr/>
        <a:lstStyle/>
        <a:p>
          <a:endParaRPr lang="en-US"/>
        </a:p>
      </dgm:t>
    </dgm:pt>
    <dgm:pt modelId="{163FE902-DB20-4749-B10F-4D0528133447}">
      <dgm:prSet phldrT="[Text]"/>
      <dgm:spPr/>
      <dgm:t>
        <a:bodyPr/>
        <a:lstStyle/>
        <a:p>
          <a:r>
            <a:rPr lang="en-US" noProof="0" dirty="0"/>
            <a:t>TensorFlow</a:t>
          </a:r>
        </a:p>
      </dgm:t>
    </dgm:pt>
    <dgm:pt modelId="{1EC642AC-D560-4C21-9C43-89F6C855E354}" type="parTrans" cxnId="{BCB1CC32-9B61-4F33-8E16-A7111BC0EACA}">
      <dgm:prSet/>
      <dgm:spPr/>
      <dgm:t>
        <a:bodyPr/>
        <a:lstStyle/>
        <a:p>
          <a:endParaRPr lang="en-US"/>
        </a:p>
      </dgm:t>
    </dgm:pt>
    <dgm:pt modelId="{E1FA7F69-4646-471B-A365-2E85DAD0310B}" type="sibTrans" cxnId="{BCB1CC32-9B61-4F33-8E16-A7111BC0EACA}">
      <dgm:prSet/>
      <dgm:spPr/>
      <dgm:t>
        <a:bodyPr/>
        <a:lstStyle/>
        <a:p>
          <a:endParaRPr lang="en-US"/>
        </a:p>
      </dgm:t>
    </dgm:pt>
    <dgm:pt modelId="{3CF27163-0016-4581-AF6E-F3B6577A6C06}">
      <dgm:prSet phldrT="[Text]"/>
      <dgm:spPr/>
      <dgm:t>
        <a:bodyPr/>
        <a:lstStyle/>
        <a:p>
          <a:r>
            <a:rPr lang="en-US" noProof="0" dirty="0"/>
            <a:t>Data Science</a:t>
          </a:r>
        </a:p>
      </dgm:t>
    </dgm:pt>
    <dgm:pt modelId="{924C0566-C1D8-438A-82C5-B0A340B3946A}" type="parTrans" cxnId="{8655039A-E2C5-445C-BEBC-6EF0AD1C4B54}">
      <dgm:prSet/>
      <dgm:spPr/>
      <dgm:t>
        <a:bodyPr/>
        <a:lstStyle/>
        <a:p>
          <a:endParaRPr lang="en-US"/>
        </a:p>
      </dgm:t>
    </dgm:pt>
    <dgm:pt modelId="{EF5E313F-CAD9-45DB-B95D-D8DAB6C2406C}" type="sibTrans" cxnId="{8655039A-E2C5-445C-BEBC-6EF0AD1C4B54}">
      <dgm:prSet/>
      <dgm:spPr/>
      <dgm:t>
        <a:bodyPr/>
        <a:lstStyle/>
        <a:p>
          <a:endParaRPr lang="en-US"/>
        </a:p>
      </dgm:t>
    </dgm:pt>
    <dgm:pt modelId="{419AEF13-E18F-4CC7-B862-B308EC855B70}">
      <dgm:prSet phldrT="[Text]"/>
      <dgm:spPr/>
      <dgm:t>
        <a:bodyPr/>
        <a:lstStyle/>
        <a:p>
          <a:r>
            <a:rPr lang="en-US" noProof="0" dirty="0"/>
            <a:t>RAPIDS</a:t>
          </a:r>
        </a:p>
      </dgm:t>
    </dgm:pt>
    <dgm:pt modelId="{1090DAF8-CE6B-4D6A-A3B1-F8408A559564}" type="parTrans" cxnId="{8DDA2E78-72F9-4BAB-A7B1-F55E4EC5F063}">
      <dgm:prSet/>
      <dgm:spPr/>
      <dgm:t>
        <a:bodyPr/>
        <a:lstStyle/>
        <a:p>
          <a:endParaRPr lang="en-US"/>
        </a:p>
      </dgm:t>
    </dgm:pt>
    <dgm:pt modelId="{EE16CBF3-8446-47C4-A314-0C7D1D21E55E}" type="sibTrans" cxnId="{8DDA2E78-72F9-4BAB-A7B1-F55E4EC5F063}">
      <dgm:prSet/>
      <dgm:spPr/>
      <dgm:t>
        <a:bodyPr/>
        <a:lstStyle/>
        <a:p>
          <a:endParaRPr lang="en-US"/>
        </a:p>
      </dgm:t>
    </dgm:pt>
    <dgm:pt modelId="{953EB084-91E9-4A76-A368-AA650F644248}">
      <dgm:prSet phldrT="[Text]"/>
      <dgm:spPr/>
      <dgm:t>
        <a:bodyPr/>
        <a:lstStyle/>
        <a:p>
          <a:r>
            <a:rPr lang="en-US" noProof="0" dirty="0"/>
            <a:t>Numeric tasks</a:t>
          </a:r>
        </a:p>
      </dgm:t>
    </dgm:pt>
    <dgm:pt modelId="{9685EAB8-EE77-4722-B4E4-3D545359912D}" type="parTrans" cxnId="{B1D675E4-D857-47EF-9EB6-E24D43645A54}">
      <dgm:prSet/>
      <dgm:spPr/>
      <dgm:t>
        <a:bodyPr/>
        <a:lstStyle/>
        <a:p>
          <a:endParaRPr lang="en-US"/>
        </a:p>
      </dgm:t>
    </dgm:pt>
    <dgm:pt modelId="{EFF1DBD6-E62B-45EC-9F76-0587BC1A685A}" type="sibTrans" cxnId="{B1D675E4-D857-47EF-9EB6-E24D43645A54}">
      <dgm:prSet/>
      <dgm:spPr/>
      <dgm:t>
        <a:bodyPr/>
        <a:lstStyle/>
        <a:p>
          <a:endParaRPr lang="en-US"/>
        </a:p>
      </dgm:t>
    </dgm:pt>
    <dgm:pt modelId="{79774289-F797-41EF-8306-70B40A7DE9BA}">
      <dgm:prSet phldrT="[Text]"/>
      <dgm:spPr/>
      <dgm:t>
        <a:bodyPr/>
        <a:lstStyle/>
        <a:p>
          <a:r>
            <a:rPr lang="en-US" noProof="0" dirty="0" err="1"/>
            <a:t>CuPy</a:t>
          </a:r>
          <a:endParaRPr lang="en-US" noProof="0" dirty="0"/>
        </a:p>
      </dgm:t>
    </dgm:pt>
    <dgm:pt modelId="{51E1F38D-F1A5-4F5E-B338-0EDE80D2CC9F}" type="parTrans" cxnId="{93EE0941-DC4D-4486-8A42-514AA0E357D4}">
      <dgm:prSet/>
      <dgm:spPr/>
      <dgm:t>
        <a:bodyPr/>
        <a:lstStyle/>
        <a:p>
          <a:endParaRPr lang="en-US"/>
        </a:p>
      </dgm:t>
    </dgm:pt>
    <dgm:pt modelId="{0D042310-C1AB-44A2-B6D2-9B92BEC07D17}" type="sibTrans" cxnId="{93EE0941-DC4D-4486-8A42-514AA0E357D4}">
      <dgm:prSet/>
      <dgm:spPr/>
      <dgm:t>
        <a:bodyPr/>
        <a:lstStyle/>
        <a:p>
          <a:endParaRPr lang="en-US"/>
        </a:p>
      </dgm:t>
    </dgm:pt>
    <dgm:pt modelId="{7521B64F-1091-4E8A-B574-97FC13385A9C}">
      <dgm:prSet phldrT="[Text]"/>
      <dgm:spPr/>
      <dgm:t>
        <a:bodyPr/>
        <a:lstStyle/>
        <a:p>
          <a:r>
            <a:rPr lang="en-US" noProof="0" dirty="0" err="1"/>
            <a:t>cuPyNumeric</a:t>
          </a:r>
          <a:endParaRPr lang="en-US" noProof="0" dirty="0"/>
        </a:p>
      </dgm:t>
    </dgm:pt>
    <dgm:pt modelId="{062734DF-387C-4D70-988D-D96FB1E36195}" type="parTrans" cxnId="{300D86BD-6A2B-4260-8F8E-A74954CBEFC5}">
      <dgm:prSet/>
      <dgm:spPr/>
      <dgm:t>
        <a:bodyPr/>
        <a:lstStyle/>
        <a:p>
          <a:endParaRPr lang="en-US"/>
        </a:p>
      </dgm:t>
    </dgm:pt>
    <dgm:pt modelId="{F10DE1AE-9E4D-4082-A17F-AB1EEAC0BB45}" type="sibTrans" cxnId="{300D86BD-6A2B-4260-8F8E-A74954CBEFC5}">
      <dgm:prSet/>
      <dgm:spPr/>
      <dgm:t>
        <a:bodyPr/>
        <a:lstStyle/>
        <a:p>
          <a:endParaRPr lang="en-US"/>
        </a:p>
      </dgm:t>
    </dgm:pt>
    <dgm:pt modelId="{45595894-D072-41EA-ADBC-CB170485EBFF}">
      <dgm:prSet phldrT="[Text]"/>
      <dgm:spPr/>
      <dgm:t>
        <a:bodyPr/>
        <a:lstStyle/>
        <a:p>
          <a:r>
            <a:rPr lang="en-US" noProof="0" dirty="0"/>
            <a:t>Custom kernels</a:t>
          </a:r>
        </a:p>
      </dgm:t>
    </dgm:pt>
    <dgm:pt modelId="{639F5D32-5B61-49A2-B680-81390A1E46AD}" type="parTrans" cxnId="{4146BA5F-46B2-48D0-8E9C-A4FC056C299C}">
      <dgm:prSet/>
      <dgm:spPr/>
      <dgm:t>
        <a:bodyPr/>
        <a:lstStyle/>
        <a:p>
          <a:endParaRPr lang="en-US"/>
        </a:p>
      </dgm:t>
    </dgm:pt>
    <dgm:pt modelId="{A6B0A866-16F3-4690-9392-2A2EA004AF2D}" type="sibTrans" cxnId="{4146BA5F-46B2-48D0-8E9C-A4FC056C299C}">
      <dgm:prSet/>
      <dgm:spPr/>
      <dgm:t>
        <a:bodyPr/>
        <a:lstStyle/>
        <a:p>
          <a:endParaRPr lang="en-US"/>
        </a:p>
      </dgm:t>
    </dgm:pt>
    <dgm:pt modelId="{4CD6A5D9-9BBE-4642-886B-4BB2569F6E9B}">
      <dgm:prSet phldrT="[Text]"/>
      <dgm:spPr/>
      <dgm:t>
        <a:bodyPr/>
        <a:lstStyle/>
        <a:p>
          <a:r>
            <a:rPr lang="en-US" noProof="0" dirty="0" err="1"/>
            <a:t>Numba</a:t>
          </a:r>
          <a:endParaRPr lang="en-US" noProof="0" dirty="0"/>
        </a:p>
      </dgm:t>
    </dgm:pt>
    <dgm:pt modelId="{11C8FC1B-92F7-4F96-B468-6E7DFE283C50}" type="parTrans" cxnId="{74AF1C67-6204-4066-BC4E-8F9642ADE81A}">
      <dgm:prSet/>
      <dgm:spPr/>
      <dgm:t>
        <a:bodyPr/>
        <a:lstStyle/>
        <a:p>
          <a:endParaRPr lang="en-US"/>
        </a:p>
      </dgm:t>
    </dgm:pt>
    <dgm:pt modelId="{52D75767-C074-48C3-9406-AFDC26DCC6CA}" type="sibTrans" cxnId="{74AF1C67-6204-4066-BC4E-8F9642ADE81A}">
      <dgm:prSet/>
      <dgm:spPr/>
      <dgm:t>
        <a:bodyPr/>
        <a:lstStyle/>
        <a:p>
          <a:endParaRPr lang="en-US"/>
        </a:p>
      </dgm:t>
    </dgm:pt>
    <dgm:pt modelId="{A9EE6370-2781-441F-807D-52A0574D7F5E}">
      <dgm:prSet phldrT="[Text]"/>
      <dgm:spPr/>
      <dgm:t>
        <a:bodyPr/>
        <a:lstStyle/>
        <a:p>
          <a:r>
            <a:rPr lang="en-US" noProof="0" dirty="0" err="1"/>
            <a:t>PyCUDA</a:t>
          </a:r>
          <a:endParaRPr lang="en-US" dirty="0"/>
        </a:p>
      </dgm:t>
    </dgm:pt>
    <dgm:pt modelId="{5C85E617-D6D2-46DD-817A-CB7FF7C3C8D6}" type="parTrans" cxnId="{55B6BA51-5930-424A-8163-F9EA445B1388}">
      <dgm:prSet/>
      <dgm:spPr/>
      <dgm:t>
        <a:bodyPr/>
        <a:lstStyle/>
        <a:p>
          <a:endParaRPr lang="en-US"/>
        </a:p>
      </dgm:t>
    </dgm:pt>
    <dgm:pt modelId="{56F0E684-79D1-46F9-8C35-334156E15C5C}" type="sibTrans" cxnId="{55B6BA51-5930-424A-8163-F9EA445B1388}">
      <dgm:prSet/>
      <dgm:spPr/>
      <dgm:t>
        <a:bodyPr/>
        <a:lstStyle/>
        <a:p>
          <a:endParaRPr lang="en-US"/>
        </a:p>
      </dgm:t>
    </dgm:pt>
    <dgm:pt modelId="{145AE746-095C-4860-8EDB-B87B0D0873C1}">
      <dgm:prSet phldrT="[Text]"/>
      <dgm:spPr/>
      <dgm:t>
        <a:bodyPr/>
        <a:lstStyle/>
        <a:p>
          <a:r>
            <a:rPr lang="es-CO" dirty="0" err="1"/>
            <a:t>cuTile</a:t>
          </a:r>
          <a:endParaRPr lang="en-US" dirty="0"/>
        </a:p>
      </dgm:t>
    </dgm:pt>
    <dgm:pt modelId="{CDF1BEED-125B-4D2D-BA7F-35265731E36E}" type="parTrans" cxnId="{C6413E1E-C98B-4EC0-A525-3420D3D61C2C}">
      <dgm:prSet/>
      <dgm:spPr/>
      <dgm:t>
        <a:bodyPr/>
        <a:lstStyle/>
        <a:p>
          <a:endParaRPr lang="en-US"/>
        </a:p>
      </dgm:t>
    </dgm:pt>
    <dgm:pt modelId="{3712920E-1A65-490A-940E-32B01B12DE21}" type="sibTrans" cxnId="{C6413E1E-C98B-4EC0-A525-3420D3D61C2C}">
      <dgm:prSet/>
      <dgm:spPr/>
      <dgm:t>
        <a:bodyPr/>
        <a:lstStyle/>
        <a:p>
          <a:endParaRPr lang="en-US"/>
        </a:p>
      </dgm:t>
    </dgm:pt>
    <dgm:pt modelId="{C8B149C1-AA69-474B-BF58-3D20FF15B78D}">
      <dgm:prSet phldrT="[Text]"/>
      <dgm:spPr/>
      <dgm:t>
        <a:bodyPr/>
        <a:lstStyle/>
        <a:p>
          <a:r>
            <a:rPr lang="es-CO" noProof="0" dirty="0" err="1"/>
            <a:t>Keras</a:t>
          </a:r>
          <a:endParaRPr lang="en-US" noProof="0" dirty="0"/>
        </a:p>
      </dgm:t>
    </dgm:pt>
    <dgm:pt modelId="{D6011BC6-2EC2-47DF-A8F1-249830B54574}" type="parTrans" cxnId="{63920419-C692-455C-B514-1D26760C3A90}">
      <dgm:prSet/>
      <dgm:spPr/>
      <dgm:t>
        <a:bodyPr/>
        <a:lstStyle/>
        <a:p>
          <a:endParaRPr lang="en-US"/>
        </a:p>
      </dgm:t>
    </dgm:pt>
    <dgm:pt modelId="{292553B1-ED47-4FC3-A7FF-484B03894300}" type="sibTrans" cxnId="{63920419-C692-455C-B514-1D26760C3A90}">
      <dgm:prSet/>
      <dgm:spPr/>
      <dgm:t>
        <a:bodyPr/>
        <a:lstStyle/>
        <a:p>
          <a:endParaRPr lang="en-US"/>
        </a:p>
      </dgm:t>
    </dgm:pt>
    <dgm:pt modelId="{450BDBE2-C5F5-457D-BC97-9F5C9DE09C6C}">
      <dgm:prSet phldrT="[Text]"/>
      <dgm:spPr/>
      <dgm:t>
        <a:bodyPr/>
        <a:lstStyle/>
        <a:p>
          <a:r>
            <a:rPr lang="es-CO" noProof="0" dirty="0" err="1"/>
            <a:t>cudf.pandas</a:t>
          </a:r>
          <a:endParaRPr lang="en-US" noProof="0" dirty="0"/>
        </a:p>
      </dgm:t>
    </dgm:pt>
    <dgm:pt modelId="{D679CF01-942D-4068-9AF5-EF8693A14D1D}" type="parTrans" cxnId="{3966A48A-5C18-4B9C-BFB5-AC2B169CCC4D}">
      <dgm:prSet/>
      <dgm:spPr/>
      <dgm:t>
        <a:bodyPr/>
        <a:lstStyle/>
        <a:p>
          <a:endParaRPr lang="en-US"/>
        </a:p>
      </dgm:t>
    </dgm:pt>
    <dgm:pt modelId="{3F898A59-BEBA-4C6B-922D-1BDBDA325199}" type="sibTrans" cxnId="{3966A48A-5C18-4B9C-BFB5-AC2B169CCC4D}">
      <dgm:prSet/>
      <dgm:spPr/>
      <dgm:t>
        <a:bodyPr/>
        <a:lstStyle/>
        <a:p>
          <a:endParaRPr lang="en-US"/>
        </a:p>
      </dgm:t>
    </dgm:pt>
    <dgm:pt modelId="{864340F4-6435-4C78-B275-8421A3FD9BA3}">
      <dgm:prSet phldrT="[Text]"/>
      <dgm:spPr/>
      <dgm:t>
        <a:bodyPr/>
        <a:lstStyle/>
        <a:p>
          <a:r>
            <a:rPr lang="es-CO" dirty="0" err="1"/>
            <a:t>cuda-python</a:t>
          </a:r>
          <a:endParaRPr lang="en-US" dirty="0"/>
        </a:p>
      </dgm:t>
    </dgm:pt>
    <dgm:pt modelId="{4405F9DE-2D40-44CF-AE33-79A105AA0297}" type="parTrans" cxnId="{5B673CCC-BFA7-4D10-A631-FB481F4AC5C2}">
      <dgm:prSet/>
      <dgm:spPr/>
      <dgm:t>
        <a:bodyPr/>
        <a:lstStyle/>
        <a:p>
          <a:endParaRPr lang="en-US"/>
        </a:p>
      </dgm:t>
    </dgm:pt>
    <dgm:pt modelId="{4011598E-1AD6-4F1B-9A5D-4343F82A5718}" type="sibTrans" cxnId="{5B673CCC-BFA7-4D10-A631-FB481F4AC5C2}">
      <dgm:prSet/>
      <dgm:spPr/>
      <dgm:t>
        <a:bodyPr/>
        <a:lstStyle/>
        <a:p>
          <a:endParaRPr lang="en-US"/>
        </a:p>
      </dgm:t>
    </dgm:pt>
    <dgm:pt modelId="{E40002CE-760A-4C4F-A4C4-BC56C3C8EFD8}">
      <dgm:prSet phldrT="[Text]"/>
      <dgm:spPr/>
      <dgm:t>
        <a:bodyPr/>
        <a:lstStyle/>
        <a:p>
          <a:r>
            <a:rPr lang="en-US" noProof="0" dirty="0"/>
            <a:t>Polars GPU engine</a:t>
          </a:r>
        </a:p>
      </dgm:t>
    </dgm:pt>
    <dgm:pt modelId="{28772593-9B7F-4E15-8812-89E917A5FB51}" type="parTrans" cxnId="{36E332E0-F78D-446C-A3B8-A3C0C9347257}">
      <dgm:prSet/>
      <dgm:spPr/>
    </dgm:pt>
    <dgm:pt modelId="{1B8DA59A-CE9F-4741-B890-CA3A4D3B0ECC}" type="sibTrans" cxnId="{36E332E0-F78D-446C-A3B8-A3C0C9347257}">
      <dgm:prSet/>
      <dgm:spPr/>
    </dgm:pt>
    <dgm:pt modelId="{D133C05E-9E87-41C0-8DF9-EAB9B76D111E}" type="pres">
      <dgm:prSet presAssocID="{998ACE18-EE8C-4A25-A775-4211EDEE78ED}" presName="Name0" presStyleCnt="0">
        <dgm:presLayoutVars>
          <dgm:dir/>
          <dgm:resizeHandles val="exact"/>
        </dgm:presLayoutVars>
      </dgm:prSet>
      <dgm:spPr/>
    </dgm:pt>
    <dgm:pt modelId="{62B5DB08-7F9F-4D40-813A-74294E62FDDC}" type="pres">
      <dgm:prSet presAssocID="{1794D850-01E1-4AA6-A62F-57F32E2D99D6}" presName="composite" presStyleCnt="0"/>
      <dgm:spPr/>
    </dgm:pt>
    <dgm:pt modelId="{A12943C2-F48E-48F4-ABBE-351823E9FBBD}" type="pres">
      <dgm:prSet presAssocID="{1794D850-01E1-4AA6-A62F-57F32E2D99D6}" presName="imagSh" presStyleLbl="bgImgPlace1" presStyleIdx="0" presStyleCnt="4"/>
      <dgm:spPr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1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623A45D0-0E01-481E-BA84-62B14EE38F70}" type="pres">
      <dgm:prSet presAssocID="{1794D850-01E1-4AA6-A62F-57F32E2D99D6}" presName="txNode" presStyleLbl="node1" presStyleIdx="0" presStyleCnt="4">
        <dgm:presLayoutVars>
          <dgm:bulletEnabled val="1"/>
        </dgm:presLayoutVars>
      </dgm:prSet>
      <dgm:spPr/>
    </dgm:pt>
    <dgm:pt modelId="{84D5DB0B-CD7B-490D-B807-52C994AD940D}" type="pres">
      <dgm:prSet presAssocID="{51CD0013-CDB1-4F98-A7D0-9799E0641899}" presName="sibTrans" presStyleLbl="sibTrans2D1" presStyleIdx="0" presStyleCnt="3"/>
      <dgm:spPr/>
    </dgm:pt>
    <dgm:pt modelId="{A6B1B556-496D-4C71-AB6A-31D63669FC79}" type="pres">
      <dgm:prSet presAssocID="{51CD0013-CDB1-4F98-A7D0-9799E0641899}" presName="connTx" presStyleLbl="sibTrans2D1" presStyleIdx="0" presStyleCnt="3"/>
      <dgm:spPr/>
    </dgm:pt>
    <dgm:pt modelId="{0F681173-261B-42AD-8B62-DB6029E49B3A}" type="pres">
      <dgm:prSet presAssocID="{3CF27163-0016-4581-AF6E-F3B6577A6C06}" presName="composite" presStyleCnt="0"/>
      <dgm:spPr/>
    </dgm:pt>
    <dgm:pt modelId="{484B9C6E-4332-41B9-8EAF-323270C09D39}" type="pres">
      <dgm:prSet presAssocID="{3CF27163-0016-4581-AF6E-F3B6577A6C06}" presName="imagSh" presStyleLbl="bgImgPlace1" presStyleIdx="1" presStyleCnt="4"/>
      <dgm:spPr>
        <a:blipFill rotWithShape="1">
          <a:blip xmlns:r="http://schemas.openxmlformats.org/officeDocument/2006/relationships" r:embed="rId2">
            <a:duotone>
              <a:schemeClr val="accent4">
                <a:hueOff val="-166424"/>
                <a:satOff val="11047"/>
                <a:lumOff val="5839"/>
                <a:alphaOff val="0"/>
                <a:shade val="20000"/>
                <a:satMod val="200000"/>
              </a:schemeClr>
              <a:schemeClr val="accent4">
                <a:hueOff val="-166424"/>
                <a:satOff val="11047"/>
                <a:lumOff val="5839"/>
                <a:alphaOff val="0"/>
                <a:tint val="12000"/>
                <a:satMod val="190000"/>
              </a:schemeClr>
            </a:duotone>
          </a:blip>
          <a:srcRect/>
          <a:stretch>
            <a:fillRect l="-86000" r="-86000"/>
          </a:stretch>
        </a:blipFill>
      </dgm:spPr>
    </dgm:pt>
    <dgm:pt modelId="{AACE12DF-AB8D-483E-89F0-3D5E206DC3BB}" type="pres">
      <dgm:prSet presAssocID="{3CF27163-0016-4581-AF6E-F3B6577A6C06}" presName="txNode" presStyleLbl="node1" presStyleIdx="1" presStyleCnt="4">
        <dgm:presLayoutVars>
          <dgm:bulletEnabled val="1"/>
        </dgm:presLayoutVars>
      </dgm:prSet>
      <dgm:spPr/>
    </dgm:pt>
    <dgm:pt modelId="{A192BA9D-8F1E-435E-9C73-68295D485463}" type="pres">
      <dgm:prSet presAssocID="{EF5E313F-CAD9-45DB-B95D-D8DAB6C2406C}" presName="sibTrans" presStyleLbl="sibTrans2D1" presStyleIdx="1" presStyleCnt="3"/>
      <dgm:spPr/>
    </dgm:pt>
    <dgm:pt modelId="{A910D83F-CB7C-425B-90FE-F9DF720DC0C6}" type="pres">
      <dgm:prSet presAssocID="{EF5E313F-CAD9-45DB-B95D-D8DAB6C2406C}" presName="connTx" presStyleLbl="sibTrans2D1" presStyleIdx="1" presStyleCnt="3"/>
      <dgm:spPr/>
    </dgm:pt>
    <dgm:pt modelId="{090C20C4-CCB5-462C-9482-D6F14352F209}" type="pres">
      <dgm:prSet presAssocID="{953EB084-91E9-4A76-A368-AA650F644248}" presName="composite" presStyleCnt="0"/>
      <dgm:spPr/>
    </dgm:pt>
    <dgm:pt modelId="{F3FB31E2-F40B-447F-B44D-2A27818EC693}" type="pres">
      <dgm:prSet presAssocID="{953EB084-91E9-4A76-A368-AA650F644248}" presName="imagSh" presStyleLbl="bgImgPlace1" presStyleIdx="2" presStyleCnt="4"/>
      <dgm:spPr>
        <a:blipFill rotWithShape="1">
          <a:blip xmlns:r="http://schemas.openxmlformats.org/officeDocument/2006/relationships" r:embed="rId3">
            <a:duotone>
              <a:schemeClr val="accent4">
                <a:hueOff val="-332849"/>
                <a:satOff val="22095"/>
                <a:lumOff val="11679"/>
                <a:alphaOff val="0"/>
                <a:shade val="20000"/>
                <a:satMod val="200000"/>
              </a:schemeClr>
              <a:schemeClr val="accent4">
                <a:hueOff val="-332849"/>
                <a:satOff val="22095"/>
                <a:lumOff val="11679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28E56D26-DEAA-4B27-A275-DE37B33F3E1D}" type="pres">
      <dgm:prSet presAssocID="{953EB084-91E9-4A76-A368-AA650F644248}" presName="txNode" presStyleLbl="node1" presStyleIdx="2" presStyleCnt="4">
        <dgm:presLayoutVars>
          <dgm:bulletEnabled val="1"/>
        </dgm:presLayoutVars>
      </dgm:prSet>
      <dgm:spPr/>
    </dgm:pt>
    <dgm:pt modelId="{A64094EA-14A4-4E34-976A-C0F5E23F73B1}" type="pres">
      <dgm:prSet presAssocID="{EFF1DBD6-E62B-45EC-9F76-0587BC1A685A}" presName="sibTrans" presStyleLbl="sibTrans2D1" presStyleIdx="2" presStyleCnt="3"/>
      <dgm:spPr/>
    </dgm:pt>
    <dgm:pt modelId="{25A51C7D-4B76-41A5-A642-3D3A410EC990}" type="pres">
      <dgm:prSet presAssocID="{EFF1DBD6-E62B-45EC-9F76-0587BC1A685A}" presName="connTx" presStyleLbl="sibTrans2D1" presStyleIdx="2" presStyleCnt="3"/>
      <dgm:spPr/>
    </dgm:pt>
    <dgm:pt modelId="{6E884BCB-E85D-41E0-8A2F-A644C1C99EEF}" type="pres">
      <dgm:prSet presAssocID="{45595894-D072-41EA-ADBC-CB170485EBFF}" presName="composite" presStyleCnt="0"/>
      <dgm:spPr/>
    </dgm:pt>
    <dgm:pt modelId="{1E8EAEAF-5EFB-46C7-8944-BC4828B373CE}" type="pres">
      <dgm:prSet presAssocID="{45595894-D072-41EA-ADBC-CB170485EBFF}" presName="imagSh" presStyleLbl="bgImgPlace1" presStyleIdx="3" presStyleCnt="4"/>
      <dgm:spPr>
        <a:blipFill rotWithShape="1">
          <a:blip xmlns:r="http://schemas.openxmlformats.org/officeDocument/2006/relationships" r:embed="rId4">
            <a:duotone>
              <a:schemeClr val="accent4">
                <a:hueOff val="-499273"/>
                <a:satOff val="33142"/>
                <a:lumOff val="17518"/>
                <a:alphaOff val="0"/>
                <a:shade val="20000"/>
                <a:satMod val="200000"/>
              </a:schemeClr>
              <a:schemeClr val="accent4">
                <a:hueOff val="-499273"/>
                <a:satOff val="33142"/>
                <a:lumOff val="17518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B9D823FA-A15F-46FD-AE1A-DC260954968A}" type="pres">
      <dgm:prSet presAssocID="{45595894-D072-41EA-ADBC-CB170485EBFF}" presName="txNode" presStyleLbl="node1" presStyleIdx="3" presStyleCnt="4">
        <dgm:presLayoutVars>
          <dgm:bulletEnabled val="1"/>
        </dgm:presLayoutVars>
      </dgm:prSet>
      <dgm:spPr/>
    </dgm:pt>
  </dgm:ptLst>
  <dgm:cxnLst>
    <dgm:cxn modelId="{B387AA07-6CD1-4706-8C3B-1C7965D5FD18}" type="presOf" srcId="{EFF1DBD6-E62B-45EC-9F76-0587BC1A685A}" destId="{25A51C7D-4B76-41A5-A642-3D3A410EC990}" srcOrd="1" destOrd="0" presId="urn:microsoft.com/office/officeart/2005/8/layout/hProcess10"/>
    <dgm:cxn modelId="{241D2917-68DB-40EE-A6C5-3B7DB9313A5F}" type="presOf" srcId="{953EB084-91E9-4A76-A368-AA650F644248}" destId="{28E56D26-DEAA-4B27-A275-DE37B33F3E1D}" srcOrd="0" destOrd="0" presId="urn:microsoft.com/office/officeart/2005/8/layout/hProcess10"/>
    <dgm:cxn modelId="{63920419-C692-455C-B514-1D26760C3A90}" srcId="{1794D850-01E1-4AA6-A62F-57F32E2D99D6}" destId="{C8B149C1-AA69-474B-BF58-3D20FF15B78D}" srcOrd="2" destOrd="0" parTransId="{D6011BC6-2EC2-47DF-A8F1-249830B54574}" sibTransId="{292553B1-ED47-4FC3-A7FF-484B03894300}"/>
    <dgm:cxn modelId="{5895551C-7254-4049-A71C-979AA8363F06}" type="presOf" srcId="{E40002CE-760A-4C4F-A4C4-BC56C3C8EFD8}" destId="{AACE12DF-AB8D-483E-89F0-3D5E206DC3BB}" srcOrd="0" destOrd="3" presId="urn:microsoft.com/office/officeart/2005/8/layout/hProcess10"/>
    <dgm:cxn modelId="{C6413E1E-C98B-4EC0-A525-3420D3D61C2C}" srcId="{45595894-D072-41EA-ADBC-CB170485EBFF}" destId="{145AE746-095C-4860-8EDB-B87B0D0873C1}" srcOrd="2" destOrd="0" parTransId="{CDF1BEED-125B-4D2D-BA7F-35265731E36E}" sibTransId="{3712920E-1A65-490A-940E-32B01B12DE21}"/>
    <dgm:cxn modelId="{26EB102A-19CC-4F23-875D-2BF93C0600C1}" type="presOf" srcId="{79774289-F797-41EF-8306-70B40A7DE9BA}" destId="{28E56D26-DEAA-4B27-A275-DE37B33F3E1D}" srcOrd="0" destOrd="1" presId="urn:microsoft.com/office/officeart/2005/8/layout/hProcess10"/>
    <dgm:cxn modelId="{6B27F42C-2F58-47D3-9B37-B184BAE4873C}" type="presOf" srcId="{998ACE18-EE8C-4A25-A775-4211EDEE78ED}" destId="{D133C05E-9E87-41C0-8DF9-EAB9B76D111E}" srcOrd="0" destOrd="0" presId="urn:microsoft.com/office/officeart/2005/8/layout/hProcess10"/>
    <dgm:cxn modelId="{BCB1CC32-9B61-4F33-8E16-A7111BC0EACA}" srcId="{1794D850-01E1-4AA6-A62F-57F32E2D99D6}" destId="{163FE902-DB20-4749-B10F-4D0528133447}" srcOrd="1" destOrd="0" parTransId="{1EC642AC-D560-4C21-9C43-89F6C855E354}" sibTransId="{E1FA7F69-4646-471B-A365-2E85DAD0310B}"/>
    <dgm:cxn modelId="{8B07163F-1F9B-4922-87D6-F775E473A141}" type="presOf" srcId="{3CF27163-0016-4581-AF6E-F3B6577A6C06}" destId="{AACE12DF-AB8D-483E-89F0-3D5E206DC3BB}" srcOrd="0" destOrd="0" presId="urn:microsoft.com/office/officeart/2005/8/layout/hProcess10"/>
    <dgm:cxn modelId="{4146BA5F-46B2-48D0-8E9C-A4FC056C299C}" srcId="{998ACE18-EE8C-4A25-A775-4211EDEE78ED}" destId="{45595894-D072-41EA-ADBC-CB170485EBFF}" srcOrd="3" destOrd="0" parTransId="{639F5D32-5B61-49A2-B680-81390A1E46AD}" sibTransId="{A6B0A866-16F3-4690-9392-2A2EA004AF2D}"/>
    <dgm:cxn modelId="{93EE0941-DC4D-4486-8A42-514AA0E357D4}" srcId="{953EB084-91E9-4A76-A368-AA650F644248}" destId="{79774289-F797-41EF-8306-70B40A7DE9BA}" srcOrd="0" destOrd="0" parTransId="{51E1F38D-F1A5-4F5E-B338-0EDE80D2CC9F}" sibTransId="{0D042310-C1AB-44A2-B6D2-9B92BEC07D17}"/>
    <dgm:cxn modelId="{02732A61-E1ED-4FEA-8DD8-AB236A380D80}" type="presOf" srcId="{A5F8C984-0401-42DA-8375-AAB96E3B0D4C}" destId="{623A45D0-0E01-481E-BA84-62B14EE38F70}" srcOrd="0" destOrd="1" presId="urn:microsoft.com/office/officeart/2005/8/layout/hProcess10"/>
    <dgm:cxn modelId="{8E597343-FDEF-4EE3-832D-998EA554A20C}" type="presOf" srcId="{4CD6A5D9-9BBE-4642-886B-4BB2569F6E9B}" destId="{B9D823FA-A15F-46FD-AE1A-DC260954968A}" srcOrd="0" destOrd="1" presId="urn:microsoft.com/office/officeart/2005/8/layout/hProcess10"/>
    <dgm:cxn modelId="{52360867-BC11-4638-819F-B96EB9B59052}" type="presOf" srcId="{419AEF13-E18F-4CC7-B862-B308EC855B70}" destId="{AACE12DF-AB8D-483E-89F0-3D5E206DC3BB}" srcOrd="0" destOrd="1" presId="urn:microsoft.com/office/officeart/2005/8/layout/hProcess10"/>
    <dgm:cxn modelId="{74AF1C67-6204-4066-BC4E-8F9642ADE81A}" srcId="{45595894-D072-41EA-ADBC-CB170485EBFF}" destId="{4CD6A5D9-9BBE-4642-886B-4BB2569F6E9B}" srcOrd="0" destOrd="0" parTransId="{11C8FC1B-92F7-4F96-B468-6E7DFE283C50}" sibTransId="{52D75767-C074-48C3-9406-AFDC26DCC6CA}"/>
    <dgm:cxn modelId="{99483D4F-E980-4B3F-8112-128970C0C3EC}" type="presOf" srcId="{C8B149C1-AA69-474B-BF58-3D20FF15B78D}" destId="{623A45D0-0E01-481E-BA84-62B14EE38F70}" srcOrd="0" destOrd="3" presId="urn:microsoft.com/office/officeart/2005/8/layout/hProcess10"/>
    <dgm:cxn modelId="{74896151-8656-4BA3-8F22-D9ED16109437}" type="presOf" srcId="{145AE746-095C-4860-8EDB-B87B0D0873C1}" destId="{B9D823FA-A15F-46FD-AE1A-DC260954968A}" srcOrd="0" destOrd="3" presId="urn:microsoft.com/office/officeart/2005/8/layout/hProcess10"/>
    <dgm:cxn modelId="{55B6BA51-5930-424A-8163-F9EA445B1388}" srcId="{45595894-D072-41EA-ADBC-CB170485EBFF}" destId="{A9EE6370-2781-441F-807D-52A0574D7F5E}" srcOrd="1" destOrd="0" parTransId="{5C85E617-D6D2-46DD-817A-CB7FF7C3C8D6}" sibTransId="{56F0E684-79D1-46F9-8C35-334156E15C5C}"/>
    <dgm:cxn modelId="{A5A01773-52A3-4038-879A-F6B7FF50DC55}" type="presOf" srcId="{A9EE6370-2781-441F-807D-52A0574D7F5E}" destId="{B9D823FA-A15F-46FD-AE1A-DC260954968A}" srcOrd="0" destOrd="2" presId="urn:microsoft.com/office/officeart/2005/8/layout/hProcess10"/>
    <dgm:cxn modelId="{8DDA2E78-72F9-4BAB-A7B1-F55E4EC5F063}" srcId="{3CF27163-0016-4581-AF6E-F3B6577A6C06}" destId="{419AEF13-E18F-4CC7-B862-B308EC855B70}" srcOrd="0" destOrd="0" parTransId="{1090DAF8-CE6B-4D6A-A3B1-F8408A559564}" sibTransId="{EE16CBF3-8446-47C4-A314-0C7D1D21E55E}"/>
    <dgm:cxn modelId="{D9ADAF7C-103A-4515-BC2D-3AED29D360F9}" type="presOf" srcId="{45595894-D072-41EA-ADBC-CB170485EBFF}" destId="{B9D823FA-A15F-46FD-AE1A-DC260954968A}" srcOrd="0" destOrd="0" presId="urn:microsoft.com/office/officeart/2005/8/layout/hProcess10"/>
    <dgm:cxn modelId="{979F4383-EC0D-4C36-ACF5-61B06017976D}" type="presOf" srcId="{450BDBE2-C5F5-457D-BC97-9F5C9DE09C6C}" destId="{AACE12DF-AB8D-483E-89F0-3D5E206DC3BB}" srcOrd="0" destOrd="2" presId="urn:microsoft.com/office/officeart/2005/8/layout/hProcess10"/>
    <dgm:cxn modelId="{FE108289-41F1-4408-A963-C3D371A4FDE4}" type="presOf" srcId="{EF5E313F-CAD9-45DB-B95D-D8DAB6C2406C}" destId="{A910D83F-CB7C-425B-90FE-F9DF720DC0C6}" srcOrd="1" destOrd="0" presId="urn:microsoft.com/office/officeart/2005/8/layout/hProcess10"/>
    <dgm:cxn modelId="{7EB0F989-4C31-4582-848A-8C93D9DF2768}" type="presOf" srcId="{1794D850-01E1-4AA6-A62F-57F32E2D99D6}" destId="{623A45D0-0E01-481E-BA84-62B14EE38F70}" srcOrd="0" destOrd="0" presId="urn:microsoft.com/office/officeart/2005/8/layout/hProcess10"/>
    <dgm:cxn modelId="{3966A48A-5C18-4B9C-BFB5-AC2B169CCC4D}" srcId="{3CF27163-0016-4581-AF6E-F3B6577A6C06}" destId="{450BDBE2-C5F5-457D-BC97-9F5C9DE09C6C}" srcOrd="1" destOrd="0" parTransId="{D679CF01-942D-4068-9AF5-EF8693A14D1D}" sibTransId="{3F898A59-BEBA-4C6B-922D-1BDBDA325199}"/>
    <dgm:cxn modelId="{8655039A-E2C5-445C-BEBC-6EF0AD1C4B54}" srcId="{998ACE18-EE8C-4A25-A775-4211EDEE78ED}" destId="{3CF27163-0016-4581-AF6E-F3B6577A6C06}" srcOrd="1" destOrd="0" parTransId="{924C0566-C1D8-438A-82C5-B0A340B3946A}" sibTransId="{EF5E313F-CAD9-45DB-B95D-D8DAB6C2406C}"/>
    <dgm:cxn modelId="{11F8E29C-D968-4258-A12D-BDA25D9221EB}" type="presOf" srcId="{EF5E313F-CAD9-45DB-B95D-D8DAB6C2406C}" destId="{A192BA9D-8F1E-435E-9C73-68295D485463}" srcOrd="0" destOrd="0" presId="urn:microsoft.com/office/officeart/2005/8/layout/hProcess10"/>
    <dgm:cxn modelId="{8E7D33A8-54F2-4293-BBD0-F73A27AA21E4}" type="presOf" srcId="{51CD0013-CDB1-4F98-A7D0-9799E0641899}" destId="{A6B1B556-496D-4C71-AB6A-31D63669FC79}" srcOrd="1" destOrd="0" presId="urn:microsoft.com/office/officeart/2005/8/layout/hProcess10"/>
    <dgm:cxn modelId="{3EEBE9AA-AA8C-4ADD-B79C-B79242F4D64F}" type="presOf" srcId="{163FE902-DB20-4749-B10F-4D0528133447}" destId="{623A45D0-0E01-481E-BA84-62B14EE38F70}" srcOrd="0" destOrd="2" presId="urn:microsoft.com/office/officeart/2005/8/layout/hProcess10"/>
    <dgm:cxn modelId="{1457D7B7-6940-45EB-B8E0-B1A46B19E63C}" type="presOf" srcId="{864340F4-6435-4C78-B275-8421A3FD9BA3}" destId="{B9D823FA-A15F-46FD-AE1A-DC260954968A}" srcOrd="0" destOrd="4" presId="urn:microsoft.com/office/officeart/2005/8/layout/hProcess10"/>
    <dgm:cxn modelId="{300D86BD-6A2B-4260-8F8E-A74954CBEFC5}" srcId="{953EB084-91E9-4A76-A368-AA650F644248}" destId="{7521B64F-1091-4E8A-B574-97FC13385A9C}" srcOrd="1" destOrd="0" parTransId="{062734DF-387C-4D70-988D-D96FB1E36195}" sibTransId="{F10DE1AE-9E4D-4082-A17F-AB1EEAC0BB45}"/>
    <dgm:cxn modelId="{E07017C5-54B9-44B5-8ED3-42C175608A5B}" srcId="{1794D850-01E1-4AA6-A62F-57F32E2D99D6}" destId="{A5F8C984-0401-42DA-8375-AAB96E3B0D4C}" srcOrd="0" destOrd="0" parTransId="{3D4E9809-03CF-4D74-9A76-5EA0D836BBDF}" sibTransId="{B6CCF43C-AE80-4286-87FA-77935A5ADC1E}"/>
    <dgm:cxn modelId="{D46303C9-42F4-4379-973E-473490DA190C}" type="presOf" srcId="{7521B64F-1091-4E8A-B574-97FC13385A9C}" destId="{28E56D26-DEAA-4B27-A275-DE37B33F3E1D}" srcOrd="0" destOrd="2" presId="urn:microsoft.com/office/officeart/2005/8/layout/hProcess10"/>
    <dgm:cxn modelId="{5B673CCC-BFA7-4D10-A631-FB481F4AC5C2}" srcId="{45595894-D072-41EA-ADBC-CB170485EBFF}" destId="{864340F4-6435-4C78-B275-8421A3FD9BA3}" srcOrd="3" destOrd="0" parTransId="{4405F9DE-2D40-44CF-AE33-79A105AA0297}" sibTransId="{4011598E-1AD6-4F1B-9A5D-4343F82A5718}"/>
    <dgm:cxn modelId="{471313D3-E834-4940-A588-5EC3847C70C8}" srcId="{998ACE18-EE8C-4A25-A775-4211EDEE78ED}" destId="{1794D850-01E1-4AA6-A62F-57F32E2D99D6}" srcOrd="0" destOrd="0" parTransId="{CC3FFBFA-8C9A-4DA6-AC05-5E77EDABEA44}" sibTransId="{51CD0013-CDB1-4F98-A7D0-9799E0641899}"/>
    <dgm:cxn modelId="{36E332E0-F78D-446C-A3B8-A3C0C9347257}" srcId="{3CF27163-0016-4581-AF6E-F3B6577A6C06}" destId="{E40002CE-760A-4C4F-A4C4-BC56C3C8EFD8}" srcOrd="2" destOrd="0" parTransId="{28772593-9B7F-4E15-8812-89E917A5FB51}" sibTransId="{1B8DA59A-CE9F-4741-B890-CA3A4D3B0ECC}"/>
    <dgm:cxn modelId="{B1D675E4-D857-47EF-9EB6-E24D43645A54}" srcId="{998ACE18-EE8C-4A25-A775-4211EDEE78ED}" destId="{953EB084-91E9-4A76-A368-AA650F644248}" srcOrd="2" destOrd="0" parTransId="{9685EAB8-EE77-4722-B4E4-3D545359912D}" sibTransId="{EFF1DBD6-E62B-45EC-9F76-0587BC1A685A}"/>
    <dgm:cxn modelId="{64189BEA-41D6-48D0-8094-1FCD4E77F936}" type="presOf" srcId="{51CD0013-CDB1-4F98-A7D0-9799E0641899}" destId="{84D5DB0B-CD7B-490D-B807-52C994AD940D}" srcOrd="0" destOrd="0" presId="urn:microsoft.com/office/officeart/2005/8/layout/hProcess10"/>
    <dgm:cxn modelId="{758FF0FF-46B9-4B30-AA8B-360B5FBD1CB5}" type="presOf" srcId="{EFF1DBD6-E62B-45EC-9F76-0587BC1A685A}" destId="{A64094EA-14A4-4E34-976A-C0F5E23F73B1}" srcOrd="0" destOrd="0" presId="urn:microsoft.com/office/officeart/2005/8/layout/hProcess10"/>
    <dgm:cxn modelId="{7951ABD4-DE37-4510-BEDD-2F3D0FF2DFE3}" type="presParOf" srcId="{D133C05E-9E87-41C0-8DF9-EAB9B76D111E}" destId="{62B5DB08-7F9F-4D40-813A-74294E62FDDC}" srcOrd="0" destOrd="0" presId="urn:microsoft.com/office/officeart/2005/8/layout/hProcess10"/>
    <dgm:cxn modelId="{466503C7-373C-43DE-AF80-7C83B9CF1837}" type="presParOf" srcId="{62B5DB08-7F9F-4D40-813A-74294E62FDDC}" destId="{A12943C2-F48E-48F4-ABBE-351823E9FBBD}" srcOrd="0" destOrd="0" presId="urn:microsoft.com/office/officeart/2005/8/layout/hProcess10"/>
    <dgm:cxn modelId="{E8615A09-336A-4042-99BE-61F1044F6FAC}" type="presParOf" srcId="{62B5DB08-7F9F-4D40-813A-74294E62FDDC}" destId="{623A45D0-0E01-481E-BA84-62B14EE38F70}" srcOrd="1" destOrd="0" presId="urn:microsoft.com/office/officeart/2005/8/layout/hProcess10"/>
    <dgm:cxn modelId="{61306295-1E8A-48CC-A442-0EDB9D9D9770}" type="presParOf" srcId="{D133C05E-9E87-41C0-8DF9-EAB9B76D111E}" destId="{84D5DB0B-CD7B-490D-B807-52C994AD940D}" srcOrd="1" destOrd="0" presId="urn:microsoft.com/office/officeart/2005/8/layout/hProcess10"/>
    <dgm:cxn modelId="{91E7ABEF-5831-4EB1-A998-C7775D5E33A3}" type="presParOf" srcId="{84D5DB0B-CD7B-490D-B807-52C994AD940D}" destId="{A6B1B556-496D-4C71-AB6A-31D63669FC79}" srcOrd="0" destOrd="0" presId="urn:microsoft.com/office/officeart/2005/8/layout/hProcess10"/>
    <dgm:cxn modelId="{9E564765-2D89-4432-8CDC-443587686058}" type="presParOf" srcId="{D133C05E-9E87-41C0-8DF9-EAB9B76D111E}" destId="{0F681173-261B-42AD-8B62-DB6029E49B3A}" srcOrd="2" destOrd="0" presId="urn:microsoft.com/office/officeart/2005/8/layout/hProcess10"/>
    <dgm:cxn modelId="{61C4E27B-09AA-4481-A437-7BEADDD9223E}" type="presParOf" srcId="{0F681173-261B-42AD-8B62-DB6029E49B3A}" destId="{484B9C6E-4332-41B9-8EAF-323270C09D39}" srcOrd="0" destOrd="0" presId="urn:microsoft.com/office/officeart/2005/8/layout/hProcess10"/>
    <dgm:cxn modelId="{B332F60E-92CD-4866-9227-180C5B00B756}" type="presParOf" srcId="{0F681173-261B-42AD-8B62-DB6029E49B3A}" destId="{AACE12DF-AB8D-483E-89F0-3D5E206DC3BB}" srcOrd="1" destOrd="0" presId="urn:microsoft.com/office/officeart/2005/8/layout/hProcess10"/>
    <dgm:cxn modelId="{B4F5BF41-0480-4667-8087-C9B8316A1EE4}" type="presParOf" srcId="{D133C05E-9E87-41C0-8DF9-EAB9B76D111E}" destId="{A192BA9D-8F1E-435E-9C73-68295D485463}" srcOrd="3" destOrd="0" presId="urn:microsoft.com/office/officeart/2005/8/layout/hProcess10"/>
    <dgm:cxn modelId="{5CCDB438-4C31-45BB-9850-D4F445F8E524}" type="presParOf" srcId="{A192BA9D-8F1E-435E-9C73-68295D485463}" destId="{A910D83F-CB7C-425B-90FE-F9DF720DC0C6}" srcOrd="0" destOrd="0" presId="urn:microsoft.com/office/officeart/2005/8/layout/hProcess10"/>
    <dgm:cxn modelId="{81CFD98E-1663-472A-B196-758F2D89E267}" type="presParOf" srcId="{D133C05E-9E87-41C0-8DF9-EAB9B76D111E}" destId="{090C20C4-CCB5-462C-9482-D6F14352F209}" srcOrd="4" destOrd="0" presId="urn:microsoft.com/office/officeart/2005/8/layout/hProcess10"/>
    <dgm:cxn modelId="{B3370911-A633-4757-8253-1BBF314826EB}" type="presParOf" srcId="{090C20C4-CCB5-462C-9482-D6F14352F209}" destId="{F3FB31E2-F40B-447F-B44D-2A27818EC693}" srcOrd="0" destOrd="0" presId="urn:microsoft.com/office/officeart/2005/8/layout/hProcess10"/>
    <dgm:cxn modelId="{2E18D62B-C132-4F7F-B6C3-30EBB49CDEB8}" type="presParOf" srcId="{090C20C4-CCB5-462C-9482-D6F14352F209}" destId="{28E56D26-DEAA-4B27-A275-DE37B33F3E1D}" srcOrd="1" destOrd="0" presId="urn:microsoft.com/office/officeart/2005/8/layout/hProcess10"/>
    <dgm:cxn modelId="{B3FB4CFD-C11C-4F65-8332-56B9B7C5B56E}" type="presParOf" srcId="{D133C05E-9E87-41C0-8DF9-EAB9B76D111E}" destId="{A64094EA-14A4-4E34-976A-C0F5E23F73B1}" srcOrd="5" destOrd="0" presId="urn:microsoft.com/office/officeart/2005/8/layout/hProcess10"/>
    <dgm:cxn modelId="{AE5C3C17-E0C2-4387-8A75-082109E78F26}" type="presParOf" srcId="{A64094EA-14A4-4E34-976A-C0F5E23F73B1}" destId="{25A51C7D-4B76-41A5-A642-3D3A410EC990}" srcOrd="0" destOrd="0" presId="urn:microsoft.com/office/officeart/2005/8/layout/hProcess10"/>
    <dgm:cxn modelId="{511181A6-C721-4204-B766-1D1EDE2B8884}" type="presParOf" srcId="{D133C05E-9E87-41C0-8DF9-EAB9B76D111E}" destId="{6E884BCB-E85D-41E0-8A2F-A644C1C99EEF}" srcOrd="6" destOrd="0" presId="urn:microsoft.com/office/officeart/2005/8/layout/hProcess10"/>
    <dgm:cxn modelId="{1E6B7C61-9E04-4AEF-808E-FC3DBE2F9ADC}" type="presParOf" srcId="{6E884BCB-E85D-41E0-8A2F-A644C1C99EEF}" destId="{1E8EAEAF-5EFB-46C7-8944-BC4828B373CE}" srcOrd="0" destOrd="0" presId="urn:microsoft.com/office/officeart/2005/8/layout/hProcess10"/>
    <dgm:cxn modelId="{72BB8500-09FA-411F-B412-9AD8205D3A59}" type="presParOf" srcId="{6E884BCB-E85D-41E0-8A2F-A644C1C99EEF}" destId="{B9D823FA-A15F-46FD-AE1A-DC260954968A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09F909-B892-47DF-8686-49309F2D953B}" type="doc">
      <dgm:prSet loTypeId="urn:microsoft.com/office/officeart/2005/8/layout/hProcess9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4FCD58D5-99BA-4379-A1DD-2100B530BA5F}">
      <dgm:prSet/>
      <dgm:spPr/>
      <dgm:t>
        <a:bodyPr/>
        <a:lstStyle/>
        <a:p>
          <a:r>
            <a:rPr lang="en-US" b="0" i="0" dirty="0"/>
            <a:t>Check your GPU and driver</a:t>
          </a:r>
          <a:endParaRPr lang="en-US" dirty="0"/>
        </a:p>
      </dgm:t>
    </dgm:pt>
    <dgm:pt modelId="{A49A862F-AED6-4850-BC54-2412B3E9A982}" type="parTrans" cxnId="{C3B3855B-E3CB-46DE-BD06-BC3871F5EECF}">
      <dgm:prSet/>
      <dgm:spPr/>
      <dgm:t>
        <a:bodyPr/>
        <a:lstStyle/>
        <a:p>
          <a:endParaRPr lang="en-US"/>
        </a:p>
      </dgm:t>
    </dgm:pt>
    <dgm:pt modelId="{A54DDE70-8152-43BD-A6C2-6217F46B401C}" type="sibTrans" cxnId="{C3B3855B-E3CB-46DE-BD06-BC3871F5EECF}">
      <dgm:prSet/>
      <dgm:spPr/>
      <dgm:t>
        <a:bodyPr/>
        <a:lstStyle/>
        <a:p>
          <a:endParaRPr lang="en-US"/>
        </a:p>
      </dgm:t>
    </dgm:pt>
    <dgm:pt modelId="{AC0F4B85-6C67-4131-9D46-CF6547E89D62}">
      <dgm:prSet/>
      <dgm:spPr/>
      <dgm:t>
        <a:bodyPr/>
        <a:lstStyle/>
        <a:p>
          <a:r>
            <a:rPr lang="en-US" b="0" i="0" dirty="0"/>
            <a:t>Pick one real workload</a:t>
          </a:r>
          <a:endParaRPr lang="en-US" dirty="0"/>
        </a:p>
      </dgm:t>
    </dgm:pt>
    <dgm:pt modelId="{60020EBA-D994-4012-9879-EE5290C8BA1A}" type="parTrans" cxnId="{FE4AB35F-7AA3-4CDF-892B-713D3F0A0F40}">
      <dgm:prSet/>
      <dgm:spPr/>
      <dgm:t>
        <a:bodyPr/>
        <a:lstStyle/>
        <a:p>
          <a:endParaRPr lang="en-US"/>
        </a:p>
      </dgm:t>
    </dgm:pt>
    <dgm:pt modelId="{8BEF60E6-9C9B-4499-A637-1A2AB60894F9}" type="sibTrans" cxnId="{FE4AB35F-7AA3-4CDF-892B-713D3F0A0F40}">
      <dgm:prSet/>
      <dgm:spPr/>
      <dgm:t>
        <a:bodyPr/>
        <a:lstStyle/>
        <a:p>
          <a:endParaRPr lang="en-US"/>
        </a:p>
      </dgm:t>
    </dgm:pt>
    <dgm:pt modelId="{B7162322-B2DA-4283-BE02-7DB4B356CDAA}">
      <dgm:prSet/>
      <dgm:spPr/>
      <dgm:t>
        <a:bodyPr/>
        <a:lstStyle/>
        <a:p>
          <a:r>
            <a:rPr lang="en-US" b="0" i="0" dirty="0"/>
            <a:t>Start at the highest useful layer</a:t>
          </a:r>
          <a:endParaRPr lang="en-US" dirty="0"/>
        </a:p>
      </dgm:t>
    </dgm:pt>
    <dgm:pt modelId="{54A1B3EA-42F2-428C-866A-A1AE74F43C6B}" type="parTrans" cxnId="{4DB25629-F7BB-4851-AD9E-E085E1FECAE0}">
      <dgm:prSet/>
      <dgm:spPr/>
      <dgm:t>
        <a:bodyPr/>
        <a:lstStyle/>
        <a:p>
          <a:endParaRPr lang="en-US"/>
        </a:p>
      </dgm:t>
    </dgm:pt>
    <dgm:pt modelId="{569C10B4-2817-42AC-8ABB-743C3B9ABD2F}" type="sibTrans" cxnId="{4DB25629-F7BB-4851-AD9E-E085E1FECAE0}">
      <dgm:prSet/>
      <dgm:spPr/>
      <dgm:t>
        <a:bodyPr/>
        <a:lstStyle/>
        <a:p>
          <a:endParaRPr lang="en-US"/>
        </a:p>
      </dgm:t>
    </dgm:pt>
    <dgm:pt modelId="{6302176F-9CA5-4759-8A4A-8099E253D23A}">
      <dgm:prSet/>
      <dgm:spPr/>
      <dgm:t>
        <a:bodyPr/>
        <a:lstStyle/>
        <a:p>
          <a:r>
            <a:rPr lang="en-US" b="0" i="0" dirty="0"/>
            <a:t>Verify correctness before timing</a:t>
          </a:r>
          <a:endParaRPr lang="en-US" dirty="0"/>
        </a:p>
      </dgm:t>
    </dgm:pt>
    <dgm:pt modelId="{3D5D348B-89C2-40DA-9168-666F018442F7}" type="parTrans" cxnId="{45B59AB1-D1B3-441A-A1B9-764C77622080}">
      <dgm:prSet/>
      <dgm:spPr/>
      <dgm:t>
        <a:bodyPr/>
        <a:lstStyle/>
        <a:p>
          <a:endParaRPr lang="en-US"/>
        </a:p>
      </dgm:t>
    </dgm:pt>
    <dgm:pt modelId="{57BA13B6-0242-4789-B6B6-4487EE78192A}" type="sibTrans" cxnId="{45B59AB1-D1B3-441A-A1B9-764C77622080}">
      <dgm:prSet/>
      <dgm:spPr/>
      <dgm:t>
        <a:bodyPr/>
        <a:lstStyle/>
        <a:p>
          <a:endParaRPr lang="en-US"/>
        </a:p>
      </dgm:t>
    </dgm:pt>
    <dgm:pt modelId="{2672ADAD-607F-4373-9776-AF8634DB7E23}">
      <dgm:prSet/>
      <dgm:spPr/>
      <dgm:t>
        <a:bodyPr/>
        <a:lstStyle/>
        <a:p>
          <a:r>
            <a:rPr lang="en-US" b="0" i="0"/>
            <a:t>Package the environment and keep a CPU fallback</a:t>
          </a:r>
          <a:endParaRPr lang="en-US" dirty="0"/>
        </a:p>
      </dgm:t>
    </dgm:pt>
    <dgm:pt modelId="{7CBE7A45-14EC-4DCE-9911-C2D275ECA1A0}" type="parTrans" cxnId="{758E9CC7-C528-478C-9499-FFEECB529BE5}">
      <dgm:prSet/>
      <dgm:spPr/>
      <dgm:t>
        <a:bodyPr/>
        <a:lstStyle/>
        <a:p>
          <a:endParaRPr lang="en-US"/>
        </a:p>
      </dgm:t>
    </dgm:pt>
    <dgm:pt modelId="{33253854-CDDD-4821-B571-67D51DAE3FF4}" type="sibTrans" cxnId="{758E9CC7-C528-478C-9499-FFEECB529BE5}">
      <dgm:prSet/>
      <dgm:spPr/>
      <dgm:t>
        <a:bodyPr/>
        <a:lstStyle/>
        <a:p>
          <a:endParaRPr lang="en-US"/>
        </a:p>
      </dgm:t>
    </dgm:pt>
    <dgm:pt modelId="{F6F88F62-4F36-46D2-9A0C-36F23A7068E8}" type="pres">
      <dgm:prSet presAssocID="{0C09F909-B892-47DF-8686-49309F2D953B}" presName="CompostProcess" presStyleCnt="0">
        <dgm:presLayoutVars>
          <dgm:dir/>
          <dgm:resizeHandles val="exact"/>
        </dgm:presLayoutVars>
      </dgm:prSet>
      <dgm:spPr/>
    </dgm:pt>
    <dgm:pt modelId="{759DF6EB-2A7F-44B1-9A63-2CFC060CE4B3}" type="pres">
      <dgm:prSet presAssocID="{0C09F909-B892-47DF-8686-49309F2D953B}" presName="arrow" presStyleLbl="bgShp" presStyleIdx="0" presStyleCnt="1"/>
      <dgm:spPr/>
    </dgm:pt>
    <dgm:pt modelId="{441EAC35-254D-41E9-86BD-AD4C1B0AF547}" type="pres">
      <dgm:prSet presAssocID="{0C09F909-B892-47DF-8686-49309F2D953B}" presName="linearProcess" presStyleCnt="0"/>
      <dgm:spPr/>
    </dgm:pt>
    <dgm:pt modelId="{B6945051-B661-4D28-920C-6CBF296E8CBF}" type="pres">
      <dgm:prSet presAssocID="{4FCD58D5-99BA-4379-A1DD-2100B530BA5F}" presName="textNode" presStyleLbl="node1" presStyleIdx="0" presStyleCnt="5">
        <dgm:presLayoutVars>
          <dgm:bulletEnabled val="1"/>
        </dgm:presLayoutVars>
      </dgm:prSet>
      <dgm:spPr/>
    </dgm:pt>
    <dgm:pt modelId="{395346B4-7691-4CF0-B604-094F5DBDD652}" type="pres">
      <dgm:prSet presAssocID="{A54DDE70-8152-43BD-A6C2-6217F46B401C}" presName="sibTrans" presStyleCnt="0"/>
      <dgm:spPr/>
    </dgm:pt>
    <dgm:pt modelId="{8416AE53-B288-4AE1-9718-B6ED23B1BD6F}" type="pres">
      <dgm:prSet presAssocID="{AC0F4B85-6C67-4131-9D46-CF6547E89D62}" presName="textNode" presStyleLbl="node1" presStyleIdx="1" presStyleCnt="5">
        <dgm:presLayoutVars>
          <dgm:bulletEnabled val="1"/>
        </dgm:presLayoutVars>
      </dgm:prSet>
      <dgm:spPr/>
    </dgm:pt>
    <dgm:pt modelId="{9301D893-1213-4AD5-B4BF-E99702D88892}" type="pres">
      <dgm:prSet presAssocID="{8BEF60E6-9C9B-4499-A637-1A2AB60894F9}" presName="sibTrans" presStyleCnt="0"/>
      <dgm:spPr/>
    </dgm:pt>
    <dgm:pt modelId="{6A32F1A8-7818-4BFA-85A8-CE19C3E7EF99}" type="pres">
      <dgm:prSet presAssocID="{B7162322-B2DA-4283-BE02-7DB4B356CDAA}" presName="textNode" presStyleLbl="node1" presStyleIdx="2" presStyleCnt="5">
        <dgm:presLayoutVars>
          <dgm:bulletEnabled val="1"/>
        </dgm:presLayoutVars>
      </dgm:prSet>
      <dgm:spPr/>
    </dgm:pt>
    <dgm:pt modelId="{F315124A-7837-48F4-8197-F1A27442BB77}" type="pres">
      <dgm:prSet presAssocID="{569C10B4-2817-42AC-8ABB-743C3B9ABD2F}" presName="sibTrans" presStyleCnt="0"/>
      <dgm:spPr/>
    </dgm:pt>
    <dgm:pt modelId="{24C9CAA1-FD81-4379-A8F5-D16D4EF48169}" type="pres">
      <dgm:prSet presAssocID="{6302176F-9CA5-4759-8A4A-8099E253D23A}" presName="textNode" presStyleLbl="node1" presStyleIdx="3" presStyleCnt="5">
        <dgm:presLayoutVars>
          <dgm:bulletEnabled val="1"/>
        </dgm:presLayoutVars>
      </dgm:prSet>
      <dgm:spPr/>
    </dgm:pt>
    <dgm:pt modelId="{26001A90-9ACA-4BBB-8C5F-B90DD4FCD37B}" type="pres">
      <dgm:prSet presAssocID="{57BA13B6-0242-4789-B6B6-4487EE78192A}" presName="sibTrans" presStyleCnt="0"/>
      <dgm:spPr/>
    </dgm:pt>
    <dgm:pt modelId="{C3C93ABB-5A80-4773-93FD-3FB6BED390CA}" type="pres">
      <dgm:prSet presAssocID="{2672ADAD-607F-4373-9776-AF8634DB7E23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4DB25629-F7BB-4851-AD9E-E085E1FECAE0}" srcId="{0C09F909-B892-47DF-8686-49309F2D953B}" destId="{B7162322-B2DA-4283-BE02-7DB4B356CDAA}" srcOrd="2" destOrd="0" parTransId="{54A1B3EA-42F2-428C-866A-A1AE74F43C6B}" sibTransId="{569C10B4-2817-42AC-8ABB-743C3B9ABD2F}"/>
    <dgm:cxn modelId="{C3B3855B-E3CB-46DE-BD06-BC3871F5EECF}" srcId="{0C09F909-B892-47DF-8686-49309F2D953B}" destId="{4FCD58D5-99BA-4379-A1DD-2100B530BA5F}" srcOrd="0" destOrd="0" parTransId="{A49A862F-AED6-4850-BC54-2412B3E9A982}" sibTransId="{A54DDE70-8152-43BD-A6C2-6217F46B401C}"/>
    <dgm:cxn modelId="{FE4AB35F-7AA3-4CDF-892B-713D3F0A0F40}" srcId="{0C09F909-B892-47DF-8686-49309F2D953B}" destId="{AC0F4B85-6C67-4131-9D46-CF6547E89D62}" srcOrd="1" destOrd="0" parTransId="{60020EBA-D994-4012-9879-EE5290C8BA1A}" sibTransId="{8BEF60E6-9C9B-4499-A637-1A2AB60894F9}"/>
    <dgm:cxn modelId="{CBB92765-3C0D-4A32-BE6B-EE5A6888F054}" type="presOf" srcId="{2672ADAD-607F-4373-9776-AF8634DB7E23}" destId="{C3C93ABB-5A80-4773-93FD-3FB6BED390CA}" srcOrd="0" destOrd="0" presId="urn:microsoft.com/office/officeart/2005/8/layout/hProcess9"/>
    <dgm:cxn modelId="{1DB8839B-2406-4FB1-B86B-D62C034E33BE}" type="presOf" srcId="{AC0F4B85-6C67-4131-9D46-CF6547E89D62}" destId="{8416AE53-B288-4AE1-9718-B6ED23B1BD6F}" srcOrd="0" destOrd="0" presId="urn:microsoft.com/office/officeart/2005/8/layout/hProcess9"/>
    <dgm:cxn modelId="{D2AF569D-3485-4C70-878F-D65A8396C736}" type="presOf" srcId="{4FCD58D5-99BA-4379-A1DD-2100B530BA5F}" destId="{B6945051-B661-4D28-920C-6CBF296E8CBF}" srcOrd="0" destOrd="0" presId="urn:microsoft.com/office/officeart/2005/8/layout/hProcess9"/>
    <dgm:cxn modelId="{45B59AB1-D1B3-441A-A1B9-764C77622080}" srcId="{0C09F909-B892-47DF-8686-49309F2D953B}" destId="{6302176F-9CA5-4759-8A4A-8099E253D23A}" srcOrd="3" destOrd="0" parTransId="{3D5D348B-89C2-40DA-9168-666F018442F7}" sibTransId="{57BA13B6-0242-4789-B6B6-4487EE78192A}"/>
    <dgm:cxn modelId="{758E9CC7-C528-478C-9499-FFEECB529BE5}" srcId="{0C09F909-B892-47DF-8686-49309F2D953B}" destId="{2672ADAD-607F-4373-9776-AF8634DB7E23}" srcOrd="4" destOrd="0" parTransId="{7CBE7A45-14EC-4DCE-9911-C2D275ECA1A0}" sibTransId="{33253854-CDDD-4821-B571-67D51DAE3FF4}"/>
    <dgm:cxn modelId="{C183D9D8-A073-4078-9222-F6FDE6F14E18}" type="presOf" srcId="{6302176F-9CA5-4759-8A4A-8099E253D23A}" destId="{24C9CAA1-FD81-4379-A8F5-D16D4EF48169}" srcOrd="0" destOrd="0" presId="urn:microsoft.com/office/officeart/2005/8/layout/hProcess9"/>
    <dgm:cxn modelId="{21D764E5-18E8-4CB4-B228-2CE4D348D194}" type="presOf" srcId="{0C09F909-B892-47DF-8686-49309F2D953B}" destId="{F6F88F62-4F36-46D2-9A0C-36F23A7068E8}" srcOrd="0" destOrd="0" presId="urn:microsoft.com/office/officeart/2005/8/layout/hProcess9"/>
    <dgm:cxn modelId="{E93968EC-A643-480E-91E5-C90BD92F747B}" type="presOf" srcId="{B7162322-B2DA-4283-BE02-7DB4B356CDAA}" destId="{6A32F1A8-7818-4BFA-85A8-CE19C3E7EF99}" srcOrd="0" destOrd="0" presId="urn:microsoft.com/office/officeart/2005/8/layout/hProcess9"/>
    <dgm:cxn modelId="{FEF5E4D9-4475-4141-AB57-9C1ECFE94DA7}" type="presParOf" srcId="{F6F88F62-4F36-46D2-9A0C-36F23A7068E8}" destId="{759DF6EB-2A7F-44B1-9A63-2CFC060CE4B3}" srcOrd="0" destOrd="0" presId="urn:microsoft.com/office/officeart/2005/8/layout/hProcess9"/>
    <dgm:cxn modelId="{00E6F840-3C25-4135-B586-12407657B4D7}" type="presParOf" srcId="{F6F88F62-4F36-46D2-9A0C-36F23A7068E8}" destId="{441EAC35-254D-41E9-86BD-AD4C1B0AF547}" srcOrd="1" destOrd="0" presId="urn:microsoft.com/office/officeart/2005/8/layout/hProcess9"/>
    <dgm:cxn modelId="{0CF0224D-49FE-434F-9482-19873CEF602C}" type="presParOf" srcId="{441EAC35-254D-41E9-86BD-AD4C1B0AF547}" destId="{B6945051-B661-4D28-920C-6CBF296E8CBF}" srcOrd="0" destOrd="0" presId="urn:microsoft.com/office/officeart/2005/8/layout/hProcess9"/>
    <dgm:cxn modelId="{82F7318F-4333-4022-8F5F-2339E275A47B}" type="presParOf" srcId="{441EAC35-254D-41E9-86BD-AD4C1B0AF547}" destId="{395346B4-7691-4CF0-B604-094F5DBDD652}" srcOrd="1" destOrd="0" presId="urn:microsoft.com/office/officeart/2005/8/layout/hProcess9"/>
    <dgm:cxn modelId="{86D7411B-DA0F-438C-9E42-6CA53146CF77}" type="presParOf" srcId="{441EAC35-254D-41E9-86BD-AD4C1B0AF547}" destId="{8416AE53-B288-4AE1-9718-B6ED23B1BD6F}" srcOrd="2" destOrd="0" presId="urn:microsoft.com/office/officeart/2005/8/layout/hProcess9"/>
    <dgm:cxn modelId="{13E938D8-6DAF-49C5-A5CB-810FDB1F59D2}" type="presParOf" srcId="{441EAC35-254D-41E9-86BD-AD4C1B0AF547}" destId="{9301D893-1213-4AD5-B4BF-E99702D88892}" srcOrd="3" destOrd="0" presId="urn:microsoft.com/office/officeart/2005/8/layout/hProcess9"/>
    <dgm:cxn modelId="{8A15AF14-6B26-4851-8412-17B56FD3931A}" type="presParOf" srcId="{441EAC35-254D-41E9-86BD-AD4C1B0AF547}" destId="{6A32F1A8-7818-4BFA-85A8-CE19C3E7EF99}" srcOrd="4" destOrd="0" presId="urn:microsoft.com/office/officeart/2005/8/layout/hProcess9"/>
    <dgm:cxn modelId="{AD8EC7DF-11A3-4633-ADF3-00A97E899EDE}" type="presParOf" srcId="{441EAC35-254D-41E9-86BD-AD4C1B0AF547}" destId="{F315124A-7837-48F4-8197-F1A27442BB77}" srcOrd="5" destOrd="0" presId="urn:microsoft.com/office/officeart/2005/8/layout/hProcess9"/>
    <dgm:cxn modelId="{221E2842-7A93-4956-A3C8-9186622D5EE6}" type="presParOf" srcId="{441EAC35-254D-41E9-86BD-AD4C1B0AF547}" destId="{24C9CAA1-FD81-4379-A8F5-D16D4EF48169}" srcOrd="6" destOrd="0" presId="urn:microsoft.com/office/officeart/2005/8/layout/hProcess9"/>
    <dgm:cxn modelId="{FD7212DC-5E19-424E-BE9C-B0E6FC378E74}" type="presParOf" srcId="{441EAC35-254D-41E9-86BD-AD4C1B0AF547}" destId="{26001A90-9ACA-4BBB-8C5F-B90DD4FCD37B}" srcOrd="7" destOrd="0" presId="urn:microsoft.com/office/officeart/2005/8/layout/hProcess9"/>
    <dgm:cxn modelId="{C927D9F0-B6BF-49C7-9E31-8CE6AA5BA381}" type="presParOf" srcId="{441EAC35-254D-41E9-86BD-AD4C1B0AF547}" destId="{C3C93ABB-5A80-4773-93FD-3FB6BED390CA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CA3811-8DC4-46B0-A843-2B66EB8EB37A}">
      <dsp:nvSpPr>
        <dsp:cNvPr id="0" name=""/>
        <dsp:cNvSpPr/>
      </dsp:nvSpPr>
      <dsp:spPr>
        <a:xfrm>
          <a:off x="5714" y="67996"/>
          <a:ext cx="2598451" cy="9921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More teams can use GPUs now</a:t>
          </a:r>
          <a:endParaRPr lang="en-US" sz="1700" kern="1200" dirty="0"/>
        </a:p>
      </dsp:txBody>
      <dsp:txXfrm>
        <a:off x="5714" y="67996"/>
        <a:ext cx="2598451" cy="661406"/>
      </dsp:txXfrm>
    </dsp:sp>
    <dsp:sp modelId="{928858FA-9DAB-40E2-9951-12F4144A6709}">
      <dsp:nvSpPr>
        <dsp:cNvPr id="0" name=""/>
        <dsp:cNvSpPr/>
      </dsp:nvSpPr>
      <dsp:spPr>
        <a:xfrm>
          <a:off x="537927" y="729403"/>
          <a:ext cx="2598451" cy="26315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GPUs are more accessible than before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Cloud and </a:t>
          </a:r>
          <a:r>
            <a:rPr lang="en-US" sz="1700" kern="1200" dirty="0" err="1"/>
            <a:t>Colab</a:t>
          </a:r>
          <a:r>
            <a:rPr lang="en-US" sz="1700" kern="1200" dirty="0"/>
            <a:t>-style environments reduce the barrier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Python users can benefit without starting from CUDA C++ </a:t>
          </a:r>
        </a:p>
      </dsp:txBody>
      <dsp:txXfrm>
        <a:off x="614033" y="805509"/>
        <a:ext cx="2446239" cy="2479387"/>
      </dsp:txXfrm>
    </dsp:sp>
    <dsp:sp modelId="{34D33C2F-7545-4887-965B-BB2BCF3611CE}">
      <dsp:nvSpPr>
        <dsp:cNvPr id="0" name=""/>
        <dsp:cNvSpPr/>
      </dsp:nvSpPr>
      <dsp:spPr>
        <a:xfrm>
          <a:off x="2998082" y="75230"/>
          <a:ext cx="835101" cy="646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998082" y="204618"/>
        <a:ext cx="641019" cy="388163"/>
      </dsp:txXfrm>
    </dsp:sp>
    <dsp:sp modelId="{C686AB05-992C-4C95-B7A6-6AB8F3B9F0B2}">
      <dsp:nvSpPr>
        <dsp:cNvPr id="0" name=""/>
        <dsp:cNvSpPr/>
      </dsp:nvSpPr>
      <dsp:spPr>
        <a:xfrm>
          <a:off x="4179830" y="67996"/>
          <a:ext cx="2598451" cy="9921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Modern workloads changed</a:t>
          </a:r>
          <a:endParaRPr lang="en-US" sz="1700" kern="1200" dirty="0"/>
        </a:p>
      </dsp:txBody>
      <dsp:txXfrm>
        <a:off x="4179830" y="67996"/>
        <a:ext cx="2598451" cy="661406"/>
      </dsp:txXfrm>
    </dsp:sp>
    <dsp:sp modelId="{EDE4A585-7DC2-48CF-A069-E66E3348BCC8}">
      <dsp:nvSpPr>
        <dsp:cNvPr id="0" name=""/>
        <dsp:cNvSpPr/>
      </dsp:nvSpPr>
      <dsp:spPr>
        <a:xfrm>
          <a:off x="4712043" y="729403"/>
          <a:ext cx="2598451" cy="26315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AI and data workloads keep growing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Many tasks are numeric and parallel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Performance and experimentation speed matter more </a:t>
          </a:r>
        </a:p>
      </dsp:txBody>
      <dsp:txXfrm>
        <a:off x="4788149" y="805509"/>
        <a:ext cx="2446239" cy="2479387"/>
      </dsp:txXfrm>
    </dsp:sp>
    <dsp:sp modelId="{204F3C8C-6B40-4E47-A32A-5982028B38A2}">
      <dsp:nvSpPr>
        <dsp:cNvPr id="0" name=""/>
        <dsp:cNvSpPr/>
      </dsp:nvSpPr>
      <dsp:spPr>
        <a:xfrm>
          <a:off x="7172197" y="75230"/>
          <a:ext cx="835101" cy="646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172197" y="204618"/>
        <a:ext cx="641019" cy="388163"/>
      </dsp:txXfrm>
    </dsp:sp>
    <dsp:sp modelId="{9B2D33AB-5ED8-4A79-8912-E246B15C0295}">
      <dsp:nvSpPr>
        <dsp:cNvPr id="0" name=""/>
        <dsp:cNvSpPr/>
      </dsp:nvSpPr>
      <dsp:spPr>
        <a:xfrm>
          <a:off x="8353945" y="67996"/>
          <a:ext cx="2598451" cy="9921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But CPU still matters</a:t>
          </a:r>
          <a:endParaRPr lang="en-US" sz="1700" kern="1200" dirty="0"/>
        </a:p>
      </dsp:txBody>
      <dsp:txXfrm>
        <a:off x="8353945" y="67996"/>
        <a:ext cx="2598451" cy="661406"/>
      </dsp:txXfrm>
    </dsp:sp>
    <dsp:sp modelId="{2439A6B9-BFAF-4096-8B01-8968CA89E399}">
      <dsp:nvSpPr>
        <dsp:cNvPr id="0" name=""/>
        <dsp:cNvSpPr/>
      </dsp:nvSpPr>
      <dsp:spPr>
        <a:xfrm>
          <a:off x="8886158" y="729403"/>
          <a:ext cx="2598451" cy="26315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Not every workload benefits from a GPU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Transfer overhead and memory constraints matter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The real question is: </a:t>
          </a:r>
          <a:r>
            <a:rPr lang="en-US" sz="1700" b="1" kern="1200" dirty="0"/>
            <a:t>which processor fits the workload?</a:t>
          </a:r>
          <a:endParaRPr lang="en-US" sz="1700" kern="1200" dirty="0"/>
        </a:p>
      </dsp:txBody>
      <dsp:txXfrm>
        <a:off x="8962264" y="805509"/>
        <a:ext cx="2446239" cy="24793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2B6682-1FDB-49CB-9839-5FCD8915E6D4}">
      <dsp:nvSpPr>
        <dsp:cNvPr id="0" name=""/>
        <dsp:cNvSpPr/>
      </dsp:nvSpPr>
      <dsp:spPr>
        <a:xfrm>
          <a:off x="0" y="11610"/>
          <a:ext cx="5737225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Massive parallelism</a:t>
          </a:r>
          <a:endParaRPr lang="en-US" sz="2100" kern="1200" dirty="0"/>
        </a:p>
      </dsp:txBody>
      <dsp:txXfrm>
        <a:off x="24588" y="36198"/>
        <a:ext cx="5688049" cy="454509"/>
      </dsp:txXfrm>
    </dsp:sp>
    <dsp:sp modelId="{F767AB1F-255B-4F06-BE54-55395ACB4DF0}">
      <dsp:nvSpPr>
        <dsp:cNvPr id="0" name=""/>
        <dsp:cNvSpPr/>
      </dsp:nvSpPr>
      <dsp:spPr>
        <a:xfrm>
          <a:off x="0" y="515295"/>
          <a:ext cx="5737225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15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 dirty="0"/>
            <a:t>Many lightweight threads process data simultaneously</a:t>
          </a:r>
          <a:endParaRPr lang="en-US" sz="1600" kern="1200" dirty="0"/>
        </a:p>
      </dsp:txBody>
      <dsp:txXfrm>
        <a:off x="0" y="515295"/>
        <a:ext cx="5737225" cy="347760"/>
      </dsp:txXfrm>
    </dsp:sp>
    <dsp:sp modelId="{CA92FEF2-D060-4D12-AB55-9DE52664FBAE}">
      <dsp:nvSpPr>
        <dsp:cNvPr id="0" name=""/>
        <dsp:cNvSpPr/>
      </dsp:nvSpPr>
      <dsp:spPr>
        <a:xfrm>
          <a:off x="0" y="863055"/>
          <a:ext cx="5737225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High-throughput design</a:t>
          </a:r>
          <a:endParaRPr lang="en-US" sz="2100" kern="1200" dirty="0"/>
        </a:p>
      </dsp:txBody>
      <dsp:txXfrm>
        <a:off x="24588" y="887643"/>
        <a:ext cx="5688049" cy="454509"/>
      </dsp:txXfrm>
    </dsp:sp>
    <dsp:sp modelId="{EF016BC9-4186-44EC-8731-E968304FC195}">
      <dsp:nvSpPr>
        <dsp:cNvPr id="0" name=""/>
        <dsp:cNvSpPr/>
      </dsp:nvSpPr>
      <dsp:spPr>
        <a:xfrm>
          <a:off x="0" y="1366740"/>
          <a:ext cx="5737225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15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 dirty="0"/>
            <a:t>Optimized for total work done, not lowest latency</a:t>
          </a:r>
          <a:endParaRPr lang="en-US" sz="1600" kern="1200" dirty="0"/>
        </a:p>
      </dsp:txBody>
      <dsp:txXfrm>
        <a:off x="0" y="1366740"/>
        <a:ext cx="5737225" cy="347760"/>
      </dsp:txXfrm>
    </dsp:sp>
    <dsp:sp modelId="{D14FC008-CCB3-4D32-8A71-9C13563DDCC7}">
      <dsp:nvSpPr>
        <dsp:cNvPr id="0" name=""/>
        <dsp:cNvSpPr/>
      </dsp:nvSpPr>
      <dsp:spPr>
        <a:xfrm>
          <a:off x="0" y="1714500"/>
          <a:ext cx="5737225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Memory hierarchy matters</a:t>
          </a:r>
          <a:endParaRPr lang="en-US" sz="2100" kern="1200" dirty="0"/>
        </a:p>
      </dsp:txBody>
      <dsp:txXfrm>
        <a:off x="24588" y="1739088"/>
        <a:ext cx="5688049" cy="454509"/>
      </dsp:txXfrm>
    </dsp:sp>
    <dsp:sp modelId="{BCD0882B-A9BD-4E5C-ACE7-E5CD25AEFC5D}">
      <dsp:nvSpPr>
        <dsp:cNvPr id="0" name=""/>
        <dsp:cNvSpPr/>
      </dsp:nvSpPr>
      <dsp:spPr>
        <a:xfrm>
          <a:off x="0" y="2218185"/>
          <a:ext cx="5737225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15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 dirty="0"/>
            <a:t>Access patterns and locality strongly affect performance</a:t>
          </a:r>
          <a:endParaRPr lang="en-US" sz="1600" kern="1200" dirty="0"/>
        </a:p>
      </dsp:txBody>
      <dsp:txXfrm>
        <a:off x="0" y="2218185"/>
        <a:ext cx="5737225" cy="347760"/>
      </dsp:txXfrm>
    </dsp:sp>
    <dsp:sp modelId="{E96C9C03-041A-4AEA-9694-3D3EB7E5CA72}">
      <dsp:nvSpPr>
        <dsp:cNvPr id="0" name=""/>
        <dsp:cNvSpPr/>
      </dsp:nvSpPr>
      <dsp:spPr>
        <a:xfrm>
          <a:off x="0" y="2565945"/>
          <a:ext cx="5737225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Best with regular workloads</a:t>
          </a:r>
          <a:endParaRPr lang="en-US" sz="2100" kern="1200" dirty="0"/>
        </a:p>
      </dsp:txBody>
      <dsp:txXfrm>
        <a:off x="24588" y="2590533"/>
        <a:ext cx="5688049" cy="454509"/>
      </dsp:txXfrm>
    </dsp:sp>
    <dsp:sp modelId="{92A268EC-9A41-41C3-81AF-B9969C57F5B0}">
      <dsp:nvSpPr>
        <dsp:cNvPr id="0" name=""/>
        <dsp:cNvSpPr/>
      </dsp:nvSpPr>
      <dsp:spPr>
        <a:xfrm>
          <a:off x="0" y="3069630"/>
          <a:ext cx="5737225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15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 dirty="0"/>
            <a:t>Repeated operations over large datasets work best</a:t>
          </a:r>
          <a:endParaRPr lang="en-US" sz="1600" kern="1200" dirty="0"/>
        </a:p>
      </dsp:txBody>
      <dsp:txXfrm>
        <a:off x="0" y="3069630"/>
        <a:ext cx="5737225" cy="347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BA61C-1D5D-47A0-A4B4-A66A2D3D95EA}">
      <dsp:nvSpPr>
        <dsp:cNvPr id="0" name=""/>
        <dsp:cNvSpPr/>
      </dsp:nvSpPr>
      <dsp:spPr>
        <a:xfrm>
          <a:off x="5714" y="94016"/>
          <a:ext cx="2598451" cy="1070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CUDA provides</a:t>
          </a:r>
          <a:endParaRPr lang="en-US" sz="1800" kern="1200"/>
        </a:p>
      </dsp:txBody>
      <dsp:txXfrm>
        <a:off x="5714" y="94016"/>
        <a:ext cx="2598451" cy="713767"/>
      </dsp:txXfrm>
    </dsp:sp>
    <dsp:sp modelId="{F24634DD-9D96-4BA2-AFDB-7B7E9B4032B0}">
      <dsp:nvSpPr>
        <dsp:cNvPr id="0" name=""/>
        <dsp:cNvSpPr/>
      </dsp:nvSpPr>
      <dsp:spPr>
        <a:xfrm>
          <a:off x="537927" y="807783"/>
          <a:ext cx="2598451" cy="25271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a programming model for parallel execution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libraries and runtime support for GPU computing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a way to launch work on NVIDIA GPUs </a:t>
          </a:r>
        </a:p>
      </dsp:txBody>
      <dsp:txXfrm>
        <a:off x="611946" y="881802"/>
        <a:ext cx="2450413" cy="2379161"/>
      </dsp:txXfrm>
    </dsp:sp>
    <dsp:sp modelId="{AD98BFCF-1A1D-4CE0-A517-7A914F1B5B0B}">
      <dsp:nvSpPr>
        <dsp:cNvPr id="0" name=""/>
        <dsp:cNvSpPr/>
      </dsp:nvSpPr>
      <dsp:spPr>
        <a:xfrm>
          <a:off x="2998082" y="127430"/>
          <a:ext cx="835101" cy="646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998082" y="256818"/>
        <a:ext cx="641019" cy="388163"/>
      </dsp:txXfrm>
    </dsp:sp>
    <dsp:sp modelId="{865AA5DE-F694-4D70-91D6-2304429FE2CC}">
      <dsp:nvSpPr>
        <dsp:cNvPr id="0" name=""/>
        <dsp:cNvSpPr/>
      </dsp:nvSpPr>
      <dsp:spPr>
        <a:xfrm>
          <a:off x="4179830" y="94016"/>
          <a:ext cx="2598451" cy="1070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CUDA organizes work as</a:t>
          </a:r>
          <a:endParaRPr lang="en-US" sz="1800" kern="1200" dirty="0"/>
        </a:p>
      </dsp:txBody>
      <dsp:txXfrm>
        <a:off x="4179830" y="94016"/>
        <a:ext cx="2598451" cy="713767"/>
      </dsp:txXfrm>
    </dsp:sp>
    <dsp:sp modelId="{7D4C1216-70AA-413B-9BB8-B71AF089C0D3}">
      <dsp:nvSpPr>
        <dsp:cNvPr id="0" name=""/>
        <dsp:cNvSpPr/>
      </dsp:nvSpPr>
      <dsp:spPr>
        <a:xfrm>
          <a:off x="4712043" y="807783"/>
          <a:ext cx="2598451" cy="25271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b="0" kern="1200" dirty="0"/>
            <a:t>kernels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b="0" kern="1200" dirty="0"/>
            <a:t>threads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b="0" kern="1200" dirty="0"/>
            <a:t>blocks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b="0" kern="1200" dirty="0"/>
            <a:t>grids </a:t>
          </a:r>
        </a:p>
      </dsp:txBody>
      <dsp:txXfrm>
        <a:off x="4786062" y="881802"/>
        <a:ext cx="2450413" cy="2379161"/>
      </dsp:txXfrm>
    </dsp:sp>
    <dsp:sp modelId="{AC0C7767-4198-453E-A8B0-8A52FCAA7539}">
      <dsp:nvSpPr>
        <dsp:cNvPr id="0" name=""/>
        <dsp:cNvSpPr/>
      </dsp:nvSpPr>
      <dsp:spPr>
        <a:xfrm>
          <a:off x="7172197" y="127430"/>
          <a:ext cx="835101" cy="646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172197" y="256818"/>
        <a:ext cx="641019" cy="388163"/>
      </dsp:txXfrm>
    </dsp:sp>
    <dsp:sp modelId="{F503D104-8655-466C-A089-76EF8AA7BEBE}">
      <dsp:nvSpPr>
        <dsp:cNvPr id="0" name=""/>
        <dsp:cNvSpPr/>
      </dsp:nvSpPr>
      <dsp:spPr>
        <a:xfrm>
          <a:off x="8353945" y="94016"/>
          <a:ext cx="2598451" cy="1070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Why it matters in this talk</a:t>
          </a:r>
          <a:endParaRPr lang="en-US" sz="1800" kern="1200" dirty="0"/>
        </a:p>
      </dsp:txBody>
      <dsp:txXfrm>
        <a:off x="8353945" y="94016"/>
        <a:ext cx="2598451" cy="713767"/>
      </dsp:txXfrm>
    </dsp:sp>
    <dsp:sp modelId="{E5AC5E6D-83F6-46E9-822D-1734F0F6B4FF}">
      <dsp:nvSpPr>
        <dsp:cNvPr id="0" name=""/>
        <dsp:cNvSpPr/>
      </dsp:nvSpPr>
      <dsp:spPr>
        <a:xfrm>
          <a:off x="8886158" y="807783"/>
          <a:ext cx="2598451" cy="25271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Python GPU libraries build on top of CUDA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higher-level tools hide complexity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lower-level tools expose more control</a:t>
          </a:r>
        </a:p>
      </dsp:txBody>
      <dsp:txXfrm>
        <a:off x="8960177" y="881802"/>
        <a:ext cx="2450413" cy="23791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943C2-F48E-48F4-ABBE-351823E9FBBD}">
      <dsp:nvSpPr>
        <dsp:cNvPr id="0" name=""/>
        <dsp:cNvSpPr/>
      </dsp:nvSpPr>
      <dsp:spPr>
        <a:xfrm>
          <a:off x="1517" y="133817"/>
          <a:ext cx="1975853" cy="1975853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1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3A45D0-0E01-481E-BA84-62B14EE38F70}">
      <dsp:nvSpPr>
        <dsp:cNvPr id="0" name=""/>
        <dsp:cNvSpPr/>
      </dsp:nvSpPr>
      <dsp:spPr>
        <a:xfrm>
          <a:off x="323168" y="1319329"/>
          <a:ext cx="1975853" cy="1975853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Deep Learning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noProof="0" dirty="0" err="1"/>
            <a:t>PyTorch</a:t>
          </a:r>
          <a:endParaRPr lang="en-US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noProof="0" dirty="0"/>
            <a:t>TensorFlow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 noProof="0" dirty="0" err="1"/>
            <a:t>Keras</a:t>
          </a:r>
          <a:endParaRPr lang="en-US" sz="1600" kern="1200" noProof="0" dirty="0"/>
        </a:p>
      </dsp:txBody>
      <dsp:txXfrm>
        <a:off x="381039" y="1377200"/>
        <a:ext cx="1860111" cy="1860111"/>
      </dsp:txXfrm>
    </dsp:sp>
    <dsp:sp modelId="{84D5DB0B-CD7B-490D-B807-52C994AD940D}">
      <dsp:nvSpPr>
        <dsp:cNvPr id="0" name=""/>
        <dsp:cNvSpPr/>
      </dsp:nvSpPr>
      <dsp:spPr>
        <a:xfrm>
          <a:off x="2357963" y="884358"/>
          <a:ext cx="380593" cy="4747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357963" y="979312"/>
        <a:ext cx="266415" cy="284862"/>
      </dsp:txXfrm>
    </dsp:sp>
    <dsp:sp modelId="{484B9C6E-4332-41B9-8EAF-323270C09D39}">
      <dsp:nvSpPr>
        <dsp:cNvPr id="0" name=""/>
        <dsp:cNvSpPr/>
      </dsp:nvSpPr>
      <dsp:spPr>
        <a:xfrm>
          <a:off x="3064779" y="133817"/>
          <a:ext cx="1975853" cy="1975853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>
            <a:duotone>
              <a:schemeClr val="accent4">
                <a:hueOff val="-166424"/>
                <a:satOff val="11047"/>
                <a:lumOff val="5839"/>
                <a:alphaOff val="0"/>
                <a:shade val="20000"/>
                <a:satMod val="200000"/>
              </a:schemeClr>
              <a:schemeClr val="accent4">
                <a:hueOff val="-166424"/>
                <a:satOff val="11047"/>
                <a:lumOff val="5839"/>
                <a:alphaOff val="0"/>
                <a:tint val="12000"/>
                <a:satMod val="190000"/>
              </a:schemeClr>
            </a:duotone>
          </a:blip>
          <a:srcRect/>
          <a:stretch>
            <a:fillRect l="-86000" r="-8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CE12DF-AB8D-483E-89F0-3D5E206DC3BB}">
      <dsp:nvSpPr>
        <dsp:cNvPr id="0" name=""/>
        <dsp:cNvSpPr/>
      </dsp:nvSpPr>
      <dsp:spPr>
        <a:xfrm>
          <a:off x="3386430" y="1319329"/>
          <a:ext cx="1975853" cy="1975853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336844"/>
            <a:satOff val="-21251"/>
            <a:lumOff val="245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Data Science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noProof="0" dirty="0"/>
            <a:t>RAPIDS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 noProof="0" dirty="0" err="1"/>
            <a:t>cudf.pandas</a:t>
          </a:r>
          <a:endParaRPr lang="en-US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noProof="0" dirty="0"/>
            <a:t>Polars GPU engine</a:t>
          </a:r>
        </a:p>
      </dsp:txBody>
      <dsp:txXfrm>
        <a:off x="3444301" y="1377200"/>
        <a:ext cx="1860111" cy="1860111"/>
      </dsp:txXfrm>
    </dsp:sp>
    <dsp:sp modelId="{A192BA9D-8F1E-435E-9C73-68295D485463}">
      <dsp:nvSpPr>
        <dsp:cNvPr id="0" name=""/>
        <dsp:cNvSpPr/>
      </dsp:nvSpPr>
      <dsp:spPr>
        <a:xfrm>
          <a:off x="5421225" y="884358"/>
          <a:ext cx="380593" cy="4747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461971"/>
            <a:satOff val="-26639"/>
            <a:lumOff val="276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421225" y="979312"/>
        <a:ext cx="266415" cy="284862"/>
      </dsp:txXfrm>
    </dsp:sp>
    <dsp:sp modelId="{F3FB31E2-F40B-447F-B44D-2A27818EC693}">
      <dsp:nvSpPr>
        <dsp:cNvPr id="0" name=""/>
        <dsp:cNvSpPr/>
      </dsp:nvSpPr>
      <dsp:spPr>
        <a:xfrm>
          <a:off x="6128041" y="133817"/>
          <a:ext cx="1975853" cy="1975853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>
            <a:duotone>
              <a:schemeClr val="accent4">
                <a:hueOff val="-332849"/>
                <a:satOff val="22095"/>
                <a:lumOff val="11679"/>
                <a:alphaOff val="0"/>
                <a:shade val="20000"/>
                <a:satMod val="200000"/>
              </a:schemeClr>
              <a:schemeClr val="accent4">
                <a:hueOff val="-332849"/>
                <a:satOff val="22095"/>
                <a:lumOff val="11679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E56D26-DEAA-4B27-A275-DE37B33F3E1D}">
      <dsp:nvSpPr>
        <dsp:cNvPr id="0" name=""/>
        <dsp:cNvSpPr/>
      </dsp:nvSpPr>
      <dsp:spPr>
        <a:xfrm>
          <a:off x="6449692" y="1319329"/>
          <a:ext cx="1975853" cy="1975853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673689"/>
            <a:satOff val="-42502"/>
            <a:lumOff val="490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Numeric tasks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noProof="0" dirty="0" err="1"/>
            <a:t>CuPy</a:t>
          </a:r>
          <a:endParaRPr lang="en-US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noProof="0" dirty="0" err="1"/>
            <a:t>cuPyNumeric</a:t>
          </a:r>
          <a:endParaRPr lang="en-US" sz="1600" kern="1200" noProof="0" dirty="0"/>
        </a:p>
      </dsp:txBody>
      <dsp:txXfrm>
        <a:off x="6507563" y="1377200"/>
        <a:ext cx="1860111" cy="1860111"/>
      </dsp:txXfrm>
    </dsp:sp>
    <dsp:sp modelId="{A64094EA-14A4-4E34-976A-C0F5E23F73B1}">
      <dsp:nvSpPr>
        <dsp:cNvPr id="0" name=""/>
        <dsp:cNvSpPr/>
      </dsp:nvSpPr>
      <dsp:spPr>
        <a:xfrm>
          <a:off x="8484487" y="884358"/>
          <a:ext cx="380593" cy="4747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461971"/>
            <a:satOff val="-26639"/>
            <a:lumOff val="276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484487" y="979312"/>
        <a:ext cx="266415" cy="284862"/>
      </dsp:txXfrm>
    </dsp:sp>
    <dsp:sp modelId="{1E8EAEAF-5EFB-46C7-8944-BC4828B373CE}">
      <dsp:nvSpPr>
        <dsp:cNvPr id="0" name=""/>
        <dsp:cNvSpPr/>
      </dsp:nvSpPr>
      <dsp:spPr>
        <a:xfrm>
          <a:off x="9191303" y="133817"/>
          <a:ext cx="1975853" cy="1975853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4">
            <a:duotone>
              <a:schemeClr val="accent4">
                <a:hueOff val="-499273"/>
                <a:satOff val="33142"/>
                <a:lumOff val="17518"/>
                <a:alphaOff val="0"/>
                <a:shade val="20000"/>
                <a:satMod val="200000"/>
              </a:schemeClr>
              <a:schemeClr val="accent4">
                <a:hueOff val="-499273"/>
                <a:satOff val="33142"/>
                <a:lumOff val="17518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D823FA-A15F-46FD-AE1A-DC260954968A}">
      <dsp:nvSpPr>
        <dsp:cNvPr id="0" name=""/>
        <dsp:cNvSpPr/>
      </dsp:nvSpPr>
      <dsp:spPr>
        <a:xfrm>
          <a:off x="9512954" y="1319329"/>
          <a:ext cx="1975853" cy="1975853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336844"/>
            <a:satOff val="-21251"/>
            <a:lumOff val="245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Custom kernels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noProof="0" dirty="0" err="1"/>
            <a:t>Numba</a:t>
          </a:r>
          <a:endParaRPr lang="en-US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noProof="0" dirty="0" err="1"/>
            <a:t>PyCUDA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 dirty="0" err="1"/>
            <a:t>cuTile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 dirty="0" err="1"/>
            <a:t>cuda-python</a:t>
          </a:r>
          <a:endParaRPr lang="en-US" sz="1600" kern="1200" dirty="0"/>
        </a:p>
      </dsp:txBody>
      <dsp:txXfrm>
        <a:off x="9570825" y="1377200"/>
        <a:ext cx="1860111" cy="18601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9DF6EB-2A7F-44B1-9A63-2CFC060CE4B3}">
      <dsp:nvSpPr>
        <dsp:cNvPr id="0" name=""/>
        <dsp:cNvSpPr/>
      </dsp:nvSpPr>
      <dsp:spPr>
        <a:xfrm>
          <a:off x="861774" y="0"/>
          <a:ext cx="9766776" cy="3429000"/>
        </a:xfrm>
        <a:prstGeom prst="rightArrow">
          <a:avLst/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945051-B661-4D28-920C-6CBF296E8CBF}">
      <dsp:nvSpPr>
        <dsp:cNvPr id="0" name=""/>
        <dsp:cNvSpPr/>
      </dsp:nvSpPr>
      <dsp:spPr>
        <a:xfrm>
          <a:off x="5049" y="1028700"/>
          <a:ext cx="2207735" cy="1371600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Check your GPU and driver</a:t>
          </a:r>
          <a:endParaRPr lang="en-US" sz="1900" kern="1200" dirty="0"/>
        </a:p>
      </dsp:txBody>
      <dsp:txXfrm>
        <a:off x="72005" y="1095656"/>
        <a:ext cx="2073823" cy="1237688"/>
      </dsp:txXfrm>
    </dsp:sp>
    <dsp:sp modelId="{8416AE53-B288-4AE1-9718-B6ED23B1BD6F}">
      <dsp:nvSpPr>
        <dsp:cNvPr id="0" name=""/>
        <dsp:cNvSpPr/>
      </dsp:nvSpPr>
      <dsp:spPr>
        <a:xfrm>
          <a:off x="2323172" y="1028700"/>
          <a:ext cx="2207735" cy="1371600"/>
        </a:xfrm>
        <a:prstGeom prst="roundRect">
          <a:avLst/>
        </a:prstGeom>
        <a:solidFill>
          <a:schemeClr val="accent1">
            <a:shade val="50000"/>
            <a:hueOff val="269476"/>
            <a:satOff val="-17001"/>
            <a:lumOff val="196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Pick one real workload</a:t>
          </a:r>
          <a:endParaRPr lang="en-US" sz="1900" kern="1200" dirty="0"/>
        </a:p>
      </dsp:txBody>
      <dsp:txXfrm>
        <a:off x="2390128" y="1095656"/>
        <a:ext cx="2073823" cy="1237688"/>
      </dsp:txXfrm>
    </dsp:sp>
    <dsp:sp modelId="{6A32F1A8-7818-4BFA-85A8-CE19C3E7EF99}">
      <dsp:nvSpPr>
        <dsp:cNvPr id="0" name=""/>
        <dsp:cNvSpPr/>
      </dsp:nvSpPr>
      <dsp:spPr>
        <a:xfrm>
          <a:off x="4641294" y="1028700"/>
          <a:ext cx="2207735" cy="1371600"/>
        </a:xfrm>
        <a:prstGeom prst="roundRect">
          <a:avLst/>
        </a:prstGeom>
        <a:solidFill>
          <a:schemeClr val="accent1">
            <a:shade val="50000"/>
            <a:hueOff val="538951"/>
            <a:satOff val="-34002"/>
            <a:lumOff val="392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Start at the highest useful layer</a:t>
          </a:r>
          <a:endParaRPr lang="en-US" sz="1900" kern="1200" dirty="0"/>
        </a:p>
      </dsp:txBody>
      <dsp:txXfrm>
        <a:off x="4708250" y="1095656"/>
        <a:ext cx="2073823" cy="1237688"/>
      </dsp:txXfrm>
    </dsp:sp>
    <dsp:sp modelId="{24C9CAA1-FD81-4379-A8F5-D16D4EF48169}">
      <dsp:nvSpPr>
        <dsp:cNvPr id="0" name=""/>
        <dsp:cNvSpPr/>
      </dsp:nvSpPr>
      <dsp:spPr>
        <a:xfrm>
          <a:off x="6959417" y="1028700"/>
          <a:ext cx="2207735" cy="1371600"/>
        </a:xfrm>
        <a:prstGeom prst="roundRect">
          <a:avLst/>
        </a:prstGeom>
        <a:solidFill>
          <a:schemeClr val="accent1">
            <a:shade val="50000"/>
            <a:hueOff val="538951"/>
            <a:satOff val="-34002"/>
            <a:lumOff val="392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Verify correctness before timing</a:t>
          </a:r>
          <a:endParaRPr lang="en-US" sz="1900" kern="1200" dirty="0"/>
        </a:p>
      </dsp:txBody>
      <dsp:txXfrm>
        <a:off x="7026373" y="1095656"/>
        <a:ext cx="2073823" cy="1237688"/>
      </dsp:txXfrm>
    </dsp:sp>
    <dsp:sp modelId="{C3C93ABB-5A80-4773-93FD-3FB6BED390CA}">
      <dsp:nvSpPr>
        <dsp:cNvPr id="0" name=""/>
        <dsp:cNvSpPr/>
      </dsp:nvSpPr>
      <dsp:spPr>
        <a:xfrm>
          <a:off x="9277539" y="1028700"/>
          <a:ext cx="2207735" cy="1371600"/>
        </a:xfrm>
        <a:prstGeom prst="roundRect">
          <a:avLst/>
        </a:prstGeom>
        <a:solidFill>
          <a:schemeClr val="accent1">
            <a:shade val="50000"/>
            <a:hueOff val="269476"/>
            <a:satOff val="-17001"/>
            <a:lumOff val="196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Package the environment and keep a CPU fallback</a:t>
          </a:r>
          <a:endParaRPr lang="en-US" sz="1900" kern="1200" dirty="0"/>
        </a:p>
      </dsp:txBody>
      <dsp:txXfrm>
        <a:off x="9344495" y="1095656"/>
        <a:ext cx="2073823" cy="1237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B680F3-DD1E-2F10-DC7E-0F75713A06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F4D9F-E224-EC65-6891-0836CE2DB5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D74B5-A0C2-784A-8B79-F49806F2F400}" type="datetimeFigureOut">
              <a:rPr lang="en-US" smtClean="0">
                <a:latin typeface="Replica LL TT" panose="020B0504010101010104" pitchFamily="34" charset="77"/>
              </a:rPr>
              <a:t>4/22/2026</a:t>
            </a:fld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25027-960B-0D77-E2EA-8CA65A6DC5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681D8-F754-61ED-C9B7-7CCEB164E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56655-A3FC-734D-870A-74EA14882906}" type="slidenum">
              <a:rPr lang="en-US" smtClean="0">
                <a:latin typeface="Replica LL TT" panose="020B0504010101010104" pitchFamily="34" charset="77"/>
              </a:rPr>
              <a:t>‹#›</a:t>
            </a:fld>
            <a:endParaRPr lang="en-US">
              <a:latin typeface="Replica LL TT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99831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280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509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017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526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034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2543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051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599560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068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plica LL TT" panose="020B0504010101010104" pitchFamily="34" charset="77"/>
              </a:rPr>
              <a:t>1</a:t>
            </a:fld>
            <a:endParaRPr lang="en-US">
              <a:latin typeface="Replica LL TT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lou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621342-69C1-3D90-E2F5-761C4E5FDA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6106" y="0"/>
            <a:ext cx="9525894" cy="6858000"/>
          </a:xfrm>
          <a:prstGeom prst="rect">
            <a:avLst/>
          </a:prstGeom>
        </p:spPr>
      </p:pic>
      <p:sp>
        <p:nvSpPr>
          <p:cNvPr id="3" name="Image 2" descr=" ">
            <a:extLst>
              <a:ext uri="{FF2B5EF4-FFF2-40B4-BE49-F238E27FC236}">
                <a16:creationId xmlns:a16="http://schemas.microsoft.com/office/drawing/2014/main" id="{5A4E547D-4590-1DA3-B1BB-A0939DC3EE83}"/>
              </a:ext>
            </a:extLst>
          </p:cNvPr>
          <p:cNvSpPr/>
          <p:nvPr userDrawn="1"/>
        </p:nvSpPr>
        <p:spPr>
          <a:xfrm>
            <a:off x="4703" y="2554"/>
            <a:ext cx="7696637" cy="6855446"/>
          </a:xfrm>
          <a:custGeom>
            <a:avLst/>
            <a:gdLst>
              <a:gd name="csX0" fmla="*/ 0 w 7694156"/>
              <a:gd name="csY0" fmla="*/ 0 h 6890232"/>
              <a:gd name="csX1" fmla="*/ 7694156 w 7694156"/>
              <a:gd name="csY1" fmla="*/ 0 h 6890232"/>
              <a:gd name="csX2" fmla="*/ 4478735 w 7694156"/>
              <a:gd name="csY2" fmla="*/ 6890233 h 6890232"/>
              <a:gd name="csX3" fmla="*/ 0 w 7694156"/>
              <a:gd name="csY3" fmla="*/ 6890233 h 6890232"/>
              <a:gd name="csX4" fmla="*/ 0 w 7694156"/>
              <a:gd name="csY4" fmla="*/ 0 h 6890232"/>
              <a:gd name="csX0" fmla="*/ 0 w 7694156"/>
              <a:gd name="csY0" fmla="*/ 0 h 6890233"/>
              <a:gd name="csX1" fmla="*/ 7694156 w 7694156"/>
              <a:gd name="csY1" fmla="*/ 0 h 6890233"/>
              <a:gd name="csX2" fmla="*/ 4493644 w 7694156"/>
              <a:gd name="csY2" fmla="*/ 6855446 h 6890233"/>
              <a:gd name="csX3" fmla="*/ 0 w 7694156"/>
              <a:gd name="csY3" fmla="*/ 6890233 h 6890233"/>
              <a:gd name="csX4" fmla="*/ 0 w 7694156"/>
              <a:gd name="csY4" fmla="*/ 0 h 6890233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9939 w 7694156"/>
              <a:gd name="csY3" fmla="*/ 6825628 h 6855446"/>
              <a:gd name="csX4" fmla="*/ 0 w 7694156"/>
              <a:gd name="csY4" fmla="*/ 0 h 6855446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4970 w 7694156"/>
              <a:gd name="csY3" fmla="*/ 6855445 h 6855446"/>
              <a:gd name="csX4" fmla="*/ 0 w 7694156"/>
              <a:gd name="csY4" fmla="*/ 0 h 6855446"/>
              <a:gd name="csX0" fmla="*/ 477 w 7694633"/>
              <a:gd name="csY0" fmla="*/ 0 h 6855446"/>
              <a:gd name="csX1" fmla="*/ 7694633 w 7694633"/>
              <a:gd name="csY1" fmla="*/ 0 h 6855446"/>
              <a:gd name="csX2" fmla="*/ 4494121 w 7694633"/>
              <a:gd name="csY2" fmla="*/ 6855446 h 6855446"/>
              <a:gd name="csX3" fmla="*/ 478 w 7694633"/>
              <a:gd name="csY3" fmla="*/ 6850475 h 6855446"/>
              <a:gd name="csX4" fmla="*/ 477 w 7694633"/>
              <a:gd name="csY4" fmla="*/ 0 h 685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94633" h="6855446">
                <a:moveTo>
                  <a:pt x="477" y="0"/>
                </a:moveTo>
                <a:lnTo>
                  <a:pt x="7694633" y="0"/>
                </a:lnTo>
                <a:lnTo>
                  <a:pt x="4494121" y="6855446"/>
                </a:lnTo>
                <a:lnTo>
                  <a:pt x="478" y="6850475"/>
                </a:lnTo>
                <a:cubicBezTo>
                  <a:pt x="-1179" y="4565327"/>
                  <a:pt x="2134" y="2285148"/>
                  <a:pt x="477" y="0"/>
                </a:cubicBezTo>
                <a:close/>
              </a:path>
            </a:pathLst>
          </a:custGeom>
          <a:solidFill>
            <a:srgbClr val="000000"/>
          </a:solidFill>
          <a:ln w="6342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Replica LL TT" panose="020B0504010101010104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A2522F-9A62-01D9-4DD9-AA0D0FAA9B10}"/>
              </a:ext>
            </a:extLst>
          </p:cNvPr>
          <p:cNvCxnSpPr/>
          <p:nvPr userDrawn="1"/>
        </p:nvCxnSpPr>
        <p:spPr>
          <a:xfrm flipH="1">
            <a:off x="4496946" y="0"/>
            <a:ext cx="3199214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E023D7-8157-6D10-8C5E-90ACE80ED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" y="4114654"/>
            <a:ext cx="2757975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kern="600" cap="all" baseline="0">
                <a:solidFill>
                  <a:schemeClr val="tx2">
                    <a:lumMod val="25000"/>
                    <a:lumOff val="75000"/>
                  </a:schemeClr>
                </a:solidFill>
                <a:latin typeface="Roboto Mono Medium" pitchFamily="2" charset="0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BD96DD4-365F-A03F-DAD0-60B96CEF3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571" y="1499647"/>
            <a:ext cx="5704534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1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text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4EB26AF-4085-566B-40DB-612F0654CD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842" y="226115"/>
            <a:ext cx="2154887" cy="63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75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403184B-EAAC-1E04-6E09-73E9D37659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96947" y="1"/>
            <a:ext cx="7696637" cy="6858000"/>
          </a:xfrm>
          <a:prstGeom prst="rect">
            <a:avLst/>
          </a:prstGeom>
        </p:spPr>
      </p:pic>
      <p:sp>
        <p:nvSpPr>
          <p:cNvPr id="3" name="Image 2" descr=" ">
            <a:extLst>
              <a:ext uri="{FF2B5EF4-FFF2-40B4-BE49-F238E27FC236}">
                <a16:creationId xmlns:a16="http://schemas.microsoft.com/office/drawing/2014/main" id="{5A4E547D-4590-1DA3-B1BB-A0939DC3EE83}"/>
              </a:ext>
            </a:extLst>
          </p:cNvPr>
          <p:cNvSpPr/>
          <p:nvPr userDrawn="1"/>
        </p:nvSpPr>
        <p:spPr>
          <a:xfrm>
            <a:off x="-477" y="1340"/>
            <a:ext cx="7696637" cy="6855446"/>
          </a:xfrm>
          <a:custGeom>
            <a:avLst/>
            <a:gdLst>
              <a:gd name="csX0" fmla="*/ 0 w 7694156"/>
              <a:gd name="csY0" fmla="*/ 0 h 6890232"/>
              <a:gd name="csX1" fmla="*/ 7694156 w 7694156"/>
              <a:gd name="csY1" fmla="*/ 0 h 6890232"/>
              <a:gd name="csX2" fmla="*/ 4478735 w 7694156"/>
              <a:gd name="csY2" fmla="*/ 6890233 h 6890232"/>
              <a:gd name="csX3" fmla="*/ 0 w 7694156"/>
              <a:gd name="csY3" fmla="*/ 6890233 h 6890232"/>
              <a:gd name="csX4" fmla="*/ 0 w 7694156"/>
              <a:gd name="csY4" fmla="*/ 0 h 6890232"/>
              <a:gd name="csX0" fmla="*/ 0 w 7694156"/>
              <a:gd name="csY0" fmla="*/ 0 h 6890233"/>
              <a:gd name="csX1" fmla="*/ 7694156 w 7694156"/>
              <a:gd name="csY1" fmla="*/ 0 h 6890233"/>
              <a:gd name="csX2" fmla="*/ 4493644 w 7694156"/>
              <a:gd name="csY2" fmla="*/ 6855446 h 6890233"/>
              <a:gd name="csX3" fmla="*/ 0 w 7694156"/>
              <a:gd name="csY3" fmla="*/ 6890233 h 6890233"/>
              <a:gd name="csX4" fmla="*/ 0 w 7694156"/>
              <a:gd name="csY4" fmla="*/ 0 h 6890233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9939 w 7694156"/>
              <a:gd name="csY3" fmla="*/ 6825628 h 6855446"/>
              <a:gd name="csX4" fmla="*/ 0 w 7694156"/>
              <a:gd name="csY4" fmla="*/ 0 h 6855446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4970 w 7694156"/>
              <a:gd name="csY3" fmla="*/ 6855445 h 6855446"/>
              <a:gd name="csX4" fmla="*/ 0 w 7694156"/>
              <a:gd name="csY4" fmla="*/ 0 h 6855446"/>
              <a:gd name="csX0" fmla="*/ 477 w 7694633"/>
              <a:gd name="csY0" fmla="*/ 0 h 6855446"/>
              <a:gd name="csX1" fmla="*/ 7694633 w 7694633"/>
              <a:gd name="csY1" fmla="*/ 0 h 6855446"/>
              <a:gd name="csX2" fmla="*/ 4494121 w 7694633"/>
              <a:gd name="csY2" fmla="*/ 6855446 h 6855446"/>
              <a:gd name="csX3" fmla="*/ 478 w 7694633"/>
              <a:gd name="csY3" fmla="*/ 6850475 h 6855446"/>
              <a:gd name="csX4" fmla="*/ 477 w 7694633"/>
              <a:gd name="csY4" fmla="*/ 0 h 685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94633" h="6855446">
                <a:moveTo>
                  <a:pt x="477" y="0"/>
                </a:moveTo>
                <a:lnTo>
                  <a:pt x="7694633" y="0"/>
                </a:lnTo>
                <a:lnTo>
                  <a:pt x="4494121" y="6855446"/>
                </a:lnTo>
                <a:lnTo>
                  <a:pt x="478" y="6850475"/>
                </a:lnTo>
                <a:cubicBezTo>
                  <a:pt x="-1179" y="4565327"/>
                  <a:pt x="2134" y="2285148"/>
                  <a:pt x="477" y="0"/>
                </a:cubicBezTo>
                <a:close/>
              </a:path>
            </a:pathLst>
          </a:custGeom>
          <a:solidFill>
            <a:srgbClr val="000000"/>
          </a:solidFill>
          <a:ln w="6342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Replica LL TT" panose="020B0504010101010104" pitchFamily="34" charset="77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D7AD73-7828-8C74-7168-964E0634C440}"/>
              </a:ext>
            </a:extLst>
          </p:cNvPr>
          <p:cNvCxnSpPr/>
          <p:nvPr userDrawn="1"/>
        </p:nvCxnSpPr>
        <p:spPr>
          <a:xfrm flipH="1">
            <a:off x="4496946" y="0"/>
            <a:ext cx="3199214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Logo">
            <a:extLst>
              <a:ext uri="{FF2B5EF4-FFF2-40B4-BE49-F238E27FC236}">
                <a16:creationId xmlns:a16="http://schemas.microsoft.com/office/drawing/2014/main" id="{F9DC907B-1DF1-3F39-187E-3440862EA6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842" y="226115"/>
            <a:ext cx="2154887" cy="638319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2339B43-95E0-4D61-9947-C4B07D23C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" y="4114654"/>
            <a:ext cx="2757975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kern="600" cap="all" baseline="0">
                <a:solidFill>
                  <a:schemeClr val="tx2">
                    <a:lumMod val="25000"/>
                    <a:lumOff val="75000"/>
                  </a:schemeClr>
                </a:solidFill>
                <a:latin typeface="Roboto Mono Medium" pitchFamily="2" charset="0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B649FA-11FA-9519-663F-C953C5322A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571" y="1499647"/>
            <a:ext cx="5704534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1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32174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A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5064B3-BFC2-1DF4-281D-F0E67448FC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436"/>
          <a:stretch>
            <a:fillRect/>
          </a:stretch>
        </p:blipFill>
        <p:spPr>
          <a:xfrm>
            <a:off x="3847841" y="0"/>
            <a:ext cx="8344160" cy="6858000"/>
          </a:xfrm>
          <a:prstGeom prst="rect">
            <a:avLst/>
          </a:prstGeom>
        </p:spPr>
      </p:pic>
      <p:sp>
        <p:nvSpPr>
          <p:cNvPr id="3" name="Image 2" descr=" ">
            <a:extLst>
              <a:ext uri="{FF2B5EF4-FFF2-40B4-BE49-F238E27FC236}">
                <a16:creationId xmlns:a16="http://schemas.microsoft.com/office/drawing/2014/main" id="{5A4E547D-4590-1DA3-B1BB-A0939DC3EE83}"/>
              </a:ext>
            </a:extLst>
          </p:cNvPr>
          <p:cNvSpPr/>
          <p:nvPr userDrawn="1"/>
        </p:nvSpPr>
        <p:spPr>
          <a:xfrm>
            <a:off x="-477" y="1340"/>
            <a:ext cx="7696637" cy="6855446"/>
          </a:xfrm>
          <a:custGeom>
            <a:avLst/>
            <a:gdLst>
              <a:gd name="csX0" fmla="*/ 0 w 7694156"/>
              <a:gd name="csY0" fmla="*/ 0 h 6890232"/>
              <a:gd name="csX1" fmla="*/ 7694156 w 7694156"/>
              <a:gd name="csY1" fmla="*/ 0 h 6890232"/>
              <a:gd name="csX2" fmla="*/ 4478735 w 7694156"/>
              <a:gd name="csY2" fmla="*/ 6890233 h 6890232"/>
              <a:gd name="csX3" fmla="*/ 0 w 7694156"/>
              <a:gd name="csY3" fmla="*/ 6890233 h 6890232"/>
              <a:gd name="csX4" fmla="*/ 0 w 7694156"/>
              <a:gd name="csY4" fmla="*/ 0 h 6890232"/>
              <a:gd name="csX0" fmla="*/ 0 w 7694156"/>
              <a:gd name="csY0" fmla="*/ 0 h 6890233"/>
              <a:gd name="csX1" fmla="*/ 7694156 w 7694156"/>
              <a:gd name="csY1" fmla="*/ 0 h 6890233"/>
              <a:gd name="csX2" fmla="*/ 4493644 w 7694156"/>
              <a:gd name="csY2" fmla="*/ 6855446 h 6890233"/>
              <a:gd name="csX3" fmla="*/ 0 w 7694156"/>
              <a:gd name="csY3" fmla="*/ 6890233 h 6890233"/>
              <a:gd name="csX4" fmla="*/ 0 w 7694156"/>
              <a:gd name="csY4" fmla="*/ 0 h 6890233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9939 w 7694156"/>
              <a:gd name="csY3" fmla="*/ 6825628 h 6855446"/>
              <a:gd name="csX4" fmla="*/ 0 w 7694156"/>
              <a:gd name="csY4" fmla="*/ 0 h 6855446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4970 w 7694156"/>
              <a:gd name="csY3" fmla="*/ 6855445 h 6855446"/>
              <a:gd name="csX4" fmla="*/ 0 w 7694156"/>
              <a:gd name="csY4" fmla="*/ 0 h 6855446"/>
              <a:gd name="csX0" fmla="*/ 477 w 7694633"/>
              <a:gd name="csY0" fmla="*/ 0 h 6855446"/>
              <a:gd name="csX1" fmla="*/ 7694633 w 7694633"/>
              <a:gd name="csY1" fmla="*/ 0 h 6855446"/>
              <a:gd name="csX2" fmla="*/ 4494121 w 7694633"/>
              <a:gd name="csY2" fmla="*/ 6855446 h 6855446"/>
              <a:gd name="csX3" fmla="*/ 478 w 7694633"/>
              <a:gd name="csY3" fmla="*/ 6850475 h 6855446"/>
              <a:gd name="csX4" fmla="*/ 477 w 7694633"/>
              <a:gd name="csY4" fmla="*/ 0 h 685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94633" h="6855446">
                <a:moveTo>
                  <a:pt x="477" y="0"/>
                </a:moveTo>
                <a:lnTo>
                  <a:pt x="7694633" y="0"/>
                </a:lnTo>
                <a:lnTo>
                  <a:pt x="4494121" y="6855446"/>
                </a:lnTo>
                <a:lnTo>
                  <a:pt x="478" y="6850475"/>
                </a:lnTo>
                <a:cubicBezTo>
                  <a:pt x="-1179" y="4565327"/>
                  <a:pt x="2134" y="2285148"/>
                  <a:pt x="477" y="0"/>
                </a:cubicBezTo>
                <a:close/>
              </a:path>
            </a:pathLst>
          </a:custGeom>
          <a:solidFill>
            <a:srgbClr val="000000"/>
          </a:solidFill>
          <a:ln w="6342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Replica LL TT" panose="020B0504010101010104" pitchFamily="34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CD894-BFEE-22BC-24CC-C06E945C7BB5}"/>
              </a:ext>
            </a:extLst>
          </p:cNvPr>
          <p:cNvCxnSpPr/>
          <p:nvPr userDrawn="1"/>
        </p:nvCxnSpPr>
        <p:spPr>
          <a:xfrm flipH="1">
            <a:off x="4496946" y="0"/>
            <a:ext cx="3199214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Logo">
            <a:extLst>
              <a:ext uri="{FF2B5EF4-FFF2-40B4-BE49-F238E27FC236}">
                <a16:creationId xmlns:a16="http://schemas.microsoft.com/office/drawing/2014/main" id="{10079879-409D-2EB8-60A5-5C9E76C4EA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842" y="226115"/>
            <a:ext cx="2154887" cy="63831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A458526-DC44-F7EE-ED18-86B34453C9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" y="4114654"/>
            <a:ext cx="2757975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kern="600" cap="all" baseline="0">
                <a:solidFill>
                  <a:schemeClr val="tx2">
                    <a:lumMod val="25000"/>
                    <a:lumOff val="75000"/>
                  </a:schemeClr>
                </a:solidFill>
                <a:latin typeface="Roboto Mono Medium" pitchFamily="2" charset="0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8B82E0E-E9D0-7D9F-507E-5430130C34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571" y="1499647"/>
            <a:ext cx="5704534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1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41000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Grid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FF8ECD2-D229-CAAA-58CD-07181C1C81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6" name="Logo">
            <a:extLst>
              <a:ext uri="{FF2B5EF4-FFF2-40B4-BE49-F238E27FC236}">
                <a16:creationId xmlns:a16="http://schemas.microsoft.com/office/drawing/2014/main" id="{5F0DCC2D-1C0E-2359-F1C3-0E54E51E48C9}"/>
              </a:ext>
            </a:extLst>
          </p:cNvPr>
          <p:cNvGrpSpPr/>
          <p:nvPr/>
        </p:nvGrpSpPr>
        <p:grpSpPr>
          <a:xfrm>
            <a:off x="341595" y="348853"/>
            <a:ext cx="1462330" cy="249742"/>
            <a:chOff x="379074" y="6225521"/>
            <a:chExt cx="1461949" cy="249742"/>
          </a:xfrm>
          <a:solidFill>
            <a:schemeClr val="tx1"/>
          </a:solidFill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AFA5C72-B2A0-DEE8-F3A3-289DD45CBB29}"/>
                </a:ext>
              </a:extLst>
            </p:cNvPr>
            <p:cNvSpPr/>
            <p:nvPr/>
          </p:nvSpPr>
          <p:spPr>
            <a:xfrm>
              <a:off x="379074" y="6225521"/>
              <a:ext cx="190498" cy="249675"/>
            </a:xfrm>
            <a:custGeom>
              <a:avLst/>
              <a:gdLst>
                <a:gd name="csX0" fmla="*/ 97078 w 190498"/>
                <a:gd name="csY0" fmla="*/ 249676 h 249675"/>
                <a:gd name="csX1" fmla="*/ 0 w 190498"/>
                <a:gd name="csY1" fmla="*/ 169952 h 249675"/>
                <a:gd name="csX2" fmla="*/ 3458 w 190498"/>
                <a:gd name="csY2" fmla="*/ 166495 h 249675"/>
                <a:gd name="csX3" fmla="*/ 31185 w 190498"/>
                <a:gd name="csY3" fmla="*/ 166495 h 249675"/>
                <a:gd name="csX4" fmla="*/ 34642 w 190498"/>
                <a:gd name="csY4" fmla="*/ 169952 h 249675"/>
                <a:gd name="csX5" fmla="*/ 100469 w 190498"/>
                <a:gd name="csY5" fmla="*/ 218491 h 249675"/>
                <a:gd name="csX6" fmla="*/ 155923 w 190498"/>
                <a:gd name="csY6" fmla="*/ 180325 h 249675"/>
                <a:gd name="csX7" fmla="*/ 86572 w 190498"/>
                <a:gd name="csY7" fmla="*/ 135244 h 249675"/>
                <a:gd name="csX8" fmla="*/ 6849 w 190498"/>
                <a:gd name="csY8" fmla="*/ 65893 h 249675"/>
                <a:gd name="csX9" fmla="*/ 93487 w 190498"/>
                <a:gd name="csY9" fmla="*/ 0 h 249675"/>
                <a:gd name="csX10" fmla="*/ 183583 w 190498"/>
                <a:gd name="csY10" fmla="*/ 72808 h 249675"/>
                <a:gd name="csX11" fmla="*/ 180126 w 190498"/>
                <a:gd name="csY11" fmla="*/ 76266 h 249675"/>
                <a:gd name="csX12" fmla="*/ 152399 w 190498"/>
                <a:gd name="csY12" fmla="*/ 76266 h 249675"/>
                <a:gd name="csX13" fmla="*/ 148941 w 190498"/>
                <a:gd name="csY13" fmla="*/ 72808 h 249675"/>
                <a:gd name="csX14" fmla="*/ 90030 w 190498"/>
                <a:gd name="csY14" fmla="*/ 31185 h 249675"/>
                <a:gd name="csX15" fmla="*/ 41491 w 190498"/>
                <a:gd name="csY15" fmla="*/ 65827 h 249675"/>
                <a:gd name="csX16" fmla="*/ 107317 w 190498"/>
                <a:gd name="csY16" fmla="*/ 107450 h 249675"/>
                <a:gd name="csX17" fmla="*/ 190498 w 190498"/>
                <a:gd name="csY17" fmla="*/ 180259 h 249675"/>
                <a:gd name="csX18" fmla="*/ 96945 w 190498"/>
                <a:gd name="csY18" fmla="*/ 249609 h 24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90498" h="249675">
                  <a:moveTo>
                    <a:pt x="97078" y="249676"/>
                  </a:moveTo>
                  <a:cubicBezTo>
                    <a:pt x="38166" y="249676"/>
                    <a:pt x="0" y="221949"/>
                    <a:pt x="0" y="169952"/>
                  </a:cubicBezTo>
                  <a:lnTo>
                    <a:pt x="3458" y="166495"/>
                  </a:lnTo>
                  <a:lnTo>
                    <a:pt x="31185" y="166495"/>
                  </a:lnTo>
                  <a:lnTo>
                    <a:pt x="34642" y="169952"/>
                  </a:lnTo>
                  <a:cubicBezTo>
                    <a:pt x="34642" y="204595"/>
                    <a:pt x="58912" y="218491"/>
                    <a:pt x="100469" y="218491"/>
                  </a:cubicBezTo>
                  <a:cubicBezTo>
                    <a:pt x="131653" y="218491"/>
                    <a:pt x="155923" y="208119"/>
                    <a:pt x="155923" y="180325"/>
                  </a:cubicBezTo>
                  <a:cubicBezTo>
                    <a:pt x="155923" y="149141"/>
                    <a:pt x="135111" y="142159"/>
                    <a:pt x="86572" y="135244"/>
                  </a:cubicBezTo>
                  <a:cubicBezTo>
                    <a:pt x="38033" y="128329"/>
                    <a:pt x="6849" y="107517"/>
                    <a:pt x="6849" y="65893"/>
                  </a:cubicBezTo>
                  <a:cubicBezTo>
                    <a:pt x="6849" y="34709"/>
                    <a:pt x="31118" y="0"/>
                    <a:pt x="93487" y="0"/>
                  </a:cubicBezTo>
                  <a:cubicBezTo>
                    <a:pt x="145484" y="0"/>
                    <a:pt x="183583" y="20812"/>
                    <a:pt x="183583" y="72808"/>
                  </a:cubicBezTo>
                  <a:lnTo>
                    <a:pt x="180126" y="76266"/>
                  </a:lnTo>
                  <a:lnTo>
                    <a:pt x="152399" y="76266"/>
                  </a:lnTo>
                  <a:lnTo>
                    <a:pt x="148941" y="72808"/>
                  </a:lnTo>
                  <a:cubicBezTo>
                    <a:pt x="148941" y="45081"/>
                    <a:pt x="135111" y="31185"/>
                    <a:pt x="90030" y="31185"/>
                  </a:cubicBezTo>
                  <a:cubicBezTo>
                    <a:pt x="58845" y="31185"/>
                    <a:pt x="41491" y="45081"/>
                    <a:pt x="41491" y="65827"/>
                  </a:cubicBezTo>
                  <a:cubicBezTo>
                    <a:pt x="41491" y="93554"/>
                    <a:pt x="58845" y="100469"/>
                    <a:pt x="107317" y="107450"/>
                  </a:cubicBezTo>
                  <a:cubicBezTo>
                    <a:pt x="155856" y="114365"/>
                    <a:pt x="190498" y="131720"/>
                    <a:pt x="190498" y="180259"/>
                  </a:cubicBezTo>
                  <a:cubicBezTo>
                    <a:pt x="190498" y="218425"/>
                    <a:pt x="162771" y="249609"/>
                    <a:pt x="96945" y="249609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5657A5D-F56B-C68B-BD18-D1C90ED4DB1B}"/>
                </a:ext>
              </a:extLst>
            </p:cNvPr>
            <p:cNvSpPr/>
            <p:nvPr/>
          </p:nvSpPr>
          <p:spPr>
            <a:xfrm>
              <a:off x="588189" y="6294938"/>
              <a:ext cx="166361" cy="180325"/>
            </a:xfrm>
            <a:custGeom>
              <a:avLst/>
              <a:gdLst>
                <a:gd name="csX0" fmla="*/ 83181 w 166361"/>
                <a:gd name="csY0" fmla="*/ 0 h 180325"/>
                <a:gd name="csX1" fmla="*/ 166362 w 166361"/>
                <a:gd name="csY1" fmla="*/ 90163 h 180325"/>
                <a:gd name="csX2" fmla="*/ 83181 w 166361"/>
                <a:gd name="csY2" fmla="*/ 180325 h 180325"/>
                <a:gd name="csX3" fmla="*/ 0 w 166361"/>
                <a:gd name="csY3" fmla="*/ 90163 h 180325"/>
                <a:gd name="csX4" fmla="*/ 83181 w 166361"/>
                <a:gd name="csY4" fmla="*/ 0 h 180325"/>
                <a:gd name="csX5" fmla="*/ 83181 w 166361"/>
                <a:gd name="csY5" fmla="*/ 149074 h 180325"/>
                <a:gd name="csX6" fmla="*/ 131720 w 166361"/>
                <a:gd name="csY6" fmla="*/ 90163 h 180325"/>
                <a:gd name="csX7" fmla="*/ 83181 w 166361"/>
                <a:gd name="csY7" fmla="*/ 31251 h 180325"/>
                <a:gd name="csX8" fmla="*/ 34642 w 166361"/>
                <a:gd name="csY8" fmla="*/ 90163 h 180325"/>
                <a:gd name="csX9" fmla="*/ 83181 w 166361"/>
                <a:gd name="csY9" fmla="*/ 149074 h 180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66361" h="180325">
                  <a:moveTo>
                    <a:pt x="83181" y="0"/>
                  </a:moveTo>
                  <a:cubicBezTo>
                    <a:pt x="135177" y="0"/>
                    <a:pt x="166362" y="34642"/>
                    <a:pt x="166362" y="90163"/>
                  </a:cubicBezTo>
                  <a:cubicBezTo>
                    <a:pt x="166362" y="145683"/>
                    <a:pt x="135177" y="180325"/>
                    <a:pt x="83181" y="180325"/>
                  </a:cubicBezTo>
                  <a:cubicBezTo>
                    <a:pt x="31185" y="180325"/>
                    <a:pt x="0" y="145683"/>
                    <a:pt x="0" y="90163"/>
                  </a:cubicBezTo>
                  <a:cubicBezTo>
                    <a:pt x="0" y="34642"/>
                    <a:pt x="31185" y="0"/>
                    <a:pt x="83181" y="0"/>
                  </a:cubicBezTo>
                  <a:close/>
                  <a:moveTo>
                    <a:pt x="83181" y="149074"/>
                  </a:moveTo>
                  <a:cubicBezTo>
                    <a:pt x="114365" y="149074"/>
                    <a:pt x="131720" y="128262"/>
                    <a:pt x="131720" y="90163"/>
                  </a:cubicBezTo>
                  <a:cubicBezTo>
                    <a:pt x="131720" y="52063"/>
                    <a:pt x="114365" y="31251"/>
                    <a:pt x="83181" y="31251"/>
                  </a:cubicBezTo>
                  <a:cubicBezTo>
                    <a:pt x="51996" y="31251"/>
                    <a:pt x="34642" y="52063"/>
                    <a:pt x="34642" y="90163"/>
                  </a:cubicBezTo>
                  <a:cubicBezTo>
                    <a:pt x="34642" y="128262"/>
                    <a:pt x="51996" y="149074"/>
                    <a:pt x="83181" y="149074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EDF6DCC-DDF7-5F62-D5FC-216E1B21D550}"/>
                </a:ext>
              </a:extLst>
            </p:cNvPr>
            <p:cNvSpPr/>
            <p:nvPr/>
          </p:nvSpPr>
          <p:spPr>
            <a:xfrm>
              <a:off x="1011076" y="6225521"/>
              <a:ext cx="190498" cy="249675"/>
            </a:xfrm>
            <a:custGeom>
              <a:avLst/>
              <a:gdLst>
                <a:gd name="csX0" fmla="*/ 97078 w 190498"/>
                <a:gd name="csY0" fmla="*/ 249676 h 249675"/>
                <a:gd name="csX1" fmla="*/ 0 w 190498"/>
                <a:gd name="csY1" fmla="*/ 169952 h 249675"/>
                <a:gd name="csX2" fmla="*/ 3458 w 190498"/>
                <a:gd name="csY2" fmla="*/ 166495 h 249675"/>
                <a:gd name="csX3" fmla="*/ 31185 w 190498"/>
                <a:gd name="csY3" fmla="*/ 166495 h 249675"/>
                <a:gd name="csX4" fmla="*/ 34642 w 190498"/>
                <a:gd name="csY4" fmla="*/ 169952 h 249675"/>
                <a:gd name="csX5" fmla="*/ 100469 w 190498"/>
                <a:gd name="csY5" fmla="*/ 218491 h 249675"/>
                <a:gd name="csX6" fmla="*/ 155923 w 190498"/>
                <a:gd name="csY6" fmla="*/ 180325 h 249675"/>
                <a:gd name="csX7" fmla="*/ 86572 w 190498"/>
                <a:gd name="csY7" fmla="*/ 135244 h 249675"/>
                <a:gd name="csX8" fmla="*/ 6849 w 190498"/>
                <a:gd name="csY8" fmla="*/ 65893 h 249675"/>
                <a:gd name="csX9" fmla="*/ 93487 w 190498"/>
                <a:gd name="csY9" fmla="*/ 0 h 249675"/>
                <a:gd name="csX10" fmla="*/ 183583 w 190498"/>
                <a:gd name="csY10" fmla="*/ 72808 h 249675"/>
                <a:gd name="csX11" fmla="*/ 180126 w 190498"/>
                <a:gd name="csY11" fmla="*/ 76266 h 249675"/>
                <a:gd name="csX12" fmla="*/ 152399 w 190498"/>
                <a:gd name="csY12" fmla="*/ 76266 h 249675"/>
                <a:gd name="csX13" fmla="*/ 148941 w 190498"/>
                <a:gd name="csY13" fmla="*/ 72808 h 249675"/>
                <a:gd name="csX14" fmla="*/ 90030 w 190498"/>
                <a:gd name="csY14" fmla="*/ 31185 h 249675"/>
                <a:gd name="csX15" fmla="*/ 41491 w 190498"/>
                <a:gd name="csY15" fmla="*/ 65827 h 249675"/>
                <a:gd name="csX16" fmla="*/ 107317 w 190498"/>
                <a:gd name="csY16" fmla="*/ 107450 h 249675"/>
                <a:gd name="csX17" fmla="*/ 190498 w 190498"/>
                <a:gd name="csY17" fmla="*/ 180259 h 249675"/>
                <a:gd name="csX18" fmla="*/ 96945 w 190498"/>
                <a:gd name="csY18" fmla="*/ 249609 h 24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90498" h="249675">
                  <a:moveTo>
                    <a:pt x="97078" y="249676"/>
                  </a:moveTo>
                  <a:cubicBezTo>
                    <a:pt x="38166" y="249676"/>
                    <a:pt x="0" y="221949"/>
                    <a:pt x="0" y="169952"/>
                  </a:cubicBezTo>
                  <a:lnTo>
                    <a:pt x="3458" y="166495"/>
                  </a:lnTo>
                  <a:lnTo>
                    <a:pt x="31185" y="166495"/>
                  </a:lnTo>
                  <a:lnTo>
                    <a:pt x="34642" y="169952"/>
                  </a:lnTo>
                  <a:cubicBezTo>
                    <a:pt x="34642" y="204595"/>
                    <a:pt x="58912" y="218491"/>
                    <a:pt x="100469" y="218491"/>
                  </a:cubicBezTo>
                  <a:cubicBezTo>
                    <a:pt x="131653" y="218491"/>
                    <a:pt x="155923" y="208119"/>
                    <a:pt x="155923" y="180325"/>
                  </a:cubicBezTo>
                  <a:cubicBezTo>
                    <a:pt x="155923" y="149141"/>
                    <a:pt x="135111" y="142159"/>
                    <a:pt x="86572" y="135244"/>
                  </a:cubicBezTo>
                  <a:cubicBezTo>
                    <a:pt x="38033" y="128329"/>
                    <a:pt x="6849" y="107517"/>
                    <a:pt x="6849" y="65893"/>
                  </a:cubicBezTo>
                  <a:cubicBezTo>
                    <a:pt x="6849" y="34709"/>
                    <a:pt x="31118" y="0"/>
                    <a:pt x="93487" y="0"/>
                  </a:cubicBezTo>
                  <a:cubicBezTo>
                    <a:pt x="145484" y="0"/>
                    <a:pt x="183583" y="20812"/>
                    <a:pt x="183583" y="72808"/>
                  </a:cubicBezTo>
                  <a:lnTo>
                    <a:pt x="180126" y="76266"/>
                  </a:lnTo>
                  <a:lnTo>
                    <a:pt x="152399" y="76266"/>
                  </a:lnTo>
                  <a:lnTo>
                    <a:pt x="148941" y="72808"/>
                  </a:lnTo>
                  <a:cubicBezTo>
                    <a:pt x="148941" y="45081"/>
                    <a:pt x="135111" y="31185"/>
                    <a:pt x="90030" y="31185"/>
                  </a:cubicBezTo>
                  <a:cubicBezTo>
                    <a:pt x="58845" y="31185"/>
                    <a:pt x="41491" y="45081"/>
                    <a:pt x="41491" y="65827"/>
                  </a:cubicBezTo>
                  <a:cubicBezTo>
                    <a:pt x="41491" y="93554"/>
                    <a:pt x="58845" y="100469"/>
                    <a:pt x="107317" y="107450"/>
                  </a:cubicBezTo>
                  <a:cubicBezTo>
                    <a:pt x="155856" y="114365"/>
                    <a:pt x="190498" y="131720"/>
                    <a:pt x="190498" y="180259"/>
                  </a:cubicBezTo>
                  <a:cubicBezTo>
                    <a:pt x="190498" y="218425"/>
                    <a:pt x="162771" y="249609"/>
                    <a:pt x="96945" y="249609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85FCF94-ADF8-F187-75A4-BE65A25B849D}"/>
                </a:ext>
              </a:extLst>
            </p:cNvPr>
            <p:cNvSpPr/>
            <p:nvPr/>
          </p:nvSpPr>
          <p:spPr>
            <a:xfrm>
              <a:off x="1220192" y="6294871"/>
              <a:ext cx="159446" cy="180258"/>
            </a:xfrm>
            <a:custGeom>
              <a:avLst/>
              <a:gdLst>
                <a:gd name="csX0" fmla="*/ 0 w 159446"/>
                <a:gd name="csY0" fmla="*/ 90163 h 180258"/>
                <a:gd name="csX1" fmla="*/ 79723 w 159446"/>
                <a:gd name="csY1" fmla="*/ 0 h 180258"/>
                <a:gd name="csX2" fmla="*/ 159447 w 159446"/>
                <a:gd name="csY2" fmla="*/ 90163 h 180258"/>
                <a:gd name="csX3" fmla="*/ 159447 w 159446"/>
                <a:gd name="csY3" fmla="*/ 100535 h 180258"/>
                <a:gd name="csX4" fmla="*/ 155989 w 159446"/>
                <a:gd name="csY4" fmla="*/ 103993 h 180258"/>
                <a:gd name="csX5" fmla="*/ 41624 w 159446"/>
                <a:gd name="csY5" fmla="*/ 103993 h 180258"/>
                <a:gd name="csX6" fmla="*/ 38166 w 159446"/>
                <a:gd name="csY6" fmla="*/ 107450 h 180258"/>
                <a:gd name="csX7" fmla="*/ 83247 w 159446"/>
                <a:gd name="csY7" fmla="*/ 149074 h 180258"/>
                <a:gd name="csX8" fmla="*/ 117889 w 159446"/>
                <a:gd name="csY8" fmla="*/ 128262 h 180258"/>
                <a:gd name="csX9" fmla="*/ 121347 w 159446"/>
                <a:gd name="csY9" fmla="*/ 124805 h 180258"/>
                <a:gd name="csX10" fmla="*/ 149074 w 159446"/>
                <a:gd name="csY10" fmla="*/ 124805 h 180258"/>
                <a:gd name="csX11" fmla="*/ 152532 w 159446"/>
                <a:gd name="csY11" fmla="*/ 128262 h 180258"/>
                <a:gd name="csX12" fmla="*/ 83181 w 159446"/>
                <a:gd name="csY12" fmla="*/ 180259 h 180258"/>
                <a:gd name="csX13" fmla="*/ 0 w 159446"/>
                <a:gd name="csY13" fmla="*/ 90096 h 180258"/>
                <a:gd name="csX14" fmla="*/ 121347 w 159446"/>
                <a:gd name="csY14" fmla="*/ 72875 h 180258"/>
                <a:gd name="csX15" fmla="*/ 79723 w 159446"/>
                <a:gd name="csY15" fmla="*/ 31251 h 180258"/>
                <a:gd name="csX16" fmla="*/ 38100 w 159446"/>
                <a:gd name="csY16" fmla="*/ 72875 h 180258"/>
                <a:gd name="csX17" fmla="*/ 41557 w 159446"/>
                <a:gd name="csY17" fmla="*/ 76332 h 180258"/>
                <a:gd name="csX18" fmla="*/ 117823 w 159446"/>
                <a:gd name="csY18" fmla="*/ 76332 h 180258"/>
                <a:gd name="csX19" fmla="*/ 121281 w 159446"/>
                <a:gd name="csY19" fmla="*/ 72875 h 180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9446" h="180258">
                  <a:moveTo>
                    <a:pt x="0" y="90163"/>
                  </a:moveTo>
                  <a:cubicBezTo>
                    <a:pt x="0" y="41624"/>
                    <a:pt x="24269" y="0"/>
                    <a:pt x="79723" y="0"/>
                  </a:cubicBezTo>
                  <a:cubicBezTo>
                    <a:pt x="135177" y="0"/>
                    <a:pt x="159447" y="41624"/>
                    <a:pt x="159447" y="90163"/>
                  </a:cubicBezTo>
                  <a:lnTo>
                    <a:pt x="159447" y="100535"/>
                  </a:lnTo>
                  <a:lnTo>
                    <a:pt x="155989" y="103993"/>
                  </a:lnTo>
                  <a:lnTo>
                    <a:pt x="41624" y="103993"/>
                  </a:lnTo>
                  <a:lnTo>
                    <a:pt x="38166" y="107450"/>
                  </a:lnTo>
                  <a:cubicBezTo>
                    <a:pt x="38166" y="114365"/>
                    <a:pt x="41624" y="149074"/>
                    <a:pt x="83247" y="149074"/>
                  </a:cubicBezTo>
                  <a:cubicBezTo>
                    <a:pt x="97144" y="149074"/>
                    <a:pt x="110974" y="145617"/>
                    <a:pt x="117889" y="128262"/>
                  </a:cubicBezTo>
                  <a:lnTo>
                    <a:pt x="121347" y="124805"/>
                  </a:lnTo>
                  <a:lnTo>
                    <a:pt x="149074" y="124805"/>
                  </a:lnTo>
                  <a:lnTo>
                    <a:pt x="152532" y="128262"/>
                  </a:lnTo>
                  <a:cubicBezTo>
                    <a:pt x="149074" y="155989"/>
                    <a:pt x="124805" y="180259"/>
                    <a:pt x="83181" y="180259"/>
                  </a:cubicBezTo>
                  <a:cubicBezTo>
                    <a:pt x="27727" y="180259"/>
                    <a:pt x="0" y="142092"/>
                    <a:pt x="0" y="90096"/>
                  </a:cubicBezTo>
                  <a:close/>
                  <a:moveTo>
                    <a:pt x="121347" y="72875"/>
                  </a:moveTo>
                  <a:cubicBezTo>
                    <a:pt x="121347" y="62502"/>
                    <a:pt x="117889" y="31251"/>
                    <a:pt x="79723" y="31251"/>
                  </a:cubicBezTo>
                  <a:cubicBezTo>
                    <a:pt x="41557" y="31251"/>
                    <a:pt x="38100" y="62436"/>
                    <a:pt x="38100" y="72875"/>
                  </a:cubicBezTo>
                  <a:lnTo>
                    <a:pt x="41557" y="76332"/>
                  </a:lnTo>
                  <a:lnTo>
                    <a:pt x="117823" y="76332"/>
                  </a:lnTo>
                  <a:lnTo>
                    <a:pt x="121281" y="72875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2545F73-DAFB-814E-CA69-880741D87B88}"/>
                </a:ext>
              </a:extLst>
            </p:cNvPr>
            <p:cNvSpPr/>
            <p:nvPr/>
          </p:nvSpPr>
          <p:spPr>
            <a:xfrm>
              <a:off x="1681576" y="6294871"/>
              <a:ext cx="159446" cy="180258"/>
            </a:xfrm>
            <a:custGeom>
              <a:avLst/>
              <a:gdLst>
                <a:gd name="csX0" fmla="*/ 0 w 159446"/>
                <a:gd name="csY0" fmla="*/ 90163 h 180258"/>
                <a:gd name="csX1" fmla="*/ 79723 w 159446"/>
                <a:gd name="csY1" fmla="*/ 0 h 180258"/>
                <a:gd name="csX2" fmla="*/ 159447 w 159446"/>
                <a:gd name="csY2" fmla="*/ 90163 h 180258"/>
                <a:gd name="csX3" fmla="*/ 159447 w 159446"/>
                <a:gd name="csY3" fmla="*/ 100535 h 180258"/>
                <a:gd name="csX4" fmla="*/ 155989 w 159446"/>
                <a:gd name="csY4" fmla="*/ 103993 h 180258"/>
                <a:gd name="csX5" fmla="*/ 41624 w 159446"/>
                <a:gd name="csY5" fmla="*/ 103993 h 180258"/>
                <a:gd name="csX6" fmla="*/ 38166 w 159446"/>
                <a:gd name="csY6" fmla="*/ 107450 h 180258"/>
                <a:gd name="csX7" fmla="*/ 83247 w 159446"/>
                <a:gd name="csY7" fmla="*/ 149074 h 180258"/>
                <a:gd name="csX8" fmla="*/ 117890 w 159446"/>
                <a:gd name="csY8" fmla="*/ 128262 h 180258"/>
                <a:gd name="csX9" fmla="*/ 121347 w 159446"/>
                <a:gd name="csY9" fmla="*/ 124805 h 180258"/>
                <a:gd name="csX10" fmla="*/ 149074 w 159446"/>
                <a:gd name="csY10" fmla="*/ 124805 h 180258"/>
                <a:gd name="csX11" fmla="*/ 152532 w 159446"/>
                <a:gd name="csY11" fmla="*/ 128262 h 180258"/>
                <a:gd name="csX12" fmla="*/ 83181 w 159446"/>
                <a:gd name="csY12" fmla="*/ 180259 h 180258"/>
                <a:gd name="csX13" fmla="*/ 0 w 159446"/>
                <a:gd name="csY13" fmla="*/ 90096 h 180258"/>
                <a:gd name="csX14" fmla="*/ 121347 w 159446"/>
                <a:gd name="csY14" fmla="*/ 72875 h 180258"/>
                <a:gd name="csX15" fmla="*/ 79723 w 159446"/>
                <a:gd name="csY15" fmla="*/ 31251 h 180258"/>
                <a:gd name="csX16" fmla="*/ 38100 w 159446"/>
                <a:gd name="csY16" fmla="*/ 72875 h 180258"/>
                <a:gd name="csX17" fmla="*/ 41557 w 159446"/>
                <a:gd name="csY17" fmla="*/ 76332 h 180258"/>
                <a:gd name="csX18" fmla="*/ 117823 w 159446"/>
                <a:gd name="csY18" fmla="*/ 76332 h 180258"/>
                <a:gd name="csX19" fmla="*/ 121281 w 159446"/>
                <a:gd name="csY19" fmla="*/ 72875 h 180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9446" h="180258">
                  <a:moveTo>
                    <a:pt x="0" y="90163"/>
                  </a:moveTo>
                  <a:cubicBezTo>
                    <a:pt x="0" y="41624"/>
                    <a:pt x="24269" y="0"/>
                    <a:pt x="79723" y="0"/>
                  </a:cubicBezTo>
                  <a:cubicBezTo>
                    <a:pt x="135177" y="0"/>
                    <a:pt x="159447" y="41624"/>
                    <a:pt x="159447" y="90163"/>
                  </a:cubicBezTo>
                  <a:lnTo>
                    <a:pt x="159447" y="100535"/>
                  </a:lnTo>
                  <a:lnTo>
                    <a:pt x="155989" y="103993"/>
                  </a:lnTo>
                  <a:lnTo>
                    <a:pt x="41624" y="103993"/>
                  </a:lnTo>
                  <a:lnTo>
                    <a:pt x="38166" y="107450"/>
                  </a:lnTo>
                  <a:cubicBezTo>
                    <a:pt x="38166" y="114365"/>
                    <a:pt x="41624" y="149074"/>
                    <a:pt x="83247" y="149074"/>
                  </a:cubicBezTo>
                  <a:cubicBezTo>
                    <a:pt x="97144" y="149074"/>
                    <a:pt x="110974" y="145617"/>
                    <a:pt x="117890" y="128262"/>
                  </a:cubicBezTo>
                  <a:lnTo>
                    <a:pt x="121347" y="124805"/>
                  </a:lnTo>
                  <a:lnTo>
                    <a:pt x="149074" y="124805"/>
                  </a:lnTo>
                  <a:lnTo>
                    <a:pt x="152532" y="128262"/>
                  </a:lnTo>
                  <a:cubicBezTo>
                    <a:pt x="149074" y="155989"/>
                    <a:pt x="124805" y="180259"/>
                    <a:pt x="83181" y="180259"/>
                  </a:cubicBezTo>
                  <a:cubicBezTo>
                    <a:pt x="27727" y="180259"/>
                    <a:pt x="0" y="142092"/>
                    <a:pt x="0" y="90096"/>
                  </a:cubicBezTo>
                  <a:close/>
                  <a:moveTo>
                    <a:pt x="121347" y="72875"/>
                  </a:moveTo>
                  <a:cubicBezTo>
                    <a:pt x="121347" y="62502"/>
                    <a:pt x="117890" y="31251"/>
                    <a:pt x="79723" y="31251"/>
                  </a:cubicBezTo>
                  <a:cubicBezTo>
                    <a:pt x="41557" y="31251"/>
                    <a:pt x="38100" y="62436"/>
                    <a:pt x="38100" y="72875"/>
                  </a:cubicBezTo>
                  <a:lnTo>
                    <a:pt x="41557" y="76332"/>
                  </a:lnTo>
                  <a:lnTo>
                    <a:pt x="117823" y="76332"/>
                  </a:lnTo>
                  <a:lnTo>
                    <a:pt x="121281" y="72875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C8E56410-8E0A-ACB3-7167-D4DAAEDA6E2D}"/>
                </a:ext>
              </a:extLst>
            </p:cNvPr>
            <p:cNvSpPr/>
            <p:nvPr/>
          </p:nvSpPr>
          <p:spPr>
            <a:xfrm>
              <a:off x="1403176" y="6298396"/>
              <a:ext cx="100535" cy="173343"/>
            </a:xfrm>
            <a:custGeom>
              <a:avLst/>
              <a:gdLst>
                <a:gd name="csX0" fmla="*/ 97078 w 100535"/>
                <a:gd name="csY0" fmla="*/ 0 h 173343"/>
                <a:gd name="csX1" fmla="*/ 83181 w 100535"/>
                <a:gd name="csY1" fmla="*/ 0 h 173343"/>
                <a:gd name="csX2" fmla="*/ 38100 w 100535"/>
                <a:gd name="csY2" fmla="*/ 17354 h 173343"/>
                <a:gd name="csX3" fmla="*/ 34642 w 100535"/>
                <a:gd name="csY3" fmla="*/ 17354 h 173343"/>
                <a:gd name="csX4" fmla="*/ 34642 w 100535"/>
                <a:gd name="csY4" fmla="*/ 3458 h 173343"/>
                <a:gd name="csX5" fmla="*/ 31185 w 100535"/>
                <a:gd name="csY5" fmla="*/ 0 h 173343"/>
                <a:gd name="csX6" fmla="*/ 3458 w 100535"/>
                <a:gd name="csY6" fmla="*/ 0 h 173343"/>
                <a:gd name="csX7" fmla="*/ 0 w 100535"/>
                <a:gd name="csY7" fmla="*/ 3458 h 173343"/>
                <a:gd name="csX8" fmla="*/ 0 w 100535"/>
                <a:gd name="csY8" fmla="*/ 169886 h 173343"/>
                <a:gd name="csX9" fmla="*/ 3458 w 100535"/>
                <a:gd name="csY9" fmla="*/ 173344 h 173343"/>
                <a:gd name="csX10" fmla="*/ 31185 w 100535"/>
                <a:gd name="csY10" fmla="*/ 173344 h 173343"/>
                <a:gd name="csX11" fmla="*/ 34642 w 100535"/>
                <a:gd name="csY11" fmla="*/ 169886 h 173343"/>
                <a:gd name="csX12" fmla="*/ 34642 w 100535"/>
                <a:gd name="csY12" fmla="*/ 83247 h 173343"/>
                <a:gd name="csX13" fmla="*/ 79723 w 100535"/>
                <a:gd name="csY13" fmla="*/ 31251 h 173343"/>
                <a:gd name="csX14" fmla="*/ 97078 w 100535"/>
                <a:gd name="csY14" fmla="*/ 31251 h 173343"/>
                <a:gd name="csX15" fmla="*/ 100535 w 100535"/>
                <a:gd name="csY15" fmla="*/ 27793 h 173343"/>
                <a:gd name="csX16" fmla="*/ 100535 w 100535"/>
                <a:gd name="csY16" fmla="*/ 3524 h 173343"/>
                <a:gd name="csX17" fmla="*/ 97078 w 100535"/>
                <a:gd name="csY17" fmla="*/ 67 h 17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0535" h="173343">
                  <a:moveTo>
                    <a:pt x="97078" y="0"/>
                  </a:moveTo>
                  <a:lnTo>
                    <a:pt x="83181" y="0"/>
                  </a:lnTo>
                  <a:cubicBezTo>
                    <a:pt x="58912" y="0"/>
                    <a:pt x="48539" y="6915"/>
                    <a:pt x="38100" y="17354"/>
                  </a:cubicBezTo>
                  <a:lnTo>
                    <a:pt x="34642" y="17354"/>
                  </a:lnTo>
                  <a:lnTo>
                    <a:pt x="34642" y="3458"/>
                  </a:lnTo>
                  <a:lnTo>
                    <a:pt x="31185" y="0"/>
                  </a:lnTo>
                  <a:lnTo>
                    <a:pt x="3458" y="0"/>
                  </a:lnTo>
                  <a:lnTo>
                    <a:pt x="0" y="3458"/>
                  </a:lnTo>
                  <a:lnTo>
                    <a:pt x="0" y="169886"/>
                  </a:lnTo>
                  <a:lnTo>
                    <a:pt x="3458" y="173344"/>
                  </a:lnTo>
                  <a:lnTo>
                    <a:pt x="31185" y="173344"/>
                  </a:lnTo>
                  <a:lnTo>
                    <a:pt x="34642" y="169886"/>
                  </a:lnTo>
                  <a:lnTo>
                    <a:pt x="34642" y="83247"/>
                  </a:lnTo>
                  <a:cubicBezTo>
                    <a:pt x="34642" y="41624"/>
                    <a:pt x="51996" y="31251"/>
                    <a:pt x="79723" y="31251"/>
                  </a:cubicBezTo>
                  <a:lnTo>
                    <a:pt x="97078" y="31251"/>
                  </a:lnTo>
                  <a:lnTo>
                    <a:pt x="100535" y="27793"/>
                  </a:lnTo>
                  <a:lnTo>
                    <a:pt x="100535" y="3524"/>
                  </a:lnTo>
                  <a:lnTo>
                    <a:pt x="97078" y="67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A99D1E7-7203-C857-FDF5-32E0C68AF6A9}"/>
                </a:ext>
              </a:extLst>
            </p:cNvPr>
            <p:cNvSpPr/>
            <p:nvPr/>
          </p:nvSpPr>
          <p:spPr>
            <a:xfrm>
              <a:off x="1517409" y="6298396"/>
              <a:ext cx="155989" cy="173343"/>
            </a:xfrm>
            <a:custGeom>
              <a:avLst/>
              <a:gdLst>
                <a:gd name="csX0" fmla="*/ 97011 w 155989"/>
                <a:gd name="csY0" fmla="*/ 169886 h 173343"/>
                <a:gd name="csX1" fmla="*/ 93554 w 155989"/>
                <a:gd name="csY1" fmla="*/ 173344 h 173343"/>
                <a:gd name="csX2" fmla="*/ 62369 w 155989"/>
                <a:gd name="csY2" fmla="*/ 173344 h 173343"/>
                <a:gd name="csX3" fmla="*/ 58912 w 155989"/>
                <a:gd name="csY3" fmla="*/ 169886 h 173343"/>
                <a:gd name="csX4" fmla="*/ 0 w 155989"/>
                <a:gd name="csY4" fmla="*/ 27727 h 173343"/>
                <a:gd name="csX5" fmla="*/ 0 w 155989"/>
                <a:gd name="csY5" fmla="*/ 3458 h 173343"/>
                <a:gd name="csX6" fmla="*/ 3458 w 155989"/>
                <a:gd name="csY6" fmla="*/ 0 h 173343"/>
                <a:gd name="csX7" fmla="*/ 24269 w 155989"/>
                <a:gd name="csY7" fmla="*/ 0 h 173343"/>
                <a:gd name="csX8" fmla="*/ 27727 w 155989"/>
                <a:gd name="csY8" fmla="*/ 3458 h 173343"/>
                <a:gd name="csX9" fmla="*/ 76266 w 155989"/>
                <a:gd name="csY9" fmla="*/ 124805 h 173343"/>
                <a:gd name="csX10" fmla="*/ 79723 w 155989"/>
                <a:gd name="csY10" fmla="*/ 124805 h 173343"/>
                <a:gd name="csX11" fmla="*/ 128262 w 155989"/>
                <a:gd name="csY11" fmla="*/ 3458 h 173343"/>
                <a:gd name="csX12" fmla="*/ 131720 w 155989"/>
                <a:gd name="csY12" fmla="*/ 0 h 173343"/>
                <a:gd name="csX13" fmla="*/ 152532 w 155989"/>
                <a:gd name="csY13" fmla="*/ 0 h 173343"/>
                <a:gd name="csX14" fmla="*/ 155989 w 155989"/>
                <a:gd name="csY14" fmla="*/ 3458 h 173343"/>
                <a:gd name="csX15" fmla="*/ 155989 w 155989"/>
                <a:gd name="csY15" fmla="*/ 27727 h 173343"/>
                <a:gd name="csX16" fmla="*/ 97078 w 155989"/>
                <a:gd name="csY16" fmla="*/ 169886 h 17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5989" h="173343">
                  <a:moveTo>
                    <a:pt x="97011" y="169886"/>
                  </a:moveTo>
                  <a:lnTo>
                    <a:pt x="93554" y="173344"/>
                  </a:lnTo>
                  <a:lnTo>
                    <a:pt x="62369" y="173344"/>
                  </a:lnTo>
                  <a:lnTo>
                    <a:pt x="58912" y="169886"/>
                  </a:lnTo>
                  <a:lnTo>
                    <a:pt x="0" y="27727"/>
                  </a:lnTo>
                  <a:lnTo>
                    <a:pt x="0" y="3458"/>
                  </a:lnTo>
                  <a:lnTo>
                    <a:pt x="3458" y="0"/>
                  </a:lnTo>
                  <a:lnTo>
                    <a:pt x="24269" y="0"/>
                  </a:lnTo>
                  <a:lnTo>
                    <a:pt x="27727" y="3458"/>
                  </a:lnTo>
                  <a:lnTo>
                    <a:pt x="76266" y="124805"/>
                  </a:lnTo>
                  <a:lnTo>
                    <a:pt x="79723" y="124805"/>
                  </a:lnTo>
                  <a:lnTo>
                    <a:pt x="128262" y="3458"/>
                  </a:lnTo>
                  <a:lnTo>
                    <a:pt x="131720" y="0"/>
                  </a:lnTo>
                  <a:lnTo>
                    <a:pt x="152532" y="0"/>
                  </a:lnTo>
                  <a:lnTo>
                    <a:pt x="155989" y="3458"/>
                  </a:lnTo>
                  <a:lnTo>
                    <a:pt x="155989" y="27727"/>
                  </a:lnTo>
                  <a:lnTo>
                    <a:pt x="97078" y="169886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9337930-3C22-2305-6379-A667F4D51845}"/>
                </a:ext>
              </a:extLst>
            </p:cNvPr>
            <p:cNvSpPr/>
            <p:nvPr/>
          </p:nvSpPr>
          <p:spPr>
            <a:xfrm>
              <a:off x="878758" y="6260296"/>
              <a:ext cx="123607" cy="211443"/>
            </a:xfrm>
            <a:custGeom>
              <a:avLst/>
              <a:gdLst>
                <a:gd name="csX0" fmla="*/ 85109 w 123607"/>
                <a:gd name="csY0" fmla="*/ 180259 h 211443"/>
                <a:gd name="csX1" fmla="*/ 71212 w 123607"/>
                <a:gd name="csY1" fmla="*/ 166362 h 211443"/>
                <a:gd name="csX2" fmla="*/ 71212 w 123607"/>
                <a:gd name="csY2" fmla="*/ 72742 h 211443"/>
                <a:gd name="csX3" fmla="*/ 74670 w 123607"/>
                <a:gd name="csY3" fmla="*/ 69284 h 211443"/>
                <a:gd name="csX4" fmla="*/ 108847 w 123607"/>
                <a:gd name="csY4" fmla="*/ 69284 h 211443"/>
                <a:gd name="csX5" fmla="*/ 112304 w 123607"/>
                <a:gd name="csY5" fmla="*/ 65827 h 211443"/>
                <a:gd name="csX6" fmla="*/ 123608 w 123607"/>
                <a:gd name="csY6" fmla="*/ 41557 h 211443"/>
                <a:gd name="csX7" fmla="*/ 120150 w 123607"/>
                <a:gd name="csY7" fmla="*/ 38100 h 211443"/>
                <a:gd name="csX8" fmla="*/ 74603 w 123607"/>
                <a:gd name="csY8" fmla="*/ 38100 h 211443"/>
                <a:gd name="csX9" fmla="*/ 71146 w 123607"/>
                <a:gd name="csY9" fmla="*/ 34642 h 211443"/>
                <a:gd name="csX10" fmla="*/ 71146 w 123607"/>
                <a:gd name="csY10" fmla="*/ 3458 h 211443"/>
                <a:gd name="csX11" fmla="*/ 67688 w 123607"/>
                <a:gd name="csY11" fmla="*/ 0 h 211443"/>
                <a:gd name="csX12" fmla="*/ 39961 w 123607"/>
                <a:gd name="csY12" fmla="*/ 0 h 211443"/>
                <a:gd name="csX13" fmla="*/ 36504 w 123607"/>
                <a:gd name="csY13" fmla="*/ 3458 h 211443"/>
                <a:gd name="csX14" fmla="*/ 36504 w 123607"/>
                <a:gd name="csY14" fmla="*/ 34642 h 211443"/>
                <a:gd name="csX15" fmla="*/ 33046 w 123607"/>
                <a:gd name="csY15" fmla="*/ 38100 h 211443"/>
                <a:gd name="csX16" fmla="*/ 14761 w 123607"/>
                <a:gd name="csY16" fmla="*/ 38100 h 211443"/>
                <a:gd name="csX17" fmla="*/ 11304 w 123607"/>
                <a:gd name="csY17" fmla="*/ 41557 h 211443"/>
                <a:gd name="csX18" fmla="*/ 0 w 123607"/>
                <a:gd name="csY18" fmla="*/ 65827 h 211443"/>
                <a:gd name="csX19" fmla="*/ 0 w 123607"/>
                <a:gd name="csY19" fmla="*/ 65827 h 211443"/>
                <a:gd name="csX20" fmla="*/ 0 w 123607"/>
                <a:gd name="csY20" fmla="*/ 65827 h 211443"/>
                <a:gd name="csX21" fmla="*/ 3457 w 123607"/>
                <a:gd name="csY21" fmla="*/ 69284 h 211443"/>
                <a:gd name="csX22" fmla="*/ 33113 w 123607"/>
                <a:gd name="csY22" fmla="*/ 69284 h 211443"/>
                <a:gd name="csX23" fmla="*/ 36570 w 123607"/>
                <a:gd name="csY23" fmla="*/ 72742 h 211443"/>
                <a:gd name="csX24" fmla="*/ 36570 w 123607"/>
                <a:gd name="csY24" fmla="*/ 166362 h 211443"/>
                <a:gd name="csX25" fmla="*/ 85109 w 123607"/>
                <a:gd name="csY25" fmla="*/ 211443 h 211443"/>
                <a:gd name="csX26" fmla="*/ 112836 w 123607"/>
                <a:gd name="csY26" fmla="*/ 211443 h 211443"/>
                <a:gd name="csX27" fmla="*/ 116294 w 123607"/>
                <a:gd name="csY27" fmla="*/ 207986 h 211443"/>
                <a:gd name="csX28" fmla="*/ 116294 w 123607"/>
                <a:gd name="csY28" fmla="*/ 183716 h 211443"/>
                <a:gd name="csX29" fmla="*/ 112836 w 123607"/>
                <a:gd name="csY29" fmla="*/ 180259 h 211443"/>
                <a:gd name="csX30" fmla="*/ 85109 w 123607"/>
                <a:gd name="csY30" fmla="*/ 180259 h 211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23607" h="211443">
                  <a:moveTo>
                    <a:pt x="85109" y="180259"/>
                  </a:moveTo>
                  <a:cubicBezTo>
                    <a:pt x="78194" y="180259"/>
                    <a:pt x="71212" y="176801"/>
                    <a:pt x="71212" y="166362"/>
                  </a:cubicBezTo>
                  <a:lnTo>
                    <a:pt x="71212" y="72742"/>
                  </a:lnTo>
                  <a:lnTo>
                    <a:pt x="74670" y="69284"/>
                  </a:lnTo>
                  <a:lnTo>
                    <a:pt x="108847" y="69284"/>
                  </a:lnTo>
                  <a:lnTo>
                    <a:pt x="112304" y="65827"/>
                  </a:lnTo>
                  <a:lnTo>
                    <a:pt x="123608" y="41557"/>
                  </a:lnTo>
                  <a:lnTo>
                    <a:pt x="120150" y="38100"/>
                  </a:lnTo>
                  <a:lnTo>
                    <a:pt x="74603" y="38100"/>
                  </a:lnTo>
                  <a:lnTo>
                    <a:pt x="71146" y="34642"/>
                  </a:lnTo>
                  <a:lnTo>
                    <a:pt x="71146" y="3458"/>
                  </a:lnTo>
                  <a:lnTo>
                    <a:pt x="67688" y="0"/>
                  </a:lnTo>
                  <a:lnTo>
                    <a:pt x="39961" y="0"/>
                  </a:lnTo>
                  <a:lnTo>
                    <a:pt x="36504" y="3458"/>
                  </a:lnTo>
                  <a:lnTo>
                    <a:pt x="36504" y="34642"/>
                  </a:lnTo>
                  <a:lnTo>
                    <a:pt x="33046" y="38100"/>
                  </a:lnTo>
                  <a:lnTo>
                    <a:pt x="14761" y="38100"/>
                  </a:lnTo>
                  <a:lnTo>
                    <a:pt x="11304" y="41557"/>
                  </a:lnTo>
                  <a:lnTo>
                    <a:pt x="0" y="65827"/>
                  </a:lnTo>
                  <a:lnTo>
                    <a:pt x="0" y="65827"/>
                  </a:lnTo>
                  <a:cubicBezTo>
                    <a:pt x="0" y="65827"/>
                    <a:pt x="0" y="65827"/>
                    <a:pt x="0" y="65827"/>
                  </a:cubicBezTo>
                  <a:lnTo>
                    <a:pt x="3457" y="69284"/>
                  </a:lnTo>
                  <a:lnTo>
                    <a:pt x="33113" y="69284"/>
                  </a:lnTo>
                  <a:lnTo>
                    <a:pt x="36570" y="72742"/>
                  </a:lnTo>
                  <a:lnTo>
                    <a:pt x="36570" y="166362"/>
                  </a:lnTo>
                  <a:cubicBezTo>
                    <a:pt x="36570" y="197546"/>
                    <a:pt x="60840" y="211443"/>
                    <a:pt x="85109" y="211443"/>
                  </a:cubicBezTo>
                  <a:lnTo>
                    <a:pt x="112836" y="211443"/>
                  </a:lnTo>
                  <a:lnTo>
                    <a:pt x="116294" y="207986"/>
                  </a:lnTo>
                  <a:lnTo>
                    <a:pt x="116294" y="183716"/>
                  </a:lnTo>
                  <a:lnTo>
                    <a:pt x="112836" y="180259"/>
                  </a:lnTo>
                  <a:lnTo>
                    <a:pt x="85109" y="180259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9514340-5000-671B-6CB1-D11174EF0A86}"/>
                </a:ext>
              </a:extLst>
            </p:cNvPr>
            <p:cNvSpPr/>
            <p:nvPr/>
          </p:nvSpPr>
          <p:spPr>
            <a:xfrm>
              <a:off x="755748" y="6235960"/>
              <a:ext cx="124339" cy="235712"/>
            </a:xfrm>
            <a:custGeom>
              <a:avLst/>
              <a:gdLst>
                <a:gd name="csX0" fmla="*/ 76665 w 124339"/>
                <a:gd name="csY0" fmla="*/ 62436 h 235712"/>
                <a:gd name="csX1" fmla="*/ 73207 w 124339"/>
                <a:gd name="csY1" fmla="*/ 58978 h 235712"/>
                <a:gd name="csX2" fmla="*/ 73207 w 124339"/>
                <a:gd name="csY2" fmla="*/ 45081 h 235712"/>
                <a:gd name="csX3" fmla="*/ 87104 w 124339"/>
                <a:gd name="csY3" fmla="*/ 31185 h 235712"/>
                <a:gd name="csX4" fmla="*/ 109578 w 124339"/>
                <a:gd name="csY4" fmla="*/ 31185 h 235712"/>
                <a:gd name="csX5" fmla="*/ 113036 w 124339"/>
                <a:gd name="csY5" fmla="*/ 27727 h 235712"/>
                <a:gd name="csX6" fmla="*/ 124339 w 124339"/>
                <a:gd name="csY6" fmla="*/ 3458 h 235712"/>
                <a:gd name="csX7" fmla="*/ 120882 w 124339"/>
                <a:gd name="csY7" fmla="*/ 0 h 235712"/>
                <a:gd name="csX8" fmla="*/ 87104 w 124339"/>
                <a:gd name="csY8" fmla="*/ 0 h 235712"/>
                <a:gd name="csX9" fmla="*/ 38565 w 124339"/>
                <a:gd name="csY9" fmla="*/ 45081 h 235712"/>
                <a:gd name="csX10" fmla="*/ 38565 w 124339"/>
                <a:gd name="csY10" fmla="*/ 58978 h 235712"/>
                <a:gd name="csX11" fmla="*/ 35108 w 124339"/>
                <a:gd name="csY11" fmla="*/ 62436 h 235712"/>
                <a:gd name="csX12" fmla="*/ 14828 w 124339"/>
                <a:gd name="csY12" fmla="*/ 62436 h 235712"/>
                <a:gd name="csX13" fmla="*/ 11304 w 124339"/>
                <a:gd name="csY13" fmla="*/ 65893 h 235712"/>
                <a:gd name="csX14" fmla="*/ 0 w 124339"/>
                <a:gd name="csY14" fmla="*/ 90163 h 235712"/>
                <a:gd name="csX15" fmla="*/ 3457 w 124339"/>
                <a:gd name="csY15" fmla="*/ 93620 h 235712"/>
                <a:gd name="csX16" fmla="*/ 35041 w 124339"/>
                <a:gd name="csY16" fmla="*/ 93620 h 235712"/>
                <a:gd name="csX17" fmla="*/ 38499 w 124339"/>
                <a:gd name="csY17" fmla="*/ 97078 h 235712"/>
                <a:gd name="csX18" fmla="*/ 38499 w 124339"/>
                <a:gd name="csY18" fmla="*/ 232255 h 235712"/>
                <a:gd name="csX19" fmla="*/ 41956 w 124339"/>
                <a:gd name="csY19" fmla="*/ 235713 h 235712"/>
                <a:gd name="csX20" fmla="*/ 69683 w 124339"/>
                <a:gd name="csY20" fmla="*/ 235713 h 235712"/>
                <a:gd name="csX21" fmla="*/ 73141 w 124339"/>
                <a:gd name="csY21" fmla="*/ 232255 h 235712"/>
                <a:gd name="csX22" fmla="*/ 73141 w 124339"/>
                <a:gd name="csY22" fmla="*/ 97078 h 235712"/>
                <a:gd name="csX23" fmla="*/ 76598 w 124339"/>
                <a:gd name="csY23" fmla="*/ 93620 h 235712"/>
                <a:gd name="csX24" fmla="*/ 103594 w 124339"/>
                <a:gd name="csY24" fmla="*/ 93620 h 235712"/>
                <a:gd name="csX25" fmla="*/ 107051 w 124339"/>
                <a:gd name="csY25" fmla="*/ 90163 h 235712"/>
                <a:gd name="csX26" fmla="*/ 118355 w 124339"/>
                <a:gd name="csY26" fmla="*/ 65893 h 235712"/>
                <a:gd name="csX27" fmla="*/ 114897 w 124339"/>
                <a:gd name="csY27" fmla="*/ 62436 h 235712"/>
                <a:gd name="csX28" fmla="*/ 76598 w 124339"/>
                <a:gd name="csY28" fmla="*/ 62436 h 235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24339" h="235712">
                  <a:moveTo>
                    <a:pt x="76665" y="62436"/>
                  </a:moveTo>
                  <a:lnTo>
                    <a:pt x="73207" y="58978"/>
                  </a:lnTo>
                  <a:lnTo>
                    <a:pt x="73207" y="45081"/>
                  </a:lnTo>
                  <a:cubicBezTo>
                    <a:pt x="73207" y="34709"/>
                    <a:pt x="80122" y="31185"/>
                    <a:pt x="87104" y="31185"/>
                  </a:cubicBezTo>
                  <a:lnTo>
                    <a:pt x="109578" y="31185"/>
                  </a:lnTo>
                  <a:lnTo>
                    <a:pt x="113036" y="27727"/>
                  </a:lnTo>
                  <a:lnTo>
                    <a:pt x="124339" y="3458"/>
                  </a:lnTo>
                  <a:lnTo>
                    <a:pt x="120882" y="0"/>
                  </a:lnTo>
                  <a:lnTo>
                    <a:pt x="87104" y="0"/>
                  </a:lnTo>
                  <a:cubicBezTo>
                    <a:pt x="62834" y="0"/>
                    <a:pt x="38565" y="13897"/>
                    <a:pt x="38565" y="45081"/>
                  </a:cubicBezTo>
                  <a:lnTo>
                    <a:pt x="38565" y="58978"/>
                  </a:lnTo>
                  <a:lnTo>
                    <a:pt x="35108" y="62436"/>
                  </a:lnTo>
                  <a:lnTo>
                    <a:pt x="14828" y="62436"/>
                  </a:lnTo>
                  <a:lnTo>
                    <a:pt x="11304" y="65893"/>
                  </a:lnTo>
                  <a:lnTo>
                    <a:pt x="0" y="90163"/>
                  </a:lnTo>
                  <a:lnTo>
                    <a:pt x="3457" y="93620"/>
                  </a:lnTo>
                  <a:lnTo>
                    <a:pt x="35041" y="93620"/>
                  </a:lnTo>
                  <a:lnTo>
                    <a:pt x="38499" y="97078"/>
                  </a:lnTo>
                  <a:lnTo>
                    <a:pt x="38499" y="232255"/>
                  </a:lnTo>
                  <a:lnTo>
                    <a:pt x="41956" y="235713"/>
                  </a:lnTo>
                  <a:lnTo>
                    <a:pt x="69683" y="235713"/>
                  </a:lnTo>
                  <a:lnTo>
                    <a:pt x="73141" y="232255"/>
                  </a:lnTo>
                  <a:lnTo>
                    <a:pt x="73141" y="97078"/>
                  </a:lnTo>
                  <a:lnTo>
                    <a:pt x="76598" y="93620"/>
                  </a:lnTo>
                  <a:lnTo>
                    <a:pt x="103594" y="93620"/>
                  </a:lnTo>
                  <a:lnTo>
                    <a:pt x="107051" y="90163"/>
                  </a:lnTo>
                  <a:lnTo>
                    <a:pt x="118355" y="65893"/>
                  </a:lnTo>
                  <a:lnTo>
                    <a:pt x="114897" y="62436"/>
                  </a:lnTo>
                  <a:lnTo>
                    <a:pt x="76598" y="62436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E023D7-8157-6D10-8C5E-90ACE80ED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833" y="2992408"/>
            <a:ext cx="4897967" cy="668797"/>
          </a:xfrm>
          <a:prstGeom prst="rect">
            <a:avLst/>
          </a:prstGeom>
        </p:spPr>
        <p:txBody>
          <a:bodyPr>
            <a:noAutofit/>
          </a:bodyPr>
          <a:lstStyle>
            <a:lvl1pPr marL="11113" indent="0">
              <a:spcBef>
                <a:spcPts val="0"/>
              </a:spcBef>
              <a:buNone/>
              <a:tabLst/>
              <a:defRPr sz="1200" b="0" i="0" kern="600" cap="all" baseline="0">
                <a:solidFill>
                  <a:schemeClr val="tx1"/>
                </a:solidFill>
                <a:latin typeface="Roboto Mono Medium" pitchFamily="49" charset="0"/>
                <a:ea typeface="Roboto Mono Medium" pitchFamily="49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E50E26E5-3E7F-30A8-03AA-B3A62B01F8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0387" y="1018785"/>
            <a:ext cx="6080413" cy="1585116"/>
          </a:xfrm>
          <a:prstGeom prst="rect">
            <a:avLst/>
          </a:prstGeom>
        </p:spPr>
        <p:txBody>
          <a:bodyPr>
            <a:noAutofit/>
          </a:bodyPr>
          <a:lstStyle>
            <a:lvl1pPr marL="11113" indent="0">
              <a:spcBef>
                <a:spcPts val="0"/>
              </a:spcBef>
              <a:buNone/>
              <a:tabLst/>
              <a:defRPr sz="4401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80247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Grid-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F63887B-AE53-B87A-3363-9FEA14EACA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1453" y="0"/>
            <a:ext cx="8390547" cy="6858000"/>
          </a:xfrm>
          <a:prstGeom prst="rect">
            <a:avLst/>
          </a:prstGeom>
        </p:spPr>
      </p:pic>
      <p:pic>
        <p:nvPicPr>
          <p:cNvPr id="7" name="Image 2" descr=" ">
            <a:extLst>
              <a:ext uri="{FF2B5EF4-FFF2-40B4-BE49-F238E27FC236}">
                <a16:creationId xmlns:a16="http://schemas.microsoft.com/office/drawing/2014/main" id="{386448F1-C835-3BE6-0D82-C133C07370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339"/>
            <a:ext cx="7696160" cy="3573654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AE43662-708A-0778-B14B-82BC281435A5}"/>
              </a:ext>
            </a:extLst>
          </p:cNvPr>
          <p:cNvCxnSpPr/>
          <p:nvPr userDrawn="1"/>
        </p:nvCxnSpPr>
        <p:spPr>
          <a:xfrm flipH="1">
            <a:off x="4496946" y="0"/>
            <a:ext cx="3199214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4A75D1-32D6-54C4-2826-79B645B2C09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75892"/>
            <a:ext cx="6026119" cy="114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7D007F-3649-7102-132B-F11FA5A043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65881" y="3306298"/>
            <a:ext cx="6026119" cy="114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3" descr=" ">
            <a:extLst>
              <a:ext uri="{FF2B5EF4-FFF2-40B4-BE49-F238E27FC236}">
                <a16:creationId xmlns:a16="http://schemas.microsoft.com/office/drawing/2014/main" id="{472EA21D-5B17-82D3-02AA-ABFE553363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1017" y="2959123"/>
            <a:ext cx="855181" cy="976805"/>
          </a:xfrm>
          <a:prstGeom prst="rect">
            <a:avLst/>
          </a:prstGeom>
        </p:spPr>
      </p:pic>
      <p:grpSp>
        <p:nvGrpSpPr>
          <p:cNvPr id="36" name="Logo">
            <a:extLst>
              <a:ext uri="{FF2B5EF4-FFF2-40B4-BE49-F238E27FC236}">
                <a16:creationId xmlns:a16="http://schemas.microsoft.com/office/drawing/2014/main" id="{5F0DCC2D-1C0E-2359-F1C3-0E54E51E48C9}"/>
              </a:ext>
            </a:extLst>
          </p:cNvPr>
          <p:cNvGrpSpPr>
            <a:grpSpLocks/>
          </p:cNvGrpSpPr>
          <p:nvPr/>
        </p:nvGrpSpPr>
        <p:grpSpPr>
          <a:xfrm>
            <a:off x="341595" y="6265358"/>
            <a:ext cx="1462330" cy="249742"/>
            <a:chOff x="379074" y="6225521"/>
            <a:chExt cx="1461949" cy="249742"/>
          </a:xfrm>
          <a:solidFill>
            <a:schemeClr val="tx1"/>
          </a:solidFill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AFA5C72-B2A0-DEE8-F3A3-289DD45CBB29}"/>
                </a:ext>
              </a:extLst>
            </p:cNvPr>
            <p:cNvSpPr>
              <a:spLocks/>
            </p:cNvSpPr>
            <p:nvPr/>
          </p:nvSpPr>
          <p:spPr>
            <a:xfrm>
              <a:off x="379074" y="6225521"/>
              <a:ext cx="190498" cy="249675"/>
            </a:xfrm>
            <a:custGeom>
              <a:avLst/>
              <a:gdLst>
                <a:gd name="csX0" fmla="*/ 97078 w 190498"/>
                <a:gd name="csY0" fmla="*/ 249676 h 249675"/>
                <a:gd name="csX1" fmla="*/ 0 w 190498"/>
                <a:gd name="csY1" fmla="*/ 169952 h 249675"/>
                <a:gd name="csX2" fmla="*/ 3458 w 190498"/>
                <a:gd name="csY2" fmla="*/ 166495 h 249675"/>
                <a:gd name="csX3" fmla="*/ 31185 w 190498"/>
                <a:gd name="csY3" fmla="*/ 166495 h 249675"/>
                <a:gd name="csX4" fmla="*/ 34642 w 190498"/>
                <a:gd name="csY4" fmla="*/ 169952 h 249675"/>
                <a:gd name="csX5" fmla="*/ 100469 w 190498"/>
                <a:gd name="csY5" fmla="*/ 218491 h 249675"/>
                <a:gd name="csX6" fmla="*/ 155923 w 190498"/>
                <a:gd name="csY6" fmla="*/ 180325 h 249675"/>
                <a:gd name="csX7" fmla="*/ 86572 w 190498"/>
                <a:gd name="csY7" fmla="*/ 135244 h 249675"/>
                <a:gd name="csX8" fmla="*/ 6849 w 190498"/>
                <a:gd name="csY8" fmla="*/ 65893 h 249675"/>
                <a:gd name="csX9" fmla="*/ 93487 w 190498"/>
                <a:gd name="csY9" fmla="*/ 0 h 249675"/>
                <a:gd name="csX10" fmla="*/ 183583 w 190498"/>
                <a:gd name="csY10" fmla="*/ 72808 h 249675"/>
                <a:gd name="csX11" fmla="*/ 180126 w 190498"/>
                <a:gd name="csY11" fmla="*/ 76266 h 249675"/>
                <a:gd name="csX12" fmla="*/ 152399 w 190498"/>
                <a:gd name="csY12" fmla="*/ 76266 h 249675"/>
                <a:gd name="csX13" fmla="*/ 148941 w 190498"/>
                <a:gd name="csY13" fmla="*/ 72808 h 249675"/>
                <a:gd name="csX14" fmla="*/ 90030 w 190498"/>
                <a:gd name="csY14" fmla="*/ 31185 h 249675"/>
                <a:gd name="csX15" fmla="*/ 41491 w 190498"/>
                <a:gd name="csY15" fmla="*/ 65827 h 249675"/>
                <a:gd name="csX16" fmla="*/ 107317 w 190498"/>
                <a:gd name="csY16" fmla="*/ 107450 h 249675"/>
                <a:gd name="csX17" fmla="*/ 190498 w 190498"/>
                <a:gd name="csY17" fmla="*/ 180259 h 249675"/>
                <a:gd name="csX18" fmla="*/ 96945 w 190498"/>
                <a:gd name="csY18" fmla="*/ 249609 h 24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90498" h="249675">
                  <a:moveTo>
                    <a:pt x="97078" y="249676"/>
                  </a:moveTo>
                  <a:cubicBezTo>
                    <a:pt x="38166" y="249676"/>
                    <a:pt x="0" y="221949"/>
                    <a:pt x="0" y="169952"/>
                  </a:cubicBezTo>
                  <a:lnTo>
                    <a:pt x="3458" y="166495"/>
                  </a:lnTo>
                  <a:lnTo>
                    <a:pt x="31185" y="166495"/>
                  </a:lnTo>
                  <a:lnTo>
                    <a:pt x="34642" y="169952"/>
                  </a:lnTo>
                  <a:cubicBezTo>
                    <a:pt x="34642" y="204595"/>
                    <a:pt x="58912" y="218491"/>
                    <a:pt x="100469" y="218491"/>
                  </a:cubicBezTo>
                  <a:cubicBezTo>
                    <a:pt x="131653" y="218491"/>
                    <a:pt x="155923" y="208119"/>
                    <a:pt x="155923" y="180325"/>
                  </a:cubicBezTo>
                  <a:cubicBezTo>
                    <a:pt x="155923" y="149141"/>
                    <a:pt x="135111" y="142159"/>
                    <a:pt x="86572" y="135244"/>
                  </a:cubicBezTo>
                  <a:cubicBezTo>
                    <a:pt x="38033" y="128329"/>
                    <a:pt x="6849" y="107517"/>
                    <a:pt x="6849" y="65893"/>
                  </a:cubicBezTo>
                  <a:cubicBezTo>
                    <a:pt x="6849" y="34709"/>
                    <a:pt x="31118" y="0"/>
                    <a:pt x="93487" y="0"/>
                  </a:cubicBezTo>
                  <a:cubicBezTo>
                    <a:pt x="145484" y="0"/>
                    <a:pt x="183583" y="20812"/>
                    <a:pt x="183583" y="72808"/>
                  </a:cubicBezTo>
                  <a:lnTo>
                    <a:pt x="180126" y="76266"/>
                  </a:lnTo>
                  <a:lnTo>
                    <a:pt x="152399" y="76266"/>
                  </a:lnTo>
                  <a:lnTo>
                    <a:pt x="148941" y="72808"/>
                  </a:lnTo>
                  <a:cubicBezTo>
                    <a:pt x="148941" y="45081"/>
                    <a:pt x="135111" y="31185"/>
                    <a:pt x="90030" y="31185"/>
                  </a:cubicBezTo>
                  <a:cubicBezTo>
                    <a:pt x="58845" y="31185"/>
                    <a:pt x="41491" y="45081"/>
                    <a:pt x="41491" y="65827"/>
                  </a:cubicBezTo>
                  <a:cubicBezTo>
                    <a:pt x="41491" y="93554"/>
                    <a:pt x="58845" y="100469"/>
                    <a:pt x="107317" y="107450"/>
                  </a:cubicBezTo>
                  <a:cubicBezTo>
                    <a:pt x="155856" y="114365"/>
                    <a:pt x="190498" y="131720"/>
                    <a:pt x="190498" y="180259"/>
                  </a:cubicBezTo>
                  <a:cubicBezTo>
                    <a:pt x="190498" y="218425"/>
                    <a:pt x="162771" y="249609"/>
                    <a:pt x="96945" y="249609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5657A5D-F56B-C68B-BD18-D1C90ED4DB1B}"/>
                </a:ext>
              </a:extLst>
            </p:cNvPr>
            <p:cNvSpPr>
              <a:spLocks/>
            </p:cNvSpPr>
            <p:nvPr/>
          </p:nvSpPr>
          <p:spPr>
            <a:xfrm>
              <a:off x="588189" y="6294938"/>
              <a:ext cx="166361" cy="180325"/>
            </a:xfrm>
            <a:custGeom>
              <a:avLst/>
              <a:gdLst>
                <a:gd name="csX0" fmla="*/ 83181 w 166361"/>
                <a:gd name="csY0" fmla="*/ 0 h 180325"/>
                <a:gd name="csX1" fmla="*/ 166362 w 166361"/>
                <a:gd name="csY1" fmla="*/ 90163 h 180325"/>
                <a:gd name="csX2" fmla="*/ 83181 w 166361"/>
                <a:gd name="csY2" fmla="*/ 180325 h 180325"/>
                <a:gd name="csX3" fmla="*/ 0 w 166361"/>
                <a:gd name="csY3" fmla="*/ 90163 h 180325"/>
                <a:gd name="csX4" fmla="*/ 83181 w 166361"/>
                <a:gd name="csY4" fmla="*/ 0 h 180325"/>
                <a:gd name="csX5" fmla="*/ 83181 w 166361"/>
                <a:gd name="csY5" fmla="*/ 149074 h 180325"/>
                <a:gd name="csX6" fmla="*/ 131720 w 166361"/>
                <a:gd name="csY6" fmla="*/ 90163 h 180325"/>
                <a:gd name="csX7" fmla="*/ 83181 w 166361"/>
                <a:gd name="csY7" fmla="*/ 31251 h 180325"/>
                <a:gd name="csX8" fmla="*/ 34642 w 166361"/>
                <a:gd name="csY8" fmla="*/ 90163 h 180325"/>
                <a:gd name="csX9" fmla="*/ 83181 w 166361"/>
                <a:gd name="csY9" fmla="*/ 149074 h 180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66361" h="180325">
                  <a:moveTo>
                    <a:pt x="83181" y="0"/>
                  </a:moveTo>
                  <a:cubicBezTo>
                    <a:pt x="135177" y="0"/>
                    <a:pt x="166362" y="34642"/>
                    <a:pt x="166362" y="90163"/>
                  </a:cubicBezTo>
                  <a:cubicBezTo>
                    <a:pt x="166362" y="145683"/>
                    <a:pt x="135177" y="180325"/>
                    <a:pt x="83181" y="180325"/>
                  </a:cubicBezTo>
                  <a:cubicBezTo>
                    <a:pt x="31185" y="180325"/>
                    <a:pt x="0" y="145683"/>
                    <a:pt x="0" y="90163"/>
                  </a:cubicBezTo>
                  <a:cubicBezTo>
                    <a:pt x="0" y="34642"/>
                    <a:pt x="31185" y="0"/>
                    <a:pt x="83181" y="0"/>
                  </a:cubicBezTo>
                  <a:close/>
                  <a:moveTo>
                    <a:pt x="83181" y="149074"/>
                  </a:moveTo>
                  <a:cubicBezTo>
                    <a:pt x="114365" y="149074"/>
                    <a:pt x="131720" y="128262"/>
                    <a:pt x="131720" y="90163"/>
                  </a:cubicBezTo>
                  <a:cubicBezTo>
                    <a:pt x="131720" y="52063"/>
                    <a:pt x="114365" y="31251"/>
                    <a:pt x="83181" y="31251"/>
                  </a:cubicBezTo>
                  <a:cubicBezTo>
                    <a:pt x="51996" y="31251"/>
                    <a:pt x="34642" y="52063"/>
                    <a:pt x="34642" y="90163"/>
                  </a:cubicBezTo>
                  <a:cubicBezTo>
                    <a:pt x="34642" y="128262"/>
                    <a:pt x="51996" y="149074"/>
                    <a:pt x="83181" y="149074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EDF6DCC-DDF7-5F62-D5FC-216E1B21D550}"/>
                </a:ext>
              </a:extLst>
            </p:cNvPr>
            <p:cNvSpPr>
              <a:spLocks/>
            </p:cNvSpPr>
            <p:nvPr/>
          </p:nvSpPr>
          <p:spPr>
            <a:xfrm>
              <a:off x="1011076" y="6225521"/>
              <a:ext cx="190498" cy="249675"/>
            </a:xfrm>
            <a:custGeom>
              <a:avLst/>
              <a:gdLst>
                <a:gd name="csX0" fmla="*/ 97078 w 190498"/>
                <a:gd name="csY0" fmla="*/ 249676 h 249675"/>
                <a:gd name="csX1" fmla="*/ 0 w 190498"/>
                <a:gd name="csY1" fmla="*/ 169952 h 249675"/>
                <a:gd name="csX2" fmla="*/ 3458 w 190498"/>
                <a:gd name="csY2" fmla="*/ 166495 h 249675"/>
                <a:gd name="csX3" fmla="*/ 31185 w 190498"/>
                <a:gd name="csY3" fmla="*/ 166495 h 249675"/>
                <a:gd name="csX4" fmla="*/ 34642 w 190498"/>
                <a:gd name="csY4" fmla="*/ 169952 h 249675"/>
                <a:gd name="csX5" fmla="*/ 100469 w 190498"/>
                <a:gd name="csY5" fmla="*/ 218491 h 249675"/>
                <a:gd name="csX6" fmla="*/ 155923 w 190498"/>
                <a:gd name="csY6" fmla="*/ 180325 h 249675"/>
                <a:gd name="csX7" fmla="*/ 86572 w 190498"/>
                <a:gd name="csY7" fmla="*/ 135244 h 249675"/>
                <a:gd name="csX8" fmla="*/ 6849 w 190498"/>
                <a:gd name="csY8" fmla="*/ 65893 h 249675"/>
                <a:gd name="csX9" fmla="*/ 93487 w 190498"/>
                <a:gd name="csY9" fmla="*/ 0 h 249675"/>
                <a:gd name="csX10" fmla="*/ 183583 w 190498"/>
                <a:gd name="csY10" fmla="*/ 72808 h 249675"/>
                <a:gd name="csX11" fmla="*/ 180126 w 190498"/>
                <a:gd name="csY11" fmla="*/ 76266 h 249675"/>
                <a:gd name="csX12" fmla="*/ 152399 w 190498"/>
                <a:gd name="csY12" fmla="*/ 76266 h 249675"/>
                <a:gd name="csX13" fmla="*/ 148941 w 190498"/>
                <a:gd name="csY13" fmla="*/ 72808 h 249675"/>
                <a:gd name="csX14" fmla="*/ 90030 w 190498"/>
                <a:gd name="csY14" fmla="*/ 31185 h 249675"/>
                <a:gd name="csX15" fmla="*/ 41491 w 190498"/>
                <a:gd name="csY15" fmla="*/ 65827 h 249675"/>
                <a:gd name="csX16" fmla="*/ 107317 w 190498"/>
                <a:gd name="csY16" fmla="*/ 107450 h 249675"/>
                <a:gd name="csX17" fmla="*/ 190498 w 190498"/>
                <a:gd name="csY17" fmla="*/ 180259 h 249675"/>
                <a:gd name="csX18" fmla="*/ 96945 w 190498"/>
                <a:gd name="csY18" fmla="*/ 249609 h 24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90498" h="249675">
                  <a:moveTo>
                    <a:pt x="97078" y="249676"/>
                  </a:moveTo>
                  <a:cubicBezTo>
                    <a:pt x="38166" y="249676"/>
                    <a:pt x="0" y="221949"/>
                    <a:pt x="0" y="169952"/>
                  </a:cubicBezTo>
                  <a:lnTo>
                    <a:pt x="3458" y="166495"/>
                  </a:lnTo>
                  <a:lnTo>
                    <a:pt x="31185" y="166495"/>
                  </a:lnTo>
                  <a:lnTo>
                    <a:pt x="34642" y="169952"/>
                  </a:lnTo>
                  <a:cubicBezTo>
                    <a:pt x="34642" y="204595"/>
                    <a:pt x="58912" y="218491"/>
                    <a:pt x="100469" y="218491"/>
                  </a:cubicBezTo>
                  <a:cubicBezTo>
                    <a:pt x="131653" y="218491"/>
                    <a:pt x="155923" y="208119"/>
                    <a:pt x="155923" y="180325"/>
                  </a:cubicBezTo>
                  <a:cubicBezTo>
                    <a:pt x="155923" y="149141"/>
                    <a:pt x="135111" y="142159"/>
                    <a:pt x="86572" y="135244"/>
                  </a:cubicBezTo>
                  <a:cubicBezTo>
                    <a:pt x="38033" y="128329"/>
                    <a:pt x="6849" y="107517"/>
                    <a:pt x="6849" y="65893"/>
                  </a:cubicBezTo>
                  <a:cubicBezTo>
                    <a:pt x="6849" y="34709"/>
                    <a:pt x="31118" y="0"/>
                    <a:pt x="93487" y="0"/>
                  </a:cubicBezTo>
                  <a:cubicBezTo>
                    <a:pt x="145484" y="0"/>
                    <a:pt x="183583" y="20812"/>
                    <a:pt x="183583" y="72808"/>
                  </a:cubicBezTo>
                  <a:lnTo>
                    <a:pt x="180126" y="76266"/>
                  </a:lnTo>
                  <a:lnTo>
                    <a:pt x="152399" y="76266"/>
                  </a:lnTo>
                  <a:lnTo>
                    <a:pt x="148941" y="72808"/>
                  </a:lnTo>
                  <a:cubicBezTo>
                    <a:pt x="148941" y="45081"/>
                    <a:pt x="135111" y="31185"/>
                    <a:pt x="90030" y="31185"/>
                  </a:cubicBezTo>
                  <a:cubicBezTo>
                    <a:pt x="58845" y="31185"/>
                    <a:pt x="41491" y="45081"/>
                    <a:pt x="41491" y="65827"/>
                  </a:cubicBezTo>
                  <a:cubicBezTo>
                    <a:pt x="41491" y="93554"/>
                    <a:pt x="58845" y="100469"/>
                    <a:pt x="107317" y="107450"/>
                  </a:cubicBezTo>
                  <a:cubicBezTo>
                    <a:pt x="155856" y="114365"/>
                    <a:pt x="190498" y="131720"/>
                    <a:pt x="190498" y="180259"/>
                  </a:cubicBezTo>
                  <a:cubicBezTo>
                    <a:pt x="190498" y="218425"/>
                    <a:pt x="162771" y="249609"/>
                    <a:pt x="96945" y="249609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85FCF94-ADF8-F187-75A4-BE65A25B849D}"/>
                </a:ext>
              </a:extLst>
            </p:cNvPr>
            <p:cNvSpPr>
              <a:spLocks/>
            </p:cNvSpPr>
            <p:nvPr/>
          </p:nvSpPr>
          <p:spPr>
            <a:xfrm>
              <a:off x="1220192" y="6294871"/>
              <a:ext cx="159446" cy="180258"/>
            </a:xfrm>
            <a:custGeom>
              <a:avLst/>
              <a:gdLst>
                <a:gd name="csX0" fmla="*/ 0 w 159446"/>
                <a:gd name="csY0" fmla="*/ 90163 h 180258"/>
                <a:gd name="csX1" fmla="*/ 79723 w 159446"/>
                <a:gd name="csY1" fmla="*/ 0 h 180258"/>
                <a:gd name="csX2" fmla="*/ 159447 w 159446"/>
                <a:gd name="csY2" fmla="*/ 90163 h 180258"/>
                <a:gd name="csX3" fmla="*/ 159447 w 159446"/>
                <a:gd name="csY3" fmla="*/ 100535 h 180258"/>
                <a:gd name="csX4" fmla="*/ 155989 w 159446"/>
                <a:gd name="csY4" fmla="*/ 103993 h 180258"/>
                <a:gd name="csX5" fmla="*/ 41624 w 159446"/>
                <a:gd name="csY5" fmla="*/ 103993 h 180258"/>
                <a:gd name="csX6" fmla="*/ 38166 w 159446"/>
                <a:gd name="csY6" fmla="*/ 107450 h 180258"/>
                <a:gd name="csX7" fmla="*/ 83247 w 159446"/>
                <a:gd name="csY7" fmla="*/ 149074 h 180258"/>
                <a:gd name="csX8" fmla="*/ 117889 w 159446"/>
                <a:gd name="csY8" fmla="*/ 128262 h 180258"/>
                <a:gd name="csX9" fmla="*/ 121347 w 159446"/>
                <a:gd name="csY9" fmla="*/ 124805 h 180258"/>
                <a:gd name="csX10" fmla="*/ 149074 w 159446"/>
                <a:gd name="csY10" fmla="*/ 124805 h 180258"/>
                <a:gd name="csX11" fmla="*/ 152532 w 159446"/>
                <a:gd name="csY11" fmla="*/ 128262 h 180258"/>
                <a:gd name="csX12" fmla="*/ 83181 w 159446"/>
                <a:gd name="csY12" fmla="*/ 180259 h 180258"/>
                <a:gd name="csX13" fmla="*/ 0 w 159446"/>
                <a:gd name="csY13" fmla="*/ 90096 h 180258"/>
                <a:gd name="csX14" fmla="*/ 121347 w 159446"/>
                <a:gd name="csY14" fmla="*/ 72875 h 180258"/>
                <a:gd name="csX15" fmla="*/ 79723 w 159446"/>
                <a:gd name="csY15" fmla="*/ 31251 h 180258"/>
                <a:gd name="csX16" fmla="*/ 38100 w 159446"/>
                <a:gd name="csY16" fmla="*/ 72875 h 180258"/>
                <a:gd name="csX17" fmla="*/ 41557 w 159446"/>
                <a:gd name="csY17" fmla="*/ 76332 h 180258"/>
                <a:gd name="csX18" fmla="*/ 117823 w 159446"/>
                <a:gd name="csY18" fmla="*/ 76332 h 180258"/>
                <a:gd name="csX19" fmla="*/ 121281 w 159446"/>
                <a:gd name="csY19" fmla="*/ 72875 h 180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9446" h="180258">
                  <a:moveTo>
                    <a:pt x="0" y="90163"/>
                  </a:moveTo>
                  <a:cubicBezTo>
                    <a:pt x="0" y="41624"/>
                    <a:pt x="24269" y="0"/>
                    <a:pt x="79723" y="0"/>
                  </a:cubicBezTo>
                  <a:cubicBezTo>
                    <a:pt x="135177" y="0"/>
                    <a:pt x="159447" y="41624"/>
                    <a:pt x="159447" y="90163"/>
                  </a:cubicBezTo>
                  <a:lnTo>
                    <a:pt x="159447" y="100535"/>
                  </a:lnTo>
                  <a:lnTo>
                    <a:pt x="155989" y="103993"/>
                  </a:lnTo>
                  <a:lnTo>
                    <a:pt x="41624" y="103993"/>
                  </a:lnTo>
                  <a:lnTo>
                    <a:pt x="38166" y="107450"/>
                  </a:lnTo>
                  <a:cubicBezTo>
                    <a:pt x="38166" y="114365"/>
                    <a:pt x="41624" y="149074"/>
                    <a:pt x="83247" y="149074"/>
                  </a:cubicBezTo>
                  <a:cubicBezTo>
                    <a:pt x="97144" y="149074"/>
                    <a:pt x="110974" y="145617"/>
                    <a:pt x="117889" y="128262"/>
                  </a:cubicBezTo>
                  <a:lnTo>
                    <a:pt x="121347" y="124805"/>
                  </a:lnTo>
                  <a:lnTo>
                    <a:pt x="149074" y="124805"/>
                  </a:lnTo>
                  <a:lnTo>
                    <a:pt x="152532" y="128262"/>
                  </a:lnTo>
                  <a:cubicBezTo>
                    <a:pt x="149074" y="155989"/>
                    <a:pt x="124805" y="180259"/>
                    <a:pt x="83181" y="180259"/>
                  </a:cubicBezTo>
                  <a:cubicBezTo>
                    <a:pt x="27727" y="180259"/>
                    <a:pt x="0" y="142092"/>
                    <a:pt x="0" y="90096"/>
                  </a:cubicBezTo>
                  <a:close/>
                  <a:moveTo>
                    <a:pt x="121347" y="72875"/>
                  </a:moveTo>
                  <a:cubicBezTo>
                    <a:pt x="121347" y="62502"/>
                    <a:pt x="117889" y="31251"/>
                    <a:pt x="79723" y="31251"/>
                  </a:cubicBezTo>
                  <a:cubicBezTo>
                    <a:pt x="41557" y="31251"/>
                    <a:pt x="38100" y="62436"/>
                    <a:pt x="38100" y="72875"/>
                  </a:cubicBezTo>
                  <a:lnTo>
                    <a:pt x="41557" y="76332"/>
                  </a:lnTo>
                  <a:lnTo>
                    <a:pt x="117823" y="76332"/>
                  </a:lnTo>
                  <a:lnTo>
                    <a:pt x="121281" y="72875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2545F73-DAFB-814E-CA69-880741D87B88}"/>
                </a:ext>
              </a:extLst>
            </p:cNvPr>
            <p:cNvSpPr>
              <a:spLocks/>
            </p:cNvSpPr>
            <p:nvPr/>
          </p:nvSpPr>
          <p:spPr>
            <a:xfrm>
              <a:off x="1681576" y="6294871"/>
              <a:ext cx="159446" cy="180258"/>
            </a:xfrm>
            <a:custGeom>
              <a:avLst/>
              <a:gdLst>
                <a:gd name="csX0" fmla="*/ 0 w 159446"/>
                <a:gd name="csY0" fmla="*/ 90163 h 180258"/>
                <a:gd name="csX1" fmla="*/ 79723 w 159446"/>
                <a:gd name="csY1" fmla="*/ 0 h 180258"/>
                <a:gd name="csX2" fmla="*/ 159447 w 159446"/>
                <a:gd name="csY2" fmla="*/ 90163 h 180258"/>
                <a:gd name="csX3" fmla="*/ 159447 w 159446"/>
                <a:gd name="csY3" fmla="*/ 100535 h 180258"/>
                <a:gd name="csX4" fmla="*/ 155989 w 159446"/>
                <a:gd name="csY4" fmla="*/ 103993 h 180258"/>
                <a:gd name="csX5" fmla="*/ 41624 w 159446"/>
                <a:gd name="csY5" fmla="*/ 103993 h 180258"/>
                <a:gd name="csX6" fmla="*/ 38166 w 159446"/>
                <a:gd name="csY6" fmla="*/ 107450 h 180258"/>
                <a:gd name="csX7" fmla="*/ 83247 w 159446"/>
                <a:gd name="csY7" fmla="*/ 149074 h 180258"/>
                <a:gd name="csX8" fmla="*/ 117890 w 159446"/>
                <a:gd name="csY8" fmla="*/ 128262 h 180258"/>
                <a:gd name="csX9" fmla="*/ 121347 w 159446"/>
                <a:gd name="csY9" fmla="*/ 124805 h 180258"/>
                <a:gd name="csX10" fmla="*/ 149074 w 159446"/>
                <a:gd name="csY10" fmla="*/ 124805 h 180258"/>
                <a:gd name="csX11" fmla="*/ 152532 w 159446"/>
                <a:gd name="csY11" fmla="*/ 128262 h 180258"/>
                <a:gd name="csX12" fmla="*/ 83181 w 159446"/>
                <a:gd name="csY12" fmla="*/ 180259 h 180258"/>
                <a:gd name="csX13" fmla="*/ 0 w 159446"/>
                <a:gd name="csY13" fmla="*/ 90096 h 180258"/>
                <a:gd name="csX14" fmla="*/ 121347 w 159446"/>
                <a:gd name="csY14" fmla="*/ 72875 h 180258"/>
                <a:gd name="csX15" fmla="*/ 79723 w 159446"/>
                <a:gd name="csY15" fmla="*/ 31251 h 180258"/>
                <a:gd name="csX16" fmla="*/ 38100 w 159446"/>
                <a:gd name="csY16" fmla="*/ 72875 h 180258"/>
                <a:gd name="csX17" fmla="*/ 41557 w 159446"/>
                <a:gd name="csY17" fmla="*/ 76332 h 180258"/>
                <a:gd name="csX18" fmla="*/ 117823 w 159446"/>
                <a:gd name="csY18" fmla="*/ 76332 h 180258"/>
                <a:gd name="csX19" fmla="*/ 121281 w 159446"/>
                <a:gd name="csY19" fmla="*/ 72875 h 180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9446" h="180258">
                  <a:moveTo>
                    <a:pt x="0" y="90163"/>
                  </a:moveTo>
                  <a:cubicBezTo>
                    <a:pt x="0" y="41624"/>
                    <a:pt x="24269" y="0"/>
                    <a:pt x="79723" y="0"/>
                  </a:cubicBezTo>
                  <a:cubicBezTo>
                    <a:pt x="135177" y="0"/>
                    <a:pt x="159447" y="41624"/>
                    <a:pt x="159447" y="90163"/>
                  </a:cubicBezTo>
                  <a:lnTo>
                    <a:pt x="159447" y="100535"/>
                  </a:lnTo>
                  <a:lnTo>
                    <a:pt x="155989" y="103993"/>
                  </a:lnTo>
                  <a:lnTo>
                    <a:pt x="41624" y="103993"/>
                  </a:lnTo>
                  <a:lnTo>
                    <a:pt x="38166" y="107450"/>
                  </a:lnTo>
                  <a:cubicBezTo>
                    <a:pt x="38166" y="114365"/>
                    <a:pt x="41624" y="149074"/>
                    <a:pt x="83247" y="149074"/>
                  </a:cubicBezTo>
                  <a:cubicBezTo>
                    <a:pt x="97144" y="149074"/>
                    <a:pt x="110974" y="145617"/>
                    <a:pt x="117890" y="128262"/>
                  </a:cubicBezTo>
                  <a:lnTo>
                    <a:pt x="121347" y="124805"/>
                  </a:lnTo>
                  <a:lnTo>
                    <a:pt x="149074" y="124805"/>
                  </a:lnTo>
                  <a:lnTo>
                    <a:pt x="152532" y="128262"/>
                  </a:lnTo>
                  <a:cubicBezTo>
                    <a:pt x="149074" y="155989"/>
                    <a:pt x="124805" y="180259"/>
                    <a:pt x="83181" y="180259"/>
                  </a:cubicBezTo>
                  <a:cubicBezTo>
                    <a:pt x="27727" y="180259"/>
                    <a:pt x="0" y="142092"/>
                    <a:pt x="0" y="90096"/>
                  </a:cubicBezTo>
                  <a:close/>
                  <a:moveTo>
                    <a:pt x="121347" y="72875"/>
                  </a:moveTo>
                  <a:cubicBezTo>
                    <a:pt x="121347" y="62502"/>
                    <a:pt x="117890" y="31251"/>
                    <a:pt x="79723" y="31251"/>
                  </a:cubicBezTo>
                  <a:cubicBezTo>
                    <a:pt x="41557" y="31251"/>
                    <a:pt x="38100" y="62436"/>
                    <a:pt x="38100" y="72875"/>
                  </a:cubicBezTo>
                  <a:lnTo>
                    <a:pt x="41557" y="76332"/>
                  </a:lnTo>
                  <a:lnTo>
                    <a:pt x="117823" y="76332"/>
                  </a:lnTo>
                  <a:lnTo>
                    <a:pt x="121281" y="72875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C8E56410-8E0A-ACB3-7167-D4DAAEDA6E2D}"/>
                </a:ext>
              </a:extLst>
            </p:cNvPr>
            <p:cNvSpPr>
              <a:spLocks/>
            </p:cNvSpPr>
            <p:nvPr/>
          </p:nvSpPr>
          <p:spPr>
            <a:xfrm>
              <a:off x="1403176" y="6298396"/>
              <a:ext cx="100535" cy="173343"/>
            </a:xfrm>
            <a:custGeom>
              <a:avLst/>
              <a:gdLst>
                <a:gd name="csX0" fmla="*/ 97078 w 100535"/>
                <a:gd name="csY0" fmla="*/ 0 h 173343"/>
                <a:gd name="csX1" fmla="*/ 83181 w 100535"/>
                <a:gd name="csY1" fmla="*/ 0 h 173343"/>
                <a:gd name="csX2" fmla="*/ 38100 w 100535"/>
                <a:gd name="csY2" fmla="*/ 17354 h 173343"/>
                <a:gd name="csX3" fmla="*/ 34642 w 100535"/>
                <a:gd name="csY3" fmla="*/ 17354 h 173343"/>
                <a:gd name="csX4" fmla="*/ 34642 w 100535"/>
                <a:gd name="csY4" fmla="*/ 3458 h 173343"/>
                <a:gd name="csX5" fmla="*/ 31185 w 100535"/>
                <a:gd name="csY5" fmla="*/ 0 h 173343"/>
                <a:gd name="csX6" fmla="*/ 3458 w 100535"/>
                <a:gd name="csY6" fmla="*/ 0 h 173343"/>
                <a:gd name="csX7" fmla="*/ 0 w 100535"/>
                <a:gd name="csY7" fmla="*/ 3458 h 173343"/>
                <a:gd name="csX8" fmla="*/ 0 w 100535"/>
                <a:gd name="csY8" fmla="*/ 169886 h 173343"/>
                <a:gd name="csX9" fmla="*/ 3458 w 100535"/>
                <a:gd name="csY9" fmla="*/ 173344 h 173343"/>
                <a:gd name="csX10" fmla="*/ 31185 w 100535"/>
                <a:gd name="csY10" fmla="*/ 173344 h 173343"/>
                <a:gd name="csX11" fmla="*/ 34642 w 100535"/>
                <a:gd name="csY11" fmla="*/ 169886 h 173343"/>
                <a:gd name="csX12" fmla="*/ 34642 w 100535"/>
                <a:gd name="csY12" fmla="*/ 83247 h 173343"/>
                <a:gd name="csX13" fmla="*/ 79723 w 100535"/>
                <a:gd name="csY13" fmla="*/ 31251 h 173343"/>
                <a:gd name="csX14" fmla="*/ 97078 w 100535"/>
                <a:gd name="csY14" fmla="*/ 31251 h 173343"/>
                <a:gd name="csX15" fmla="*/ 100535 w 100535"/>
                <a:gd name="csY15" fmla="*/ 27793 h 173343"/>
                <a:gd name="csX16" fmla="*/ 100535 w 100535"/>
                <a:gd name="csY16" fmla="*/ 3524 h 173343"/>
                <a:gd name="csX17" fmla="*/ 97078 w 100535"/>
                <a:gd name="csY17" fmla="*/ 67 h 17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0535" h="173343">
                  <a:moveTo>
                    <a:pt x="97078" y="0"/>
                  </a:moveTo>
                  <a:lnTo>
                    <a:pt x="83181" y="0"/>
                  </a:lnTo>
                  <a:cubicBezTo>
                    <a:pt x="58912" y="0"/>
                    <a:pt x="48539" y="6915"/>
                    <a:pt x="38100" y="17354"/>
                  </a:cubicBezTo>
                  <a:lnTo>
                    <a:pt x="34642" y="17354"/>
                  </a:lnTo>
                  <a:lnTo>
                    <a:pt x="34642" y="3458"/>
                  </a:lnTo>
                  <a:lnTo>
                    <a:pt x="31185" y="0"/>
                  </a:lnTo>
                  <a:lnTo>
                    <a:pt x="3458" y="0"/>
                  </a:lnTo>
                  <a:lnTo>
                    <a:pt x="0" y="3458"/>
                  </a:lnTo>
                  <a:lnTo>
                    <a:pt x="0" y="169886"/>
                  </a:lnTo>
                  <a:lnTo>
                    <a:pt x="3458" y="173344"/>
                  </a:lnTo>
                  <a:lnTo>
                    <a:pt x="31185" y="173344"/>
                  </a:lnTo>
                  <a:lnTo>
                    <a:pt x="34642" y="169886"/>
                  </a:lnTo>
                  <a:lnTo>
                    <a:pt x="34642" y="83247"/>
                  </a:lnTo>
                  <a:cubicBezTo>
                    <a:pt x="34642" y="41624"/>
                    <a:pt x="51996" y="31251"/>
                    <a:pt x="79723" y="31251"/>
                  </a:cubicBezTo>
                  <a:lnTo>
                    <a:pt x="97078" y="31251"/>
                  </a:lnTo>
                  <a:lnTo>
                    <a:pt x="100535" y="27793"/>
                  </a:lnTo>
                  <a:lnTo>
                    <a:pt x="100535" y="3524"/>
                  </a:lnTo>
                  <a:lnTo>
                    <a:pt x="97078" y="67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A99D1E7-7203-C857-FDF5-32E0C68AF6A9}"/>
                </a:ext>
              </a:extLst>
            </p:cNvPr>
            <p:cNvSpPr>
              <a:spLocks/>
            </p:cNvSpPr>
            <p:nvPr/>
          </p:nvSpPr>
          <p:spPr>
            <a:xfrm>
              <a:off x="1517409" y="6298396"/>
              <a:ext cx="155989" cy="173343"/>
            </a:xfrm>
            <a:custGeom>
              <a:avLst/>
              <a:gdLst>
                <a:gd name="csX0" fmla="*/ 97011 w 155989"/>
                <a:gd name="csY0" fmla="*/ 169886 h 173343"/>
                <a:gd name="csX1" fmla="*/ 93554 w 155989"/>
                <a:gd name="csY1" fmla="*/ 173344 h 173343"/>
                <a:gd name="csX2" fmla="*/ 62369 w 155989"/>
                <a:gd name="csY2" fmla="*/ 173344 h 173343"/>
                <a:gd name="csX3" fmla="*/ 58912 w 155989"/>
                <a:gd name="csY3" fmla="*/ 169886 h 173343"/>
                <a:gd name="csX4" fmla="*/ 0 w 155989"/>
                <a:gd name="csY4" fmla="*/ 27727 h 173343"/>
                <a:gd name="csX5" fmla="*/ 0 w 155989"/>
                <a:gd name="csY5" fmla="*/ 3458 h 173343"/>
                <a:gd name="csX6" fmla="*/ 3458 w 155989"/>
                <a:gd name="csY6" fmla="*/ 0 h 173343"/>
                <a:gd name="csX7" fmla="*/ 24269 w 155989"/>
                <a:gd name="csY7" fmla="*/ 0 h 173343"/>
                <a:gd name="csX8" fmla="*/ 27727 w 155989"/>
                <a:gd name="csY8" fmla="*/ 3458 h 173343"/>
                <a:gd name="csX9" fmla="*/ 76266 w 155989"/>
                <a:gd name="csY9" fmla="*/ 124805 h 173343"/>
                <a:gd name="csX10" fmla="*/ 79723 w 155989"/>
                <a:gd name="csY10" fmla="*/ 124805 h 173343"/>
                <a:gd name="csX11" fmla="*/ 128262 w 155989"/>
                <a:gd name="csY11" fmla="*/ 3458 h 173343"/>
                <a:gd name="csX12" fmla="*/ 131720 w 155989"/>
                <a:gd name="csY12" fmla="*/ 0 h 173343"/>
                <a:gd name="csX13" fmla="*/ 152532 w 155989"/>
                <a:gd name="csY13" fmla="*/ 0 h 173343"/>
                <a:gd name="csX14" fmla="*/ 155989 w 155989"/>
                <a:gd name="csY14" fmla="*/ 3458 h 173343"/>
                <a:gd name="csX15" fmla="*/ 155989 w 155989"/>
                <a:gd name="csY15" fmla="*/ 27727 h 173343"/>
                <a:gd name="csX16" fmla="*/ 97078 w 155989"/>
                <a:gd name="csY16" fmla="*/ 169886 h 17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5989" h="173343">
                  <a:moveTo>
                    <a:pt x="97011" y="169886"/>
                  </a:moveTo>
                  <a:lnTo>
                    <a:pt x="93554" y="173344"/>
                  </a:lnTo>
                  <a:lnTo>
                    <a:pt x="62369" y="173344"/>
                  </a:lnTo>
                  <a:lnTo>
                    <a:pt x="58912" y="169886"/>
                  </a:lnTo>
                  <a:lnTo>
                    <a:pt x="0" y="27727"/>
                  </a:lnTo>
                  <a:lnTo>
                    <a:pt x="0" y="3458"/>
                  </a:lnTo>
                  <a:lnTo>
                    <a:pt x="3458" y="0"/>
                  </a:lnTo>
                  <a:lnTo>
                    <a:pt x="24269" y="0"/>
                  </a:lnTo>
                  <a:lnTo>
                    <a:pt x="27727" y="3458"/>
                  </a:lnTo>
                  <a:lnTo>
                    <a:pt x="76266" y="124805"/>
                  </a:lnTo>
                  <a:lnTo>
                    <a:pt x="79723" y="124805"/>
                  </a:lnTo>
                  <a:lnTo>
                    <a:pt x="128262" y="3458"/>
                  </a:lnTo>
                  <a:lnTo>
                    <a:pt x="131720" y="0"/>
                  </a:lnTo>
                  <a:lnTo>
                    <a:pt x="152532" y="0"/>
                  </a:lnTo>
                  <a:lnTo>
                    <a:pt x="155989" y="3458"/>
                  </a:lnTo>
                  <a:lnTo>
                    <a:pt x="155989" y="27727"/>
                  </a:lnTo>
                  <a:lnTo>
                    <a:pt x="97078" y="169886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9337930-3C22-2305-6379-A667F4D51845}"/>
                </a:ext>
              </a:extLst>
            </p:cNvPr>
            <p:cNvSpPr>
              <a:spLocks/>
            </p:cNvSpPr>
            <p:nvPr/>
          </p:nvSpPr>
          <p:spPr>
            <a:xfrm>
              <a:off x="878758" y="6260296"/>
              <a:ext cx="123607" cy="211443"/>
            </a:xfrm>
            <a:custGeom>
              <a:avLst/>
              <a:gdLst>
                <a:gd name="csX0" fmla="*/ 85109 w 123607"/>
                <a:gd name="csY0" fmla="*/ 180259 h 211443"/>
                <a:gd name="csX1" fmla="*/ 71212 w 123607"/>
                <a:gd name="csY1" fmla="*/ 166362 h 211443"/>
                <a:gd name="csX2" fmla="*/ 71212 w 123607"/>
                <a:gd name="csY2" fmla="*/ 72742 h 211443"/>
                <a:gd name="csX3" fmla="*/ 74670 w 123607"/>
                <a:gd name="csY3" fmla="*/ 69284 h 211443"/>
                <a:gd name="csX4" fmla="*/ 108847 w 123607"/>
                <a:gd name="csY4" fmla="*/ 69284 h 211443"/>
                <a:gd name="csX5" fmla="*/ 112304 w 123607"/>
                <a:gd name="csY5" fmla="*/ 65827 h 211443"/>
                <a:gd name="csX6" fmla="*/ 123608 w 123607"/>
                <a:gd name="csY6" fmla="*/ 41557 h 211443"/>
                <a:gd name="csX7" fmla="*/ 120150 w 123607"/>
                <a:gd name="csY7" fmla="*/ 38100 h 211443"/>
                <a:gd name="csX8" fmla="*/ 74603 w 123607"/>
                <a:gd name="csY8" fmla="*/ 38100 h 211443"/>
                <a:gd name="csX9" fmla="*/ 71146 w 123607"/>
                <a:gd name="csY9" fmla="*/ 34642 h 211443"/>
                <a:gd name="csX10" fmla="*/ 71146 w 123607"/>
                <a:gd name="csY10" fmla="*/ 3458 h 211443"/>
                <a:gd name="csX11" fmla="*/ 67688 w 123607"/>
                <a:gd name="csY11" fmla="*/ 0 h 211443"/>
                <a:gd name="csX12" fmla="*/ 39961 w 123607"/>
                <a:gd name="csY12" fmla="*/ 0 h 211443"/>
                <a:gd name="csX13" fmla="*/ 36504 w 123607"/>
                <a:gd name="csY13" fmla="*/ 3458 h 211443"/>
                <a:gd name="csX14" fmla="*/ 36504 w 123607"/>
                <a:gd name="csY14" fmla="*/ 34642 h 211443"/>
                <a:gd name="csX15" fmla="*/ 33046 w 123607"/>
                <a:gd name="csY15" fmla="*/ 38100 h 211443"/>
                <a:gd name="csX16" fmla="*/ 14761 w 123607"/>
                <a:gd name="csY16" fmla="*/ 38100 h 211443"/>
                <a:gd name="csX17" fmla="*/ 11304 w 123607"/>
                <a:gd name="csY17" fmla="*/ 41557 h 211443"/>
                <a:gd name="csX18" fmla="*/ 0 w 123607"/>
                <a:gd name="csY18" fmla="*/ 65827 h 211443"/>
                <a:gd name="csX19" fmla="*/ 0 w 123607"/>
                <a:gd name="csY19" fmla="*/ 65827 h 211443"/>
                <a:gd name="csX20" fmla="*/ 0 w 123607"/>
                <a:gd name="csY20" fmla="*/ 65827 h 211443"/>
                <a:gd name="csX21" fmla="*/ 3457 w 123607"/>
                <a:gd name="csY21" fmla="*/ 69284 h 211443"/>
                <a:gd name="csX22" fmla="*/ 33113 w 123607"/>
                <a:gd name="csY22" fmla="*/ 69284 h 211443"/>
                <a:gd name="csX23" fmla="*/ 36570 w 123607"/>
                <a:gd name="csY23" fmla="*/ 72742 h 211443"/>
                <a:gd name="csX24" fmla="*/ 36570 w 123607"/>
                <a:gd name="csY24" fmla="*/ 166362 h 211443"/>
                <a:gd name="csX25" fmla="*/ 85109 w 123607"/>
                <a:gd name="csY25" fmla="*/ 211443 h 211443"/>
                <a:gd name="csX26" fmla="*/ 112836 w 123607"/>
                <a:gd name="csY26" fmla="*/ 211443 h 211443"/>
                <a:gd name="csX27" fmla="*/ 116294 w 123607"/>
                <a:gd name="csY27" fmla="*/ 207986 h 211443"/>
                <a:gd name="csX28" fmla="*/ 116294 w 123607"/>
                <a:gd name="csY28" fmla="*/ 183716 h 211443"/>
                <a:gd name="csX29" fmla="*/ 112836 w 123607"/>
                <a:gd name="csY29" fmla="*/ 180259 h 211443"/>
                <a:gd name="csX30" fmla="*/ 85109 w 123607"/>
                <a:gd name="csY30" fmla="*/ 180259 h 211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23607" h="211443">
                  <a:moveTo>
                    <a:pt x="85109" y="180259"/>
                  </a:moveTo>
                  <a:cubicBezTo>
                    <a:pt x="78194" y="180259"/>
                    <a:pt x="71212" y="176801"/>
                    <a:pt x="71212" y="166362"/>
                  </a:cubicBezTo>
                  <a:lnTo>
                    <a:pt x="71212" y="72742"/>
                  </a:lnTo>
                  <a:lnTo>
                    <a:pt x="74670" y="69284"/>
                  </a:lnTo>
                  <a:lnTo>
                    <a:pt x="108847" y="69284"/>
                  </a:lnTo>
                  <a:lnTo>
                    <a:pt x="112304" y="65827"/>
                  </a:lnTo>
                  <a:lnTo>
                    <a:pt x="123608" y="41557"/>
                  </a:lnTo>
                  <a:lnTo>
                    <a:pt x="120150" y="38100"/>
                  </a:lnTo>
                  <a:lnTo>
                    <a:pt x="74603" y="38100"/>
                  </a:lnTo>
                  <a:lnTo>
                    <a:pt x="71146" y="34642"/>
                  </a:lnTo>
                  <a:lnTo>
                    <a:pt x="71146" y="3458"/>
                  </a:lnTo>
                  <a:lnTo>
                    <a:pt x="67688" y="0"/>
                  </a:lnTo>
                  <a:lnTo>
                    <a:pt x="39961" y="0"/>
                  </a:lnTo>
                  <a:lnTo>
                    <a:pt x="36504" y="3458"/>
                  </a:lnTo>
                  <a:lnTo>
                    <a:pt x="36504" y="34642"/>
                  </a:lnTo>
                  <a:lnTo>
                    <a:pt x="33046" y="38100"/>
                  </a:lnTo>
                  <a:lnTo>
                    <a:pt x="14761" y="38100"/>
                  </a:lnTo>
                  <a:lnTo>
                    <a:pt x="11304" y="41557"/>
                  </a:lnTo>
                  <a:lnTo>
                    <a:pt x="0" y="65827"/>
                  </a:lnTo>
                  <a:lnTo>
                    <a:pt x="0" y="65827"/>
                  </a:lnTo>
                  <a:cubicBezTo>
                    <a:pt x="0" y="65827"/>
                    <a:pt x="0" y="65827"/>
                    <a:pt x="0" y="65827"/>
                  </a:cubicBezTo>
                  <a:lnTo>
                    <a:pt x="3457" y="69284"/>
                  </a:lnTo>
                  <a:lnTo>
                    <a:pt x="33113" y="69284"/>
                  </a:lnTo>
                  <a:lnTo>
                    <a:pt x="36570" y="72742"/>
                  </a:lnTo>
                  <a:lnTo>
                    <a:pt x="36570" y="166362"/>
                  </a:lnTo>
                  <a:cubicBezTo>
                    <a:pt x="36570" y="197546"/>
                    <a:pt x="60840" y="211443"/>
                    <a:pt x="85109" y="211443"/>
                  </a:cubicBezTo>
                  <a:lnTo>
                    <a:pt x="112836" y="211443"/>
                  </a:lnTo>
                  <a:lnTo>
                    <a:pt x="116294" y="207986"/>
                  </a:lnTo>
                  <a:lnTo>
                    <a:pt x="116294" y="183716"/>
                  </a:lnTo>
                  <a:lnTo>
                    <a:pt x="112836" y="180259"/>
                  </a:lnTo>
                  <a:lnTo>
                    <a:pt x="85109" y="180259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9514340-5000-671B-6CB1-D11174EF0A86}"/>
                </a:ext>
              </a:extLst>
            </p:cNvPr>
            <p:cNvSpPr>
              <a:spLocks/>
            </p:cNvSpPr>
            <p:nvPr/>
          </p:nvSpPr>
          <p:spPr>
            <a:xfrm>
              <a:off x="755748" y="6235960"/>
              <a:ext cx="124339" cy="235712"/>
            </a:xfrm>
            <a:custGeom>
              <a:avLst/>
              <a:gdLst>
                <a:gd name="csX0" fmla="*/ 76665 w 124339"/>
                <a:gd name="csY0" fmla="*/ 62436 h 235712"/>
                <a:gd name="csX1" fmla="*/ 73207 w 124339"/>
                <a:gd name="csY1" fmla="*/ 58978 h 235712"/>
                <a:gd name="csX2" fmla="*/ 73207 w 124339"/>
                <a:gd name="csY2" fmla="*/ 45081 h 235712"/>
                <a:gd name="csX3" fmla="*/ 87104 w 124339"/>
                <a:gd name="csY3" fmla="*/ 31185 h 235712"/>
                <a:gd name="csX4" fmla="*/ 109578 w 124339"/>
                <a:gd name="csY4" fmla="*/ 31185 h 235712"/>
                <a:gd name="csX5" fmla="*/ 113036 w 124339"/>
                <a:gd name="csY5" fmla="*/ 27727 h 235712"/>
                <a:gd name="csX6" fmla="*/ 124339 w 124339"/>
                <a:gd name="csY6" fmla="*/ 3458 h 235712"/>
                <a:gd name="csX7" fmla="*/ 120882 w 124339"/>
                <a:gd name="csY7" fmla="*/ 0 h 235712"/>
                <a:gd name="csX8" fmla="*/ 87104 w 124339"/>
                <a:gd name="csY8" fmla="*/ 0 h 235712"/>
                <a:gd name="csX9" fmla="*/ 38565 w 124339"/>
                <a:gd name="csY9" fmla="*/ 45081 h 235712"/>
                <a:gd name="csX10" fmla="*/ 38565 w 124339"/>
                <a:gd name="csY10" fmla="*/ 58978 h 235712"/>
                <a:gd name="csX11" fmla="*/ 35108 w 124339"/>
                <a:gd name="csY11" fmla="*/ 62436 h 235712"/>
                <a:gd name="csX12" fmla="*/ 14828 w 124339"/>
                <a:gd name="csY12" fmla="*/ 62436 h 235712"/>
                <a:gd name="csX13" fmla="*/ 11304 w 124339"/>
                <a:gd name="csY13" fmla="*/ 65893 h 235712"/>
                <a:gd name="csX14" fmla="*/ 0 w 124339"/>
                <a:gd name="csY14" fmla="*/ 90163 h 235712"/>
                <a:gd name="csX15" fmla="*/ 3457 w 124339"/>
                <a:gd name="csY15" fmla="*/ 93620 h 235712"/>
                <a:gd name="csX16" fmla="*/ 35041 w 124339"/>
                <a:gd name="csY16" fmla="*/ 93620 h 235712"/>
                <a:gd name="csX17" fmla="*/ 38499 w 124339"/>
                <a:gd name="csY17" fmla="*/ 97078 h 235712"/>
                <a:gd name="csX18" fmla="*/ 38499 w 124339"/>
                <a:gd name="csY18" fmla="*/ 232255 h 235712"/>
                <a:gd name="csX19" fmla="*/ 41956 w 124339"/>
                <a:gd name="csY19" fmla="*/ 235713 h 235712"/>
                <a:gd name="csX20" fmla="*/ 69683 w 124339"/>
                <a:gd name="csY20" fmla="*/ 235713 h 235712"/>
                <a:gd name="csX21" fmla="*/ 73141 w 124339"/>
                <a:gd name="csY21" fmla="*/ 232255 h 235712"/>
                <a:gd name="csX22" fmla="*/ 73141 w 124339"/>
                <a:gd name="csY22" fmla="*/ 97078 h 235712"/>
                <a:gd name="csX23" fmla="*/ 76598 w 124339"/>
                <a:gd name="csY23" fmla="*/ 93620 h 235712"/>
                <a:gd name="csX24" fmla="*/ 103594 w 124339"/>
                <a:gd name="csY24" fmla="*/ 93620 h 235712"/>
                <a:gd name="csX25" fmla="*/ 107051 w 124339"/>
                <a:gd name="csY25" fmla="*/ 90163 h 235712"/>
                <a:gd name="csX26" fmla="*/ 118355 w 124339"/>
                <a:gd name="csY26" fmla="*/ 65893 h 235712"/>
                <a:gd name="csX27" fmla="*/ 114897 w 124339"/>
                <a:gd name="csY27" fmla="*/ 62436 h 235712"/>
                <a:gd name="csX28" fmla="*/ 76598 w 124339"/>
                <a:gd name="csY28" fmla="*/ 62436 h 235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24339" h="235712">
                  <a:moveTo>
                    <a:pt x="76665" y="62436"/>
                  </a:moveTo>
                  <a:lnTo>
                    <a:pt x="73207" y="58978"/>
                  </a:lnTo>
                  <a:lnTo>
                    <a:pt x="73207" y="45081"/>
                  </a:lnTo>
                  <a:cubicBezTo>
                    <a:pt x="73207" y="34709"/>
                    <a:pt x="80122" y="31185"/>
                    <a:pt x="87104" y="31185"/>
                  </a:cubicBezTo>
                  <a:lnTo>
                    <a:pt x="109578" y="31185"/>
                  </a:lnTo>
                  <a:lnTo>
                    <a:pt x="113036" y="27727"/>
                  </a:lnTo>
                  <a:lnTo>
                    <a:pt x="124339" y="3458"/>
                  </a:lnTo>
                  <a:lnTo>
                    <a:pt x="120882" y="0"/>
                  </a:lnTo>
                  <a:lnTo>
                    <a:pt x="87104" y="0"/>
                  </a:lnTo>
                  <a:cubicBezTo>
                    <a:pt x="62834" y="0"/>
                    <a:pt x="38565" y="13897"/>
                    <a:pt x="38565" y="45081"/>
                  </a:cubicBezTo>
                  <a:lnTo>
                    <a:pt x="38565" y="58978"/>
                  </a:lnTo>
                  <a:lnTo>
                    <a:pt x="35108" y="62436"/>
                  </a:lnTo>
                  <a:lnTo>
                    <a:pt x="14828" y="62436"/>
                  </a:lnTo>
                  <a:lnTo>
                    <a:pt x="11304" y="65893"/>
                  </a:lnTo>
                  <a:lnTo>
                    <a:pt x="0" y="90163"/>
                  </a:lnTo>
                  <a:lnTo>
                    <a:pt x="3457" y="93620"/>
                  </a:lnTo>
                  <a:lnTo>
                    <a:pt x="35041" y="93620"/>
                  </a:lnTo>
                  <a:lnTo>
                    <a:pt x="38499" y="97078"/>
                  </a:lnTo>
                  <a:lnTo>
                    <a:pt x="38499" y="232255"/>
                  </a:lnTo>
                  <a:lnTo>
                    <a:pt x="41956" y="235713"/>
                  </a:lnTo>
                  <a:lnTo>
                    <a:pt x="69683" y="235713"/>
                  </a:lnTo>
                  <a:lnTo>
                    <a:pt x="73141" y="232255"/>
                  </a:lnTo>
                  <a:lnTo>
                    <a:pt x="73141" y="97078"/>
                  </a:lnTo>
                  <a:lnTo>
                    <a:pt x="76598" y="93620"/>
                  </a:lnTo>
                  <a:lnTo>
                    <a:pt x="103594" y="93620"/>
                  </a:lnTo>
                  <a:lnTo>
                    <a:pt x="107051" y="90163"/>
                  </a:lnTo>
                  <a:lnTo>
                    <a:pt x="118355" y="65893"/>
                  </a:lnTo>
                  <a:lnTo>
                    <a:pt x="114897" y="62436"/>
                  </a:lnTo>
                  <a:lnTo>
                    <a:pt x="76598" y="62436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E023D7-8157-6D10-8C5E-90ACE80ED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186" y="2545857"/>
            <a:ext cx="2757975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kern="600" cap="all" baseline="0">
                <a:solidFill>
                  <a:schemeClr val="tx2">
                    <a:lumMod val="25000"/>
                    <a:lumOff val="75000"/>
                  </a:schemeClr>
                </a:solidFill>
                <a:latin typeface="Roboto Mono Medium" pitchFamily="2" charset="0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BD96DD4-365F-A03F-DAD0-60B96CEF3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4185" y="318715"/>
            <a:ext cx="6231731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1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15451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s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555642"/>
            <a:ext cx="4768293" cy="63082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58E35D6-E14A-9560-CCC0-563E1FCF50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3924D5-653A-CB10-F47D-D36D309D9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7ADEA46E-BC7C-BB01-7D1B-E9235086BE6A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2" name="Image 1" descr=" ">
            <a:extLst>
              <a:ext uri="{FF2B5EF4-FFF2-40B4-BE49-F238E27FC236}">
                <a16:creationId xmlns:a16="http://schemas.microsoft.com/office/drawing/2014/main" id="{D695D8DB-9DDE-09C1-A7A0-26BBC5CDD2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1747FE-883D-F21C-C07B-9DC13101ECA6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08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white-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555642"/>
            <a:ext cx="4768293" cy="63082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58E35D6-E14A-9560-CCC0-563E1FCF50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3924D5-653A-CB10-F47D-D36D309D9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7ADEA46E-BC7C-BB01-7D1B-E9235086BE6A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2" name="Image 1" descr=" ">
            <a:extLst>
              <a:ext uri="{FF2B5EF4-FFF2-40B4-BE49-F238E27FC236}">
                <a16:creationId xmlns:a16="http://schemas.microsoft.com/office/drawing/2014/main" id="{D695D8DB-9DDE-09C1-A7A0-26BBC5CDD2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1747FE-883D-F21C-C07B-9DC13101ECA6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E36A46E-6233-D6EC-83BF-F5A8F747A1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7445" y="5349082"/>
            <a:ext cx="3473670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2DDC21F9-7AC6-11AA-C3B0-4F7C84F51B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57445" y="4414586"/>
            <a:ext cx="3473670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BFAC08F-FC48-296C-56B6-73EE56F76E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7445" y="3469525"/>
            <a:ext cx="3473670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79A3ED5-E3EE-F9F1-1C6D-8845D19AE8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7445" y="2555642"/>
            <a:ext cx="3473670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EC61E1E-DCCC-EC62-B336-5CA3A3122A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75549" y="5348761"/>
            <a:ext cx="527609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A7719C4-E7C2-39DB-ED94-5104007FF9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75549" y="4413181"/>
            <a:ext cx="527609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F68C09B-29D3-6538-BABF-A4B397E298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75549" y="3468636"/>
            <a:ext cx="527609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C7B6FA3-7882-E5D6-035B-F47EBF6DDDD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75549" y="2552069"/>
            <a:ext cx="527609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1C060E-E24A-41A1-D532-0F5541AD6593}"/>
              </a:ext>
            </a:extLst>
          </p:cNvPr>
          <p:cNvCxnSpPr>
            <a:cxnSpLocks/>
          </p:cNvCxnSpPr>
          <p:nvPr userDrawn="1"/>
        </p:nvCxnSpPr>
        <p:spPr>
          <a:xfrm>
            <a:off x="6176909" y="5323902"/>
            <a:ext cx="5586515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B4EBB2-B190-F854-0985-7C73A287B4A2}"/>
              </a:ext>
            </a:extLst>
          </p:cNvPr>
          <p:cNvCxnSpPr>
            <a:cxnSpLocks/>
          </p:cNvCxnSpPr>
          <p:nvPr userDrawn="1"/>
        </p:nvCxnSpPr>
        <p:spPr>
          <a:xfrm>
            <a:off x="6176909" y="4383650"/>
            <a:ext cx="5586515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565EE5-87CD-2DB6-420C-0EC3A9667514}"/>
              </a:ext>
            </a:extLst>
          </p:cNvPr>
          <p:cNvCxnSpPr>
            <a:cxnSpLocks/>
          </p:cNvCxnSpPr>
          <p:nvPr userDrawn="1"/>
        </p:nvCxnSpPr>
        <p:spPr>
          <a:xfrm>
            <a:off x="6176909" y="3453347"/>
            <a:ext cx="5586515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1FAF52-622A-4050-3888-EE5413B632FD}"/>
              </a:ext>
            </a:extLst>
          </p:cNvPr>
          <p:cNvCxnSpPr>
            <a:cxnSpLocks/>
          </p:cNvCxnSpPr>
          <p:nvPr userDrawn="1"/>
        </p:nvCxnSpPr>
        <p:spPr>
          <a:xfrm>
            <a:off x="6176909" y="2530996"/>
            <a:ext cx="5586515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Light-Silv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555642"/>
            <a:ext cx="4768293" cy="63082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CONTENTS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3F60F6-1C51-B206-8B0E-BC849D78B7F6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22B0A8-787E-F5CE-8D26-12DA131413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56B4FEDD-32AD-8E5A-7EEF-F910515E3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2F2741B4-D1FC-5D85-F394-D5AD94C65746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4" name="Image 1" descr=" ">
            <a:extLst>
              <a:ext uri="{FF2B5EF4-FFF2-40B4-BE49-F238E27FC236}">
                <a16:creationId xmlns:a16="http://schemas.microsoft.com/office/drawing/2014/main" id="{7C46CA14-557D-93B4-468F-5927CE9DF4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652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Dark-Silv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555642"/>
            <a:ext cx="4768293" cy="630827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36ADB52-FD9F-BFF4-C7D2-47DDFBF6EA8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D3AB68ED-8EC5-C72C-5BA5-DD7D20D66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4B18A1B3-1B53-50E8-2DAE-A1F9C6775876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7235D5B3-80A9-B6C7-0006-B97CC7F8F7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77E852-9ABC-B8B0-9913-2F11A337A2B4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515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4" y="2555642"/>
            <a:ext cx="4768293" cy="630827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765D821-EC60-B6C3-F946-559299C8A9F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1B53AF02-DE45-618F-D774-6E2D9F5CA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BF0AD57-168B-E383-7879-0DBE274608B5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98DCDDC7-DC0D-CFD6-0C01-DEB1BBC32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1BFD46-E852-3573-9121-B3CB284A6A63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344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Black-placehold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4" y="2555642"/>
            <a:ext cx="4768293" cy="630827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765D821-EC60-B6C3-F946-559299C8A9F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1B53AF02-DE45-618F-D774-6E2D9F5CA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BF0AD57-168B-E383-7879-0DBE274608B5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98DCDDC7-DC0D-CFD6-0C01-DEB1BBC32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1BFD46-E852-3573-9121-B3CB284A6A63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15AA4FA-2C9D-0A57-1A92-B3EB663F282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53044" y="5320447"/>
            <a:ext cx="1684748" cy="642274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92A8B927-D35C-B561-5596-8BAD2E88F3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653044" y="4385951"/>
            <a:ext cx="1547523" cy="582609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A58A2EC8-10AC-9058-B024-6F4CCEDF0B0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53044" y="3440890"/>
            <a:ext cx="1547523" cy="587423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FDD9DB69-0D65-CB99-46F8-1AA7DB6D08B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53044" y="2527007"/>
            <a:ext cx="1547523" cy="599338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544F741-03DB-4623-FE3D-DB87774D19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71149" y="5320126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BD508C6-21EF-2096-E061-632F2A7354D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71149" y="4384546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63E951B-DB13-2BE9-53A8-47D93D3D19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71149" y="3440001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EC8AF3E-41E2-C906-3C51-7EB8D70EBFE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71149" y="2523434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68B4F3-9404-FDAB-A5E5-C6D202C3DDFB}"/>
              </a:ext>
            </a:extLst>
          </p:cNvPr>
          <p:cNvCxnSpPr>
            <a:cxnSpLocks/>
          </p:cNvCxnSpPr>
          <p:nvPr userDrawn="1"/>
        </p:nvCxnSpPr>
        <p:spPr>
          <a:xfrm>
            <a:off x="9072509" y="5295267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5E8AD3-3E7D-96AD-F46F-8276223E0126}"/>
              </a:ext>
            </a:extLst>
          </p:cNvPr>
          <p:cNvCxnSpPr>
            <a:cxnSpLocks/>
          </p:cNvCxnSpPr>
          <p:nvPr userDrawn="1"/>
        </p:nvCxnSpPr>
        <p:spPr>
          <a:xfrm>
            <a:off x="9072509" y="4355015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2D9C8A-A97D-9137-2B6C-5FC0304683AF}"/>
              </a:ext>
            </a:extLst>
          </p:cNvPr>
          <p:cNvCxnSpPr>
            <a:cxnSpLocks/>
          </p:cNvCxnSpPr>
          <p:nvPr userDrawn="1"/>
        </p:nvCxnSpPr>
        <p:spPr>
          <a:xfrm>
            <a:off x="9072509" y="3424712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F6E8A4F-9023-0CBC-925C-2C44695EDD67}"/>
              </a:ext>
            </a:extLst>
          </p:cNvPr>
          <p:cNvCxnSpPr>
            <a:cxnSpLocks/>
          </p:cNvCxnSpPr>
          <p:nvPr userDrawn="1"/>
        </p:nvCxnSpPr>
        <p:spPr>
          <a:xfrm>
            <a:off x="9072509" y="2502361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08C3A28-9106-FFAF-A359-6D68D27572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7444" y="5320447"/>
            <a:ext cx="1684748" cy="642274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C36210E-7D41-1284-8C5B-7BE1835B1D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57444" y="4385951"/>
            <a:ext cx="1547523" cy="582609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4EF55E4-F6EE-A875-DBBF-53E959BEDF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7444" y="3440890"/>
            <a:ext cx="1547523" cy="587423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9AFBEF47-FF1A-177D-7652-4F61ED6265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7444" y="2527007"/>
            <a:ext cx="1547523" cy="599338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681AFE31-9AB8-BA61-806D-78C6DB233E9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75549" y="5320126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999D0A76-B2C7-39D0-885A-7195A768C41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75549" y="4384546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3B865810-B7D0-7E47-160E-5F5FD3491E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75549" y="3440001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EB9A8CCC-736A-5E58-4FFA-C6D2664DDF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75549" y="2523434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94D766-547B-C4FD-71B4-E114BE51E93D}"/>
              </a:ext>
            </a:extLst>
          </p:cNvPr>
          <p:cNvCxnSpPr>
            <a:cxnSpLocks/>
          </p:cNvCxnSpPr>
          <p:nvPr userDrawn="1"/>
        </p:nvCxnSpPr>
        <p:spPr>
          <a:xfrm>
            <a:off x="6176909" y="5295267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A41655-F6FE-D3F2-7A4D-5DCEE179A2F6}"/>
              </a:ext>
            </a:extLst>
          </p:cNvPr>
          <p:cNvCxnSpPr>
            <a:cxnSpLocks/>
          </p:cNvCxnSpPr>
          <p:nvPr userDrawn="1"/>
        </p:nvCxnSpPr>
        <p:spPr>
          <a:xfrm>
            <a:off x="6176909" y="4355015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685115-1BC0-C8A4-8C75-3ECF7DFA3E7B}"/>
              </a:ext>
            </a:extLst>
          </p:cNvPr>
          <p:cNvCxnSpPr>
            <a:cxnSpLocks/>
          </p:cNvCxnSpPr>
          <p:nvPr userDrawn="1"/>
        </p:nvCxnSpPr>
        <p:spPr>
          <a:xfrm>
            <a:off x="6176909" y="3424712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11EDB1-238D-F6AB-0191-5CC23D239F10}"/>
              </a:ext>
            </a:extLst>
          </p:cNvPr>
          <p:cNvCxnSpPr>
            <a:cxnSpLocks/>
          </p:cNvCxnSpPr>
          <p:nvPr userDrawn="1"/>
        </p:nvCxnSpPr>
        <p:spPr>
          <a:xfrm>
            <a:off x="6176909" y="2502361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152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Dark-Silv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61C353-7243-C95D-E693-BB944781DD70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C0EEACF-1AA3-86CC-5DB8-6550DCC28D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599" y="1454917"/>
            <a:ext cx="5994337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bg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9F0A6B0-37CC-4629-05B8-16B8CFECDF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775" y="4032077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14E3AB6-7050-E2E8-8DD4-55D5C7F2D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4775" y="2579754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E61F5DF-D832-31D3-23C6-35C45DECC55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BD9A6A15-2129-16BF-B595-06123BC39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BB47484B-38FE-17AE-1EFD-9A6DDDF18E18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7FC7916F-3030-19B3-FFFB-1874E5657D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D1C371-0150-E22E-DEDE-E9430738DC1C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602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18579E-6960-C4A9-6FEC-8F3A2F554D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599" y="1454917"/>
            <a:ext cx="5994337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bg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14490A8-EF70-ECAA-EF78-23E75658515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17CF167-C5BE-83A0-0256-019168723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ED6E1FE4-5741-F385-F15F-BDAD8773BCED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0EFA0526-D3E5-D97F-EE41-841724D5EF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95BEC9-404D-4C0D-6C77-ED8B83BF337A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96DFFD-F43B-0375-D0AA-1C4EAD189AE1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E6A2AE7-E118-83D7-230A-3C8C4C69F9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775" y="4032077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1AF1833-E184-2026-5843-968518F33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4775" y="2579754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2056813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lue-Gradient">
    <p:bg>
      <p:bgPr>
        <a:gradFill>
          <a:gsLst>
            <a:gs pos="0">
              <a:schemeClr val="accent2">
                <a:lumMod val="20000"/>
                <a:lumOff val="80000"/>
                <a:alpha val="33000"/>
              </a:schemeClr>
            </a:gs>
            <a:gs pos="35000">
              <a:schemeClr val="accent3"/>
            </a:gs>
            <a:gs pos="10000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D5A8270-E80A-6382-1E2A-E0888A73C3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600" y="1454917"/>
            <a:ext cx="5994336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tx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B091C68-862E-735F-2E16-CB19BC730AB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52F1649A-CDC4-3220-E32A-9E36A2BB7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44CABD51-AD19-98BB-E316-BD4855B2438D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76BABD31-EB54-B39D-6D72-D7A8AA987B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88EF26-1CCC-EE19-4DBF-F359186DA035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D189ED-9C53-4568-8877-26A8B05B3AF8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8FBE39A-9DD4-5BEE-6286-C248356353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7107" y="4022033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5202157C-615C-E42F-07EB-F84589B59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107" y="2569710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tx1"/>
                </a:solidFill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4054381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Light-Silver">
    <p:bg>
      <p:bgPr>
        <a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F334EDB-2433-64B8-B237-63C4B6E4491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160477DC-8BFE-4D74-E5CD-DB00BC070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F87D4101-11CB-428B-A4F6-38D670577258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9" name="Image 1" descr=" ">
            <a:extLst>
              <a:ext uri="{FF2B5EF4-FFF2-40B4-BE49-F238E27FC236}">
                <a16:creationId xmlns:a16="http://schemas.microsoft.com/office/drawing/2014/main" id="{0B150DCE-CB89-D260-FDA2-F0ADAE75C5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9235AE-E244-503D-892C-68DE22ADC659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CA8001-EBA7-E3C9-EF6A-5E8E7904BBF4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0483FE8-E930-1F31-3237-6BAE2C7A35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600" y="1454917"/>
            <a:ext cx="5994336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tx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E542F22-89F6-39FC-373A-9062A5E205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7107" y="4022033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DA09C188-F9C1-0BD6-96BA-7971E182B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107" y="2569710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tx1"/>
                </a:solidFill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806169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FAE5CA4-88FC-8BB2-60B3-37839A17AD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8861" y="1454917"/>
            <a:ext cx="5983076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tx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2F182713-F7C3-DEB4-2CB2-BC5205FB95CC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EB05C27A-8401-86B6-4192-6D99AA03F3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8BCE35-A94B-4668-1C0B-718E93DF1583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DADC50-F350-8149-DEA8-4F3A654BE0B9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BAEEBDB-C07C-3386-FD9C-8B836FB74B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B55E066F-6A7C-9F90-6B67-5BF68D37F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A47A6B-85D1-41ED-6D7C-DE6E1E5911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7107" y="4022033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16C262A1-8A8F-98E1-6A18-8FAEE5EA3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107" y="2569710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tx1"/>
                </a:solidFill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986736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Orange-Gradient">
    <p:bg>
      <p:bgPr>
        <a:gradFill>
          <a:gsLst>
            <a:gs pos="0">
              <a:schemeClr val="accent5">
                <a:lumMod val="20000"/>
                <a:lumOff val="80000"/>
                <a:alpha val="33000"/>
              </a:schemeClr>
            </a:gs>
            <a:gs pos="35000">
              <a:schemeClr val="accent6">
                <a:alpha val="68000"/>
              </a:schemeClr>
            </a:gs>
            <a:gs pos="100000">
              <a:schemeClr val="accent5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5B9A628-467F-AE24-863B-1EC7A2DD30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8861" y="1454917"/>
            <a:ext cx="5983076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tx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EEFD7C2E-FE39-6DBB-2F60-C2C78177FF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29" name="Slide Number Placeholder 9">
            <a:extLst>
              <a:ext uri="{FF2B5EF4-FFF2-40B4-BE49-F238E27FC236}">
                <a16:creationId xmlns:a16="http://schemas.microsoft.com/office/drawing/2014/main" id="{FFECDFEF-DB4B-6E72-07EC-B9BD127DC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D7C78FA1-D866-70BD-C603-06AB9BE970B3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31" name="Image 1" descr=" ">
            <a:extLst>
              <a:ext uri="{FF2B5EF4-FFF2-40B4-BE49-F238E27FC236}">
                <a16:creationId xmlns:a16="http://schemas.microsoft.com/office/drawing/2014/main" id="{F1CE63DB-C5ED-7B01-CAC9-42602FDC8A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AB4E032-7050-F3F4-A1DE-B3FB3BEA75D8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FA17A5E-0FE4-55C2-CFBC-0F9EF4940D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7107" y="4022033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9350623D-9EE8-6466-37AF-75E973C75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107" y="2569710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tx1"/>
                </a:solidFill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7EDF96D-BB50-0CCF-CA4A-8E516F61434A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595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E51680A-FFEB-87D3-5EF8-50A2898A208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58775" y="2819400"/>
            <a:ext cx="11490325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 b="0" i="0">
                <a:latin typeface="Replica LL TT" panose="020B0504010101010104" pitchFamily="34" charset="77"/>
              </a:defRPr>
            </a:lvl1pPr>
            <a:lvl2pPr>
              <a:lnSpc>
                <a:spcPct val="100000"/>
              </a:lnSpc>
              <a:buNone/>
              <a:defRPr b="0" i="0">
                <a:latin typeface="Replica LL TT" panose="020B0504010101010104" pitchFamily="34" charset="77"/>
              </a:defRPr>
            </a:lvl2pPr>
            <a:lvl3pPr>
              <a:lnSpc>
                <a:spcPct val="100000"/>
              </a:lnSpc>
              <a:buNone/>
              <a:defRPr b="0" i="0">
                <a:latin typeface="Replica LL TT" panose="020B0504010101010104" pitchFamily="34" charset="77"/>
              </a:defRPr>
            </a:lvl3pPr>
            <a:lvl4pPr>
              <a:lnSpc>
                <a:spcPct val="100000"/>
              </a:lnSpc>
              <a:buNone/>
              <a:defRPr b="0" i="0">
                <a:latin typeface="Replica LL TT" panose="020B0504010101010104" pitchFamily="34" charset="77"/>
              </a:defRPr>
            </a:lvl4pPr>
            <a:lvl5pPr>
              <a:lnSpc>
                <a:spcPct val="100000"/>
              </a:lnSpc>
              <a:buNone/>
              <a:defRPr b="0" i="0">
                <a:latin typeface="Replica LL TT" panose="020B0504010101010104" pitchFamily="34" charset="77"/>
              </a:defRPr>
            </a:lvl5pPr>
            <a:lvl6pPr>
              <a:lnSpc>
                <a:spcPct val="100000"/>
              </a:lnSpc>
              <a:buNone/>
              <a:defRPr b="0" i="0">
                <a:latin typeface="Replica LL TT" panose="020B0504010101010104" pitchFamily="34" charset="77"/>
              </a:defRPr>
            </a:lvl6pPr>
            <a:lvl7pPr>
              <a:lnSpc>
                <a:spcPct val="100000"/>
              </a:lnSpc>
              <a:buNone/>
              <a:defRPr b="0" i="0">
                <a:latin typeface="Replica LL TT" panose="020B0504010101010104" pitchFamily="34" charset="77"/>
              </a:defRPr>
            </a:lvl7pPr>
            <a:lvl8pPr>
              <a:lnSpc>
                <a:spcPct val="100000"/>
              </a:lnSpc>
              <a:buNone/>
              <a:defRPr b="0" i="0">
                <a:latin typeface="Replica LL TT" panose="020B0504010101010104" pitchFamily="34" charset="77"/>
              </a:defRPr>
            </a:lvl8pPr>
            <a:lvl9pPr>
              <a:lnSpc>
                <a:spcPct val="100000"/>
              </a:lnSpc>
              <a:buNone/>
              <a:defRPr b="0" i="0">
                <a:latin typeface="Replica LL TT" panose="020B0504010101010104" pitchFamily="34" charset="77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FD571CDE-B9F4-7B75-49A8-D1C30DB9346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64CAFCC1-38CA-3166-0FCA-B21C3B410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734" y="1081986"/>
            <a:ext cx="4111150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443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Title-2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8">
            <a:extLst>
              <a:ext uri="{FF2B5EF4-FFF2-40B4-BE49-F238E27FC236}">
                <a16:creationId xmlns:a16="http://schemas.microsoft.com/office/drawing/2014/main" id="{EF421049-F956-A104-A43E-E3CB84233D8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201435" y="2819400"/>
            <a:ext cx="5647728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lnSpc>
                <a:spcPct val="100000"/>
              </a:lnSpc>
              <a:buNone/>
              <a:defRPr/>
            </a:lvl6pPr>
            <a:lvl7pPr>
              <a:lnSpc>
                <a:spcPct val="100000"/>
              </a:lnSpc>
              <a:buNone/>
              <a:defRPr/>
            </a:lvl7pPr>
            <a:lvl8pPr>
              <a:lnSpc>
                <a:spcPct val="100000"/>
              </a:lnSpc>
              <a:buNone/>
              <a:defRPr/>
            </a:lvl8pPr>
            <a:lvl9pPr>
              <a:lnSpc>
                <a:spcPct val="100000"/>
              </a:lnSpc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18">
            <a:extLst>
              <a:ext uri="{FF2B5EF4-FFF2-40B4-BE49-F238E27FC236}">
                <a16:creationId xmlns:a16="http://schemas.microsoft.com/office/drawing/2014/main" id="{E4F55C55-8346-112B-1129-2106DC0303BB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58775" y="2819400"/>
            <a:ext cx="5508625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lnSpc>
                <a:spcPct val="100000"/>
              </a:lnSpc>
              <a:buNone/>
              <a:defRPr/>
            </a:lvl6pPr>
            <a:lvl7pPr>
              <a:lnSpc>
                <a:spcPct val="100000"/>
              </a:lnSpc>
              <a:buNone/>
              <a:defRPr/>
            </a:lvl7pPr>
            <a:lvl8pPr>
              <a:lnSpc>
                <a:spcPct val="100000"/>
              </a:lnSpc>
              <a:buNone/>
              <a:defRPr/>
            </a:lvl8pPr>
            <a:lvl9pPr>
              <a:lnSpc>
                <a:spcPct val="100000"/>
              </a:lnSpc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E196B1F-97BA-66EA-F3B2-AD61755EC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4997B3-65DE-B586-D9F2-57FD4D3967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5"/>
            <a:ext cx="7122025" cy="13179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22323E9D-2A23-9B3D-C4BE-B58B4B9309F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</p:spTree>
    <p:extLst>
      <p:ext uri="{BB962C8B-B14F-4D97-AF65-F5344CB8AC3E}">
        <p14:creationId xmlns:p14="http://schemas.microsoft.com/office/powerpoint/2010/main" val="325957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Title-2Column-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C85EAE4B-6D8B-26A7-046C-3C3E7CE3BC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5"/>
            <a:ext cx="7028007" cy="127982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2"/>
                </a:solidFill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C8F50C98-5A16-64A2-5AA9-4B4DF9AF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5B3BB12-2DFA-831B-7A3E-3D632A3958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21" name="Text Placeholder 28">
            <a:extLst>
              <a:ext uri="{FF2B5EF4-FFF2-40B4-BE49-F238E27FC236}">
                <a16:creationId xmlns:a16="http://schemas.microsoft.com/office/drawing/2014/main" id="{EBDAC0C8-9EBE-6309-43F7-5A958C59C6C7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22" name="Image 1" descr=" ">
            <a:extLst>
              <a:ext uri="{FF2B5EF4-FFF2-40B4-BE49-F238E27FC236}">
                <a16:creationId xmlns:a16="http://schemas.microsoft.com/office/drawing/2014/main" id="{55D46E82-B97D-D958-9398-BD87981CF6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02E169-0CDC-3811-8329-058FFB935CE2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8">
            <a:extLst>
              <a:ext uri="{FF2B5EF4-FFF2-40B4-BE49-F238E27FC236}">
                <a16:creationId xmlns:a16="http://schemas.microsoft.com/office/drawing/2014/main" id="{6AD4473B-AEA3-ED4D-83C8-A9BB1245AFBE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201435" y="2819400"/>
            <a:ext cx="5647728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1pPr>
            <a:lvl2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2pPr>
            <a:lvl3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3pPr>
            <a:lvl4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4pPr>
            <a:lvl5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5pPr>
            <a:lvl6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6pPr>
            <a:lvl7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7pPr>
            <a:lvl8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8pPr>
            <a:lvl9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41205AFA-5A17-6794-145B-02378D62BD7B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58775" y="2819400"/>
            <a:ext cx="5508625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1pPr>
            <a:lvl2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2pPr>
            <a:lvl3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3pPr>
            <a:lvl4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4pPr>
            <a:lvl5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5pPr>
            <a:lvl6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6pPr>
            <a:lvl7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7pPr>
            <a:lvl8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8pPr>
            <a:lvl9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eplica LL TT" panose="020B0504010101010104" pitchFamily="34" charset="77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6920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Title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C355A851-8EC2-D3A8-CE46-3CA8C349D51B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208859" y="1108268"/>
            <a:ext cx="2724151" cy="4863028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70110"/>
            <a:ext cx="5306426" cy="239726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EBDE478-B1FB-944F-8C0C-C3E43E87043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F356A306-DC48-772A-59FB-11DA3BAE5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18">
            <a:extLst>
              <a:ext uri="{FF2B5EF4-FFF2-40B4-BE49-F238E27FC236}">
                <a16:creationId xmlns:a16="http://schemas.microsoft.com/office/drawing/2014/main" id="{65B41E6B-B657-DD71-8D32-1E887F3688BD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131674" y="1108268"/>
            <a:ext cx="2724151" cy="4863028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28301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225CCF5C-3959-FDFD-6256-C18B66EC0EF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42900" y="2731417"/>
            <a:ext cx="264661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296777D-EB69-40A3-4921-8DFF8FB273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370D95-826F-185B-EB41-194776D22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0A19B1A7-2E37-5538-85B6-0200683EE3F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3273386" y="2731417"/>
            <a:ext cx="264661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18">
            <a:extLst>
              <a:ext uri="{FF2B5EF4-FFF2-40B4-BE49-F238E27FC236}">
                <a16:creationId xmlns:a16="http://schemas.microsoft.com/office/drawing/2014/main" id="{2840131B-1675-B6F9-A7BB-7933E8D4A7D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6203873" y="2731417"/>
            <a:ext cx="264661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>
            <a:extLst>
              <a:ext uri="{FF2B5EF4-FFF2-40B4-BE49-F238E27FC236}">
                <a16:creationId xmlns:a16="http://schemas.microsoft.com/office/drawing/2014/main" id="{073568C8-72A0-0DB2-B730-0F53B2C3D32C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134359" y="2731417"/>
            <a:ext cx="264661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19138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27D97414-97AB-B5D5-2BD7-09986FA740C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342901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3A9E3C28-064E-9A3A-52DE-6637BFA35737}"/>
              </a:ext>
            </a:extLst>
          </p:cNvPr>
          <p:cNvSpPr/>
          <p:nvPr userDrawn="1"/>
        </p:nvSpPr>
        <p:spPr>
          <a:xfrm>
            <a:off x="9702750" y="4925449"/>
            <a:ext cx="910162" cy="23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99"/>
              </a:lnSpc>
            </a:pPr>
            <a:endParaRPr lang="en-US" sz="1399" b="0" i="0">
              <a:latin typeface="Replica LL TT" panose="020B0504010101010104" pitchFamily="34" charset="77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CACBCE9-7FC9-5EC9-D636-F8D213A890E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733818" y="2212400"/>
            <a:ext cx="2102837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EFB3F533-F315-2468-CF10-20574944D00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377932" y="2212400"/>
            <a:ext cx="2102837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3A4A9DA-A8C9-9630-492A-2C48515DC8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031284" y="2212400"/>
            <a:ext cx="2102837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A8E29FF-FE6C-7472-8E07-99932C28358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84636" y="2212400"/>
            <a:ext cx="2102837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B9A656A-3A77-CE49-4B4A-9D0CF9A02F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900" y="2212400"/>
            <a:ext cx="2069404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0F8318F-D934-888E-EB41-9CA6EF7B078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C97DC3B7-E258-5117-9F58-0EC3FF5B9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75072B52-F65D-8ADC-8726-531DAD82E87C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2690855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18">
            <a:extLst>
              <a:ext uri="{FF2B5EF4-FFF2-40B4-BE49-F238E27FC236}">
                <a16:creationId xmlns:a16="http://schemas.microsoft.com/office/drawing/2014/main" id="{60E87829-15FA-4F9F-E0B0-33670C24F09B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5039608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5713EC87-27A4-F4FA-8130-D95432336C93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7379396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18">
            <a:extLst>
              <a:ext uri="{FF2B5EF4-FFF2-40B4-BE49-F238E27FC236}">
                <a16:creationId xmlns:a16="http://schemas.microsoft.com/office/drawing/2014/main" id="{FC9BF00F-5632-B90B-3D21-DB04F0EA241D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9732452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5265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-5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E70AB5-06E9-7C4F-34BE-251529F1BD9A}"/>
              </a:ext>
            </a:extLst>
          </p:cNvPr>
          <p:cNvCxnSpPr>
            <a:cxnSpLocks/>
          </p:cNvCxnSpPr>
          <p:nvPr userDrawn="1"/>
        </p:nvCxnSpPr>
        <p:spPr>
          <a:xfrm flipH="1">
            <a:off x="380998" y="2706518"/>
            <a:ext cx="11429941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iamond 17">
            <a:extLst>
              <a:ext uri="{FF2B5EF4-FFF2-40B4-BE49-F238E27FC236}">
                <a16:creationId xmlns:a16="http://schemas.microsoft.com/office/drawing/2014/main" id="{4D7F1217-6098-353E-4468-B2D82654D733}"/>
              </a:ext>
            </a:extLst>
          </p:cNvPr>
          <p:cNvSpPr/>
          <p:nvPr userDrawn="1"/>
        </p:nvSpPr>
        <p:spPr>
          <a:xfrm>
            <a:off x="269946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B7981E77-0D98-8F83-40C2-74252AE6FF83}"/>
              </a:ext>
            </a:extLst>
          </p:cNvPr>
          <p:cNvSpPr/>
          <p:nvPr userDrawn="1"/>
        </p:nvSpPr>
        <p:spPr>
          <a:xfrm>
            <a:off x="2607354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089E9D00-977B-F2E8-8B48-DBD82D6D0DED}"/>
              </a:ext>
            </a:extLst>
          </p:cNvPr>
          <p:cNvSpPr/>
          <p:nvPr userDrawn="1"/>
        </p:nvSpPr>
        <p:spPr>
          <a:xfrm>
            <a:off x="4944763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876E24B2-6856-3125-5688-D3708D8907CE}"/>
              </a:ext>
            </a:extLst>
          </p:cNvPr>
          <p:cNvSpPr/>
          <p:nvPr userDrawn="1"/>
        </p:nvSpPr>
        <p:spPr>
          <a:xfrm>
            <a:off x="7282172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54D84907-4179-0509-9321-74B4D6613CC2}"/>
              </a:ext>
            </a:extLst>
          </p:cNvPr>
          <p:cNvSpPr/>
          <p:nvPr userDrawn="1"/>
        </p:nvSpPr>
        <p:spPr>
          <a:xfrm>
            <a:off x="9619580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CACBCE9-7FC9-5EC9-D636-F8D213A890E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690778" y="2212400"/>
            <a:ext cx="2102837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EFB3F533-F315-2468-CF10-20574944D00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355720" y="2212400"/>
            <a:ext cx="2102837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3A4A9DA-A8C9-9630-492A-2C48515DC8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024860" y="2212400"/>
            <a:ext cx="2102837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A8E29FF-FE6C-7472-8E07-99932C28358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84636" y="2212400"/>
            <a:ext cx="2102837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B9A656A-3A77-CE49-4B4A-9D0CF9A02F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466" y="2212400"/>
            <a:ext cx="2069404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467" y="1081986"/>
            <a:ext cx="4194608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0DCAE08-9E42-F643-38ED-3B9EC2FE821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DEABB30B-8CBC-4D33-B1EA-6F761EAD8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EC9BA324-3F36-6C5C-1619-57613101F972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342901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A93D8A50-CFC5-9C62-46C2-1647D461D46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2690855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18">
            <a:extLst>
              <a:ext uri="{FF2B5EF4-FFF2-40B4-BE49-F238E27FC236}">
                <a16:creationId xmlns:a16="http://schemas.microsoft.com/office/drawing/2014/main" id="{6FFD7024-9033-53D6-3C01-9339F9B36F3A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5039608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18">
            <a:extLst>
              <a:ext uri="{FF2B5EF4-FFF2-40B4-BE49-F238E27FC236}">
                <a16:creationId xmlns:a16="http://schemas.microsoft.com/office/drawing/2014/main" id="{254188E6-412E-A5BE-3996-BA6B160DFA36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7379396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0A2355D0-5C0F-FFCE-55D4-EB98EEBFE262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9732452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6667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-6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562E809A-D81C-7FE3-C060-99211972BAE9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8166770" y="4351362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Content Placeholder 5">
            <a:extLst>
              <a:ext uri="{FF2B5EF4-FFF2-40B4-BE49-F238E27FC236}">
                <a16:creationId xmlns:a16="http://schemas.microsoft.com/office/drawing/2014/main" id="{682032AB-EAFF-4E01-2831-8BD735C82E4B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4284875" y="4351362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3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Content Placeholder 4">
            <a:extLst>
              <a:ext uri="{FF2B5EF4-FFF2-40B4-BE49-F238E27FC236}">
                <a16:creationId xmlns:a16="http://schemas.microsoft.com/office/drawing/2014/main" id="{DE57BC3D-139E-F359-382F-749256E157E2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371075" y="4351362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Content Placeholder 3">
            <a:extLst>
              <a:ext uri="{FF2B5EF4-FFF2-40B4-BE49-F238E27FC236}">
                <a16:creationId xmlns:a16="http://schemas.microsoft.com/office/drawing/2014/main" id="{26552AAA-2010-000B-629E-7AA2EB1253A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166770" y="2342088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4A05BE5-1B5D-AA11-0325-D82925EDDEE4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284875" y="2342088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74C8AC5D-AF75-CCE2-9C4A-5FA073F1A41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71075" y="2342088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EA0CD482-6D86-51BB-D538-C36564C4718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166769" y="5031914"/>
            <a:ext cx="3653163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36F4E82-F6FC-A7BC-1BBC-EA36C7E8616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94253" y="4407620"/>
            <a:ext cx="2929470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85F40F7-E776-6B68-DA76-4C5186EF47A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284874" y="5031914"/>
            <a:ext cx="3649467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E4D5AEC8-4E60-7E73-0E2A-05FB9808CFA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012358" y="4407620"/>
            <a:ext cx="2927123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8FA54DA-56A2-AC6A-708F-CE80E7E9A97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42899" y="5031914"/>
            <a:ext cx="3699366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DD2F5571-27FD-D920-FF71-8E9788277C3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98558" y="4407620"/>
            <a:ext cx="2943707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3D330EF2-7153-4F7C-18CF-33892B43F2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66769" y="3022640"/>
            <a:ext cx="3653163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C55CA73-1137-3E42-49AA-83BF3C0F79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4253" y="2398346"/>
            <a:ext cx="2929470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2AA0B059-7CA9-5C0A-9C11-91B64BD9E3E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84874" y="3022640"/>
            <a:ext cx="3649467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9551D2EF-783D-1555-0D1C-EC64685370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12358" y="2398346"/>
            <a:ext cx="2927123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62205358-74D1-BB42-215F-8AA09D1936B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899" y="3022640"/>
            <a:ext cx="3699366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6661B36-4E5F-71CD-3ACE-B70FB34C3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558" y="2398346"/>
            <a:ext cx="2943707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FC1434AC-6F1B-966C-4397-9C039DEC99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9FD950A0-A7DB-69DA-8B66-7841D22C4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628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6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B0BEAF0-31D0-8FB3-30F2-3E33603CBFC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082765" y="5715165"/>
            <a:ext cx="1921860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Number 6">
            <a:extLst>
              <a:ext uri="{FF2B5EF4-FFF2-40B4-BE49-F238E27FC236}">
                <a16:creationId xmlns:a16="http://schemas.microsoft.com/office/drawing/2014/main" id="{77559A2C-66AF-A63B-72F4-57D2E47E74C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082765" y="5062056"/>
            <a:ext cx="1921860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15" name="Line 6">
            <a:extLst>
              <a:ext uri="{FF2B5EF4-FFF2-40B4-BE49-F238E27FC236}">
                <a16:creationId xmlns:a16="http://schemas.microsoft.com/office/drawing/2014/main" id="{F9A6D4A3-D7DD-04D2-9375-446221CA1B5A}"/>
              </a:ext>
            </a:extLst>
          </p:cNvPr>
          <p:cNvCxnSpPr>
            <a:cxnSpLocks/>
          </p:cNvCxnSpPr>
          <p:nvPr userDrawn="1"/>
        </p:nvCxnSpPr>
        <p:spPr>
          <a:xfrm>
            <a:off x="10082765" y="502941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CB5101-712E-1FDF-B4A4-A13A3D7FAA9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61719" y="5715165"/>
            <a:ext cx="1867190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Number 5">
            <a:extLst>
              <a:ext uri="{FF2B5EF4-FFF2-40B4-BE49-F238E27FC236}">
                <a16:creationId xmlns:a16="http://schemas.microsoft.com/office/drawing/2014/main" id="{8A83E275-ED85-1F4F-57CF-FD74DBE1F01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61250" y="5062056"/>
            <a:ext cx="1861799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14" name="Line 5">
            <a:extLst>
              <a:ext uri="{FF2B5EF4-FFF2-40B4-BE49-F238E27FC236}">
                <a16:creationId xmlns:a16="http://schemas.microsoft.com/office/drawing/2014/main" id="{E9476E00-55D1-0371-125A-340D81A783D4}"/>
              </a:ext>
            </a:extLst>
          </p:cNvPr>
          <p:cNvCxnSpPr>
            <a:cxnSpLocks/>
          </p:cNvCxnSpPr>
          <p:nvPr userDrawn="1"/>
        </p:nvCxnSpPr>
        <p:spPr>
          <a:xfrm>
            <a:off x="7450740" y="502941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28BDD1F-F8A4-AA54-3C18-E2FFC66C585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733925" y="5715165"/>
            <a:ext cx="1903218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Number 4">
            <a:extLst>
              <a:ext uri="{FF2B5EF4-FFF2-40B4-BE49-F238E27FC236}">
                <a16:creationId xmlns:a16="http://schemas.microsoft.com/office/drawing/2014/main" id="{B8676FB4-7CF2-B2AC-31BF-E5D9C33F6A4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33925" y="5062056"/>
            <a:ext cx="1903216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13" name="Line 4">
            <a:extLst>
              <a:ext uri="{FF2B5EF4-FFF2-40B4-BE49-F238E27FC236}">
                <a16:creationId xmlns:a16="http://schemas.microsoft.com/office/drawing/2014/main" id="{A8D6E652-7B6D-7E18-C6A4-FBC01D56F23E}"/>
              </a:ext>
            </a:extLst>
          </p:cNvPr>
          <p:cNvCxnSpPr>
            <a:cxnSpLocks/>
          </p:cNvCxnSpPr>
          <p:nvPr userDrawn="1"/>
        </p:nvCxnSpPr>
        <p:spPr>
          <a:xfrm>
            <a:off x="4737076" y="502941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1987A5A9-1A45-D92D-91CB-5E9A9E62D40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0082765" y="4515015"/>
            <a:ext cx="1921860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Number 3">
            <a:extLst>
              <a:ext uri="{FF2B5EF4-FFF2-40B4-BE49-F238E27FC236}">
                <a16:creationId xmlns:a16="http://schemas.microsoft.com/office/drawing/2014/main" id="{FB49438D-B566-7496-AD05-EBF535B79A2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82765" y="3861906"/>
            <a:ext cx="1921860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37" name="Line 3">
            <a:extLst>
              <a:ext uri="{FF2B5EF4-FFF2-40B4-BE49-F238E27FC236}">
                <a16:creationId xmlns:a16="http://schemas.microsoft.com/office/drawing/2014/main" id="{C91B5678-31C0-3C70-1E22-C8137339FA83}"/>
              </a:ext>
            </a:extLst>
          </p:cNvPr>
          <p:cNvCxnSpPr>
            <a:cxnSpLocks/>
          </p:cNvCxnSpPr>
          <p:nvPr/>
        </p:nvCxnSpPr>
        <p:spPr>
          <a:xfrm>
            <a:off x="10082765" y="382926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CA1F41F-7B74-EBA2-76C6-B7D3897FBC9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461719" y="4515015"/>
            <a:ext cx="1867190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Number 2">
            <a:extLst>
              <a:ext uri="{FF2B5EF4-FFF2-40B4-BE49-F238E27FC236}">
                <a16:creationId xmlns:a16="http://schemas.microsoft.com/office/drawing/2014/main" id="{077C3A3C-9196-9CA9-CE85-F5A6BC39F21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61250" y="3861906"/>
            <a:ext cx="1861799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36" name="Line 2">
            <a:extLst>
              <a:ext uri="{FF2B5EF4-FFF2-40B4-BE49-F238E27FC236}">
                <a16:creationId xmlns:a16="http://schemas.microsoft.com/office/drawing/2014/main" id="{2F048074-09DC-71DB-808B-E2A062FBBFDC}"/>
              </a:ext>
            </a:extLst>
          </p:cNvPr>
          <p:cNvCxnSpPr>
            <a:cxnSpLocks/>
          </p:cNvCxnSpPr>
          <p:nvPr/>
        </p:nvCxnSpPr>
        <p:spPr>
          <a:xfrm>
            <a:off x="7450740" y="382926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7B665D0-2FB7-6EDA-E9DF-2583F1B7C6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33925" y="4515015"/>
            <a:ext cx="1903218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Number 1">
            <a:extLst>
              <a:ext uri="{FF2B5EF4-FFF2-40B4-BE49-F238E27FC236}">
                <a16:creationId xmlns:a16="http://schemas.microsoft.com/office/drawing/2014/main" id="{E4384107-C376-82B5-3D49-1E5F8A4AF02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33924" y="3861906"/>
            <a:ext cx="1903217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30" name="Line 1">
            <a:extLst>
              <a:ext uri="{FF2B5EF4-FFF2-40B4-BE49-F238E27FC236}">
                <a16:creationId xmlns:a16="http://schemas.microsoft.com/office/drawing/2014/main" id="{2508F837-BB0F-C0EE-6911-B3F4D06D5F57}"/>
              </a:ext>
            </a:extLst>
          </p:cNvPr>
          <p:cNvCxnSpPr>
            <a:cxnSpLocks/>
          </p:cNvCxnSpPr>
          <p:nvPr/>
        </p:nvCxnSpPr>
        <p:spPr>
          <a:xfrm>
            <a:off x="4737076" y="382926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3A2D8C8-3E40-BEF8-A439-3EC99F1B76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564" y="4659652"/>
            <a:ext cx="4047143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F2A61EE-69B7-872A-D442-E698C7C541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770489"/>
            <a:ext cx="4068688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B85AF97B-70C9-A62B-0554-77A585D2CAE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1075" y="1142835"/>
            <a:ext cx="11478088" cy="1892620"/>
          </a:xfrm>
          <a:prstGeom prst="snip2SameRect">
            <a:avLst>
              <a:gd name="adj1" fmla="val 5161"/>
              <a:gd name="adj2" fmla="val 5337"/>
            </a:avLst>
          </a:prstGeom>
          <a:noFill/>
        </p:spPr>
        <p:txBody>
          <a:bodyPr anchor="t"/>
          <a:lstStyle>
            <a:lvl1pPr>
              <a:buNone/>
              <a:defRPr sz="200" b="0" i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E8F531D3-5C6F-8BEF-7E75-FF317B566F3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B9E7B3F5-4084-B019-BE95-772ED6C92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974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Title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nline Image Placeholder 1">
            <a:extLst>
              <a:ext uri="{FF2B5EF4-FFF2-40B4-BE49-F238E27FC236}">
                <a16:creationId xmlns:a16="http://schemas.microsoft.com/office/drawing/2014/main" id="{530B90B0-9F32-598E-8604-0D154B7B928F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6197600" y="1066800"/>
            <a:ext cx="5651500" cy="5181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 b="0" i="0" baseline="0">
                <a:solidFill>
                  <a:schemeClr val="tx1"/>
                </a:solidFill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70110"/>
            <a:ext cx="5306426" cy="239726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9B935C6-EFDB-2C86-5623-3CCA22A02C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D1CA990B-9BD1-B4AA-DD7D-84A811A4B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972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Title-Image-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10" descr=" ">
            <a:extLst>
              <a:ext uri="{FF2B5EF4-FFF2-40B4-BE49-F238E27FC236}">
                <a16:creationId xmlns:a16="http://schemas.microsoft.com/office/drawing/2014/main" id="{6C4C0261-F93F-8B6D-C53A-84E01661D7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998" y="873189"/>
            <a:ext cx="11429941" cy="6348"/>
          </a:xfrm>
          <a:prstGeom prst="rect">
            <a:avLst/>
          </a:prstGeom>
        </p:spPr>
      </p:pic>
      <p:sp>
        <p:nvSpPr>
          <p:cNvPr id="17" name="Online Image Placeholder 1">
            <a:extLst>
              <a:ext uri="{FF2B5EF4-FFF2-40B4-BE49-F238E27FC236}">
                <a16:creationId xmlns:a16="http://schemas.microsoft.com/office/drawing/2014/main" id="{530B90B0-9F32-598E-8604-0D154B7B928F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6197600" y="1131889"/>
            <a:ext cx="5613301" cy="5076825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 b="0" i="0" baseline="0">
                <a:solidFill>
                  <a:schemeClr val="bg2"/>
                </a:solidFill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70110"/>
            <a:ext cx="5306426" cy="239726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49237CBF-9652-FDEB-4D49-73AA428B5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4A5B98C-1BD9-D362-A8C4-C987217BB57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21E60D18-E49B-C5E3-D2B9-3C101808693B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1" name="Image 1" descr=" ">
            <a:extLst>
              <a:ext uri="{FF2B5EF4-FFF2-40B4-BE49-F238E27FC236}">
                <a16:creationId xmlns:a16="http://schemas.microsoft.com/office/drawing/2014/main" id="{41BC7F60-49F3-062C-620E-2633CE6AFA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3E47EB-4905-9194-3CFD-93BAE0E1A753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0448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lumn-2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8F85F813-EA66-574A-3AE5-20D098D614A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09160" y="3517836"/>
            <a:ext cx="5655816" cy="247553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B7CA0-634F-9191-9810-155B3EB3FB6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97600" y="2319306"/>
            <a:ext cx="5618699" cy="9255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7035E1D6-BF82-46DB-77D9-DFAB27816A8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759" y="3517836"/>
            <a:ext cx="5655816" cy="247553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00F41B0-95DB-701B-B6DD-AA7AAF84FB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38691" y="2319306"/>
            <a:ext cx="5604909" cy="9255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165DD24-823D-3F8B-0AD2-82C0042F7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570" y="1081986"/>
            <a:ext cx="418450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DCFECB6-6EE2-39EE-D7FA-82604C97AF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06187AB-8556-B587-B87D-BDC4855A6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890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Title-Text-4imag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74C546ED-101E-36DA-076A-F26E85A37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19691" y="3797975"/>
            <a:ext cx="270583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55BDE9A-0372-5EA9-ACC7-B9B90004A7A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97600" y="3797975"/>
            <a:ext cx="270583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E05BF496-661D-295A-4DC7-98DAAFF115D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7600" y="1137903"/>
            <a:ext cx="270583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95A41B67-CDA6-2A24-A480-4A1DA10D14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19691" y="1137903"/>
            <a:ext cx="270583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ED16980D-F309-7F68-6617-9CDDD31C7F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9691" y="5896941"/>
            <a:ext cx="2745270" cy="20666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0035A22C-9751-F717-F3D1-E76DF981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97600" y="3236086"/>
            <a:ext cx="2745270" cy="20666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DF696556-135C-DBC4-844C-2C4B4E12E9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19691" y="3236086"/>
            <a:ext cx="2745270" cy="20666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0CCF301-C6A4-0538-45A3-22B5616FC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7600" y="5896941"/>
            <a:ext cx="2745270" cy="20666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927F74B-A656-0DF7-078D-7EEBA37083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6477" y="3509403"/>
            <a:ext cx="5282849" cy="26823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271886F-A12B-EE68-4CEB-A757F36B9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77" y="1070110"/>
            <a:ext cx="5282849" cy="225733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1EA56B5-6CE3-31C4-03B0-85A743501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3B0FB7E7-5569-BED8-6823-2231F4D78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547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Title-Text-4imag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ED16980D-F309-7F68-6617-9CDDD31C7F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1236" y="5889970"/>
            <a:ext cx="2718508" cy="192915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0CCF301-C6A4-0538-45A3-22B5616FC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2340" y="5889970"/>
            <a:ext cx="2745313" cy="192915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DF696556-135C-DBC4-844C-2C4B4E12E9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70250" y="5889970"/>
            <a:ext cx="2778114" cy="192915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0035A22C-9751-F717-F3D1-E76DF981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900" y="5889970"/>
            <a:ext cx="2783373" cy="192915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74C546ED-101E-36DA-076A-F26E85A37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24949" y="3797975"/>
            <a:ext cx="2700573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55BDE9A-0372-5EA9-ACC7-B9B90004A7A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8860" y="3797975"/>
            <a:ext cx="2705503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95A41B67-CDA6-2A24-A480-4A1DA10D14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84699" y="3797975"/>
            <a:ext cx="269844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E05BF496-661D-295A-4DC7-98DAAFF115D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73542" y="3797975"/>
            <a:ext cx="2699858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000A5C9-0CE4-0478-9DE7-9C6307328E5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92340" y="1076098"/>
            <a:ext cx="5618599" cy="2352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E97197-0F32-D6AF-203E-B5CBB3961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01505AE-CE1B-1380-2CC6-D8246D31DF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A017801-60B9-37DA-0839-517744478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97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stimonial-BigImage">
    <p:bg>
      <p:bgPr>
        <a:gradFill>
          <a:gsLst>
            <a:gs pos="0">
              <a:schemeClr val="accent5">
                <a:lumMod val="20000"/>
                <a:lumOff val="80000"/>
                <a:alpha val="33000"/>
              </a:schemeClr>
            </a:gs>
            <a:gs pos="35000">
              <a:schemeClr val="accent6">
                <a:alpha val="68000"/>
              </a:schemeClr>
            </a:gs>
            <a:gs pos="100000">
              <a:schemeClr val="accent5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9353EA2-D79C-A104-A3D9-7B6FD6BB59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671" y="2028268"/>
            <a:ext cx="221339" cy="165961"/>
          </a:xfrm>
          <a:prstGeom prst="rect">
            <a:avLst/>
          </a:prstGeom>
        </p:spPr>
      </p:pic>
      <p:sp>
        <p:nvSpPr>
          <p:cNvPr id="18" name="Picture Placeholder 1">
            <a:extLst>
              <a:ext uri="{FF2B5EF4-FFF2-40B4-BE49-F238E27FC236}">
                <a16:creationId xmlns:a16="http://schemas.microsoft.com/office/drawing/2014/main" id="{B9C44A18-9652-44E3-1A16-F446DF95179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08862" y="876301"/>
            <a:ext cx="5983138" cy="5961318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2E23C9D-534E-7DED-C4A2-99B5054025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8888" y="4516964"/>
            <a:ext cx="3388215" cy="8186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Speaker Name and position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D4CDE9-A183-7184-2816-32426B27C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2549508"/>
            <a:ext cx="5865961" cy="152919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958EBF03-2ABE-E514-C370-51B18EC7FF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8A4B9982-51CA-8A8E-BBC0-9198B636D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05A41D-A69D-444C-0191-7D9854A9CAF8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66ABAA34-4FD0-2F05-CEE3-13CDA047530C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4" name="Image 1" descr=" ">
            <a:extLst>
              <a:ext uri="{FF2B5EF4-FFF2-40B4-BE49-F238E27FC236}">
                <a16:creationId xmlns:a16="http://schemas.microsoft.com/office/drawing/2014/main" id="{AF931C8D-1BF6-E3CB-FB6D-D1DC262BD6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758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stimonial-Smal-imag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9353EA2-D79C-A104-A3D9-7B6FD6BB59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671" y="1385532"/>
            <a:ext cx="221339" cy="165961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5037F03-FBD8-0ED3-E44D-0E67D2A46AA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61275" y="5617202"/>
            <a:ext cx="1997125" cy="47007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Speaker Name and position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58CFD518-5E70-16B8-A190-B8FBC896F8CF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7661275" y="3168344"/>
            <a:ext cx="1897176" cy="227649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D4CDE9-A183-7184-2816-32426B27C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1906771"/>
            <a:ext cx="7118350" cy="25231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1954331E-46F0-8941-911B-583F52B420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F07F1E96-E520-1166-166B-E3586BBB1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C439FB-8183-A69E-DE9B-E1B174EC1B82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80D25C3A-826E-FDDE-F818-B5347C1A0987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C208C247-7D03-7CCB-F15C-F610635A14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828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F7037D0F-6F54-34FE-658B-F56CCB37ED4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182673" y="1373188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0">
            <a:extLst>
              <a:ext uri="{FF2B5EF4-FFF2-40B4-BE49-F238E27FC236}">
                <a16:creationId xmlns:a16="http://schemas.microsoft.com/office/drawing/2014/main" id="{EA588CAB-2E7D-805A-40AA-79E7DE14EC7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722948" y="1373188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40">
            <a:extLst>
              <a:ext uri="{FF2B5EF4-FFF2-40B4-BE49-F238E27FC236}">
                <a16:creationId xmlns:a16="http://schemas.microsoft.com/office/drawing/2014/main" id="{B49EF702-A408-67CE-06A0-5F80D7C5035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667683" y="1373188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40">
            <a:extLst>
              <a:ext uri="{FF2B5EF4-FFF2-40B4-BE49-F238E27FC236}">
                <a16:creationId xmlns:a16="http://schemas.microsoft.com/office/drawing/2014/main" id="{F4FE2429-D435-D6E7-F00C-2C059F85F34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9124950" y="1373188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40">
            <a:extLst>
              <a:ext uri="{FF2B5EF4-FFF2-40B4-BE49-F238E27FC236}">
                <a16:creationId xmlns:a16="http://schemas.microsoft.com/office/drawing/2014/main" id="{CFF4A757-7BF2-83CE-335D-1EB52D8624A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593541" y="1373188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0">
            <a:extLst>
              <a:ext uri="{FF2B5EF4-FFF2-40B4-BE49-F238E27FC236}">
                <a16:creationId xmlns:a16="http://schemas.microsoft.com/office/drawing/2014/main" id="{0E6EC163-F054-0623-EDF4-C5C46CE2E0F4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82673" y="3922424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40">
            <a:extLst>
              <a:ext uri="{FF2B5EF4-FFF2-40B4-BE49-F238E27FC236}">
                <a16:creationId xmlns:a16="http://schemas.microsoft.com/office/drawing/2014/main" id="{F81FE220-C131-4DFA-B84B-9593700F4B91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722948" y="3922424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40">
            <a:extLst>
              <a:ext uri="{FF2B5EF4-FFF2-40B4-BE49-F238E27FC236}">
                <a16:creationId xmlns:a16="http://schemas.microsoft.com/office/drawing/2014/main" id="{7D717190-D728-E036-75BE-5B19723B121A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7667683" y="3922424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0">
            <a:extLst>
              <a:ext uri="{FF2B5EF4-FFF2-40B4-BE49-F238E27FC236}">
                <a16:creationId xmlns:a16="http://schemas.microsoft.com/office/drawing/2014/main" id="{CE0CDD4B-8917-1D21-CB83-808A474B3A5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9124950" y="3922424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40">
            <a:extLst>
              <a:ext uri="{FF2B5EF4-FFF2-40B4-BE49-F238E27FC236}">
                <a16:creationId xmlns:a16="http://schemas.microsoft.com/office/drawing/2014/main" id="{9FFC01FC-6FCD-A75A-2348-F7050FA601F4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0593541" y="3922424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6BD2FEBB-896F-0FE0-75AB-AADC5AAD6D4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33925" y="5571483"/>
            <a:ext cx="1359888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A9C3035E-842C-AD62-963E-6C3F2C8E0F5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08861" y="5571483"/>
            <a:ext cx="1252390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E520716C-D577-6320-14BE-B8B6DE44C05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661275" y="5571483"/>
            <a:ext cx="1260475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97DE4CDD-587D-D651-2DC9-34AF612397B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24949" y="5571483"/>
            <a:ext cx="1268743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44D3F08F-7529-994C-BA62-657C615E4FE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588625" y="5571483"/>
            <a:ext cx="1260475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30C91EA3-3DE3-23C1-A165-EF19EB520B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33925" y="3013010"/>
            <a:ext cx="1257765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F87D810A-BD3E-4AC9-78C9-90C9286982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3652" y="3013010"/>
            <a:ext cx="1268742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61C726B-A14D-591C-66FB-D641358AC8E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96338" y="3013010"/>
            <a:ext cx="1225412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A7E1E480-D41A-5D71-24C9-DDD0FEAFB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24951" y="3013010"/>
            <a:ext cx="1268742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BD867114-87DB-15EA-AD25-896162B8201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588625" y="3013010"/>
            <a:ext cx="1288540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917071"/>
            <a:ext cx="4177921" cy="892929"/>
          </a:xfrm>
        </p:spPr>
        <p:txBody>
          <a:bodyPr anchor="t">
            <a:noAutofit/>
          </a:bodyPr>
          <a:lstStyle>
            <a:lvl1pPr>
              <a:defRPr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AC5E8B28-DBA8-964B-3479-30B6E9A3AF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362C9962-2DB9-EC56-CD76-2BA0B9755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301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40">
            <a:extLst>
              <a:ext uri="{FF2B5EF4-FFF2-40B4-BE49-F238E27FC236}">
                <a16:creationId xmlns:a16="http://schemas.microsoft.com/office/drawing/2014/main" id="{0E6EC163-F054-0623-EDF4-C5C46CE2E0F4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2333096" y="2722843"/>
            <a:ext cx="1569960" cy="1883854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40">
            <a:extLst>
              <a:ext uri="{FF2B5EF4-FFF2-40B4-BE49-F238E27FC236}">
                <a16:creationId xmlns:a16="http://schemas.microsoft.com/office/drawing/2014/main" id="{F81FE220-C131-4DFA-B84B-9593700F4B91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81739" y="2722843"/>
            <a:ext cx="1569960" cy="188385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40">
            <a:extLst>
              <a:ext uri="{FF2B5EF4-FFF2-40B4-BE49-F238E27FC236}">
                <a16:creationId xmlns:a16="http://schemas.microsoft.com/office/drawing/2014/main" id="{7D717190-D728-E036-75BE-5B19723B121A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4284453" y="2722843"/>
            <a:ext cx="1569960" cy="188385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0">
            <a:extLst>
              <a:ext uri="{FF2B5EF4-FFF2-40B4-BE49-F238E27FC236}">
                <a16:creationId xmlns:a16="http://schemas.microsoft.com/office/drawing/2014/main" id="{CE0CDD4B-8917-1D21-CB83-808A474B3A5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235810" y="2722843"/>
            <a:ext cx="1569960" cy="1883854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40">
            <a:extLst>
              <a:ext uri="{FF2B5EF4-FFF2-40B4-BE49-F238E27FC236}">
                <a16:creationId xmlns:a16="http://schemas.microsoft.com/office/drawing/2014/main" id="{9FFC01FC-6FCD-A75A-2348-F7050FA601F4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8187167" y="2722843"/>
            <a:ext cx="1569960" cy="188385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6BD2FEBB-896F-0FE0-75AB-AADC5AAD6D4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2900" y="4755324"/>
            <a:ext cx="1630873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A9C3035E-842C-AD62-963E-6C3F2C8E0F5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92410" y="4755324"/>
            <a:ext cx="1630873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E520716C-D577-6320-14BE-B8B6DE44C05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241920" y="4755324"/>
            <a:ext cx="1630873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97DE4CDD-587D-D651-2DC9-34AF612397B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08861" y="4755324"/>
            <a:ext cx="1613441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44D3F08F-7529-994C-BA62-657C615E4FE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158370" y="4755324"/>
            <a:ext cx="1613442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6" name="Picture Placeholder 40">
            <a:extLst>
              <a:ext uri="{FF2B5EF4-FFF2-40B4-BE49-F238E27FC236}">
                <a16:creationId xmlns:a16="http://schemas.microsoft.com/office/drawing/2014/main" id="{92E72762-88E9-E56D-0AD2-2B2853F4E4F1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138526" y="2722843"/>
            <a:ext cx="1569960" cy="1883854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95F335D5-2639-961F-D6D8-C637860E944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107880" y="4755324"/>
            <a:ext cx="1613442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77D1E-86B7-9061-FB39-260313FB1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5"/>
            <a:ext cx="7122025" cy="13179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1BB08C2-6244-D8AF-B096-095FB6F307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9877DF8-A837-884A-B14D-47691C05F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686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73E9E-3FBF-9FCD-F0A6-7DB54FAEB38F}"/>
              </a:ext>
            </a:extLst>
          </p:cNvPr>
          <p:cNvSpPr/>
          <p:nvPr userDrawn="1"/>
        </p:nvSpPr>
        <p:spPr>
          <a:xfrm>
            <a:off x="5984916" y="-1339"/>
            <a:ext cx="6207084" cy="6858000"/>
          </a:xfrm>
          <a:prstGeom prst="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CC4CB2C9-B316-C8B8-0033-9CBBB1A1D7A5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6208580" y="4932888"/>
            <a:ext cx="5640519" cy="14010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92F1FDD2-078C-A8E3-87BB-EB0195CDF4F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8205" y="4535470"/>
            <a:ext cx="5625775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solution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5CDD5922-097E-F6BC-95AC-4075873287F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208860" y="1083104"/>
            <a:ext cx="5625119" cy="3130550"/>
          </a:xfrm>
          <a:prstGeom prst="snip2SameRect">
            <a:avLst>
              <a:gd name="adj1" fmla="val 2479"/>
              <a:gd name="adj2" fmla="val 2421"/>
            </a:avLst>
          </a:prstGeom>
        </p:spPr>
        <p:txBody>
          <a:bodyPr/>
          <a:lstStyle>
            <a:lvl1pPr>
              <a:defRPr b="0" i="0" baseline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748891B-C57D-282B-8A55-F620A6817185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342900" y="4932888"/>
            <a:ext cx="4844993" cy="14010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9AB51F4-A39A-3A08-4F45-5A06DE5D0DA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42734" y="4535470"/>
            <a:ext cx="4832329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challenge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F1E2C6-5A96-66EA-963D-0551C20004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2609818"/>
            <a:ext cx="4844993" cy="1603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baseline="0">
                <a:latin typeface="Replica LL TT" panose="020B0504010101010104" pitchFamily="34" charset="77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4BA02-1A4D-D9D5-65F3-09E1B0B0BE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734" y="2212400"/>
            <a:ext cx="4832329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client Overview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2852" y="1081986"/>
            <a:ext cx="407873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B170415B-AA20-14B0-46DA-F58F1C7C377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5C4A74E3-3A12-E6C9-4395-FE9ADF288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049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987A5A9-1A45-D92D-91CB-5E9A9E62D40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0082766" y="4513607"/>
            <a:ext cx="1829863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Number 3">
            <a:extLst>
              <a:ext uri="{FF2B5EF4-FFF2-40B4-BE49-F238E27FC236}">
                <a16:creationId xmlns:a16="http://schemas.microsoft.com/office/drawing/2014/main" id="{FB49438D-B566-7496-AD05-EBF535B79A2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82765" y="3830604"/>
            <a:ext cx="1829863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37" name="Line 3">
            <a:extLst>
              <a:ext uri="{FF2B5EF4-FFF2-40B4-BE49-F238E27FC236}">
                <a16:creationId xmlns:a16="http://schemas.microsoft.com/office/drawing/2014/main" id="{C91B5678-31C0-3C70-1E22-C8137339FA83}"/>
              </a:ext>
            </a:extLst>
          </p:cNvPr>
          <p:cNvCxnSpPr>
            <a:cxnSpLocks/>
          </p:cNvCxnSpPr>
          <p:nvPr/>
        </p:nvCxnSpPr>
        <p:spPr>
          <a:xfrm>
            <a:off x="10082765" y="3798005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CA1F41F-7B74-EBA2-76C6-B7D3897FBC9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461251" y="4513607"/>
            <a:ext cx="1783683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Number 2">
            <a:extLst>
              <a:ext uri="{FF2B5EF4-FFF2-40B4-BE49-F238E27FC236}">
                <a16:creationId xmlns:a16="http://schemas.microsoft.com/office/drawing/2014/main" id="{077C3A3C-9196-9CA9-CE85-F5A6BC39F21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61250" y="3830604"/>
            <a:ext cx="1783683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36" name="Line 2">
            <a:extLst>
              <a:ext uri="{FF2B5EF4-FFF2-40B4-BE49-F238E27FC236}">
                <a16:creationId xmlns:a16="http://schemas.microsoft.com/office/drawing/2014/main" id="{2F048074-09DC-71DB-808B-E2A062FBBFDC}"/>
              </a:ext>
            </a:extLst>
          </p:cNvPr>
          <p:cNvCxnSpPr>
            <a:cxnSpLocks/>
          </p:cNvCxnSpPr>
          <p:nvPr/>
        </p:nvCxnSpPr>
        <p:spPr>
          <a:xfrm>
            <a:off x="7450740" y="3798005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A7B665D0-2FB7-6EDA-E9DF-2583F1B7C6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33925" y="4513607"/>
            <a:ext cx="1819244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Number 1">
            <a:extLst>
              <a:ext uri="{FF2B5EF4-FFF2-40B4-BE49-F238E27FC236}">
                <a16:creationId xmlns:a16="http://schemas.microsoft.com/office/drawing/2014/main" id="{E4384107-C376-82B5-3D49-1E5F8A4AF02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33925" y="3830604"/>
            <a:ext cx="1819244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30" name="Line 1">
            <a:extLst>
              <a:ext uri="{FF2B5EF4-FFF2-40B4-BE49-F238E27FC236}">
                <a16:creationId xmlns:a16="http://schemas.microsoft.com/office/drawing/2014/main" id="{2508F837-BB0F-C0EE-6911-B3F4D06D5F57}"/>
              </a:ext>
            </a:extLst>
          </p:cNvPr>
          <p:cNvCxnSpPr>
            <a:cxnSpLocks/>
          </p:cNvCxnSpPr>
          <p:nvPr/>
        </p:nvCxnSpPr>
        <p:spPr>
          <a:xfrm>
            <a:off x="4737076" y="3798005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3A2D8C8-3E40-BEF8-A439-3EC99F1B76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900" y="4659652"/>
            <a:ext cx="4068687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D1AD02-2142-88F6-C395-A5E04FA93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64" y="3770489"/>
            <a:ext cx="4060723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B85AF97B-70C9-A62B-0554-77A585D2CAE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1075" y="1142835"/>
            <a:ext cx="11439864" cy="1892620"/>
          </a:xfrm>
          <a:prstGeom prst="snip2SameRect">
            <a:avLst>
              <a:gd name="adj1" fmla="val 4703"/>
              <a:gd name="adj2" fmla="val 4518"/>
            </a:avLst>
          </a:prstGeom>
          <a:noFill/>
        </p:spPr>
        <p:txBody>
          <a:bodyPr anchor="t"/>
          <a:lstStyle>
            <a:lvl1pPr>
              <a:buNone/>
              <a:defRPr sz="200" b="0" i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936FB90D-FD99-D981-2110-177F0987B03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7E5653D8-543B-1BA6-6B40-344D14E95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227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Icons-3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icture Placeholder 1">
            <a:extLst>
              <a:ext uri="{FF2B5EF4-FFF2-40B4-BE49-F238E27FC236}">
                <a16:creationId xmlns:a16="http://schemas.microsoft.com/office/drawing/2014/main" id="{803DDEC3-9A10-A4E7-A810-9DD1923CAD4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42900" y="4941178"/>
            <a:ext cx="11506263" cy="1927333"/>
          </a:xfrm>
          <a:prstGeom prst="snip2SameRect">
            <a:avLst>
              <a:gd name="adj1" fmla="val 4673"/>
              <a:gd name="adj2" fmla="val 0"/>
            </a:avLst>
          </a:prstGeom>
          <a:noFill/>
        </p:spPr>
        <p:txBody>
          <a:bodyPr anchor="t"/>
          <a:lstStyle>
            <a:lvl1pPr>
              <a:buNone/>
              <a:defRPr sz="200" b="0" i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A839C26F-539A-EC68-E7EE-B8A96B64C3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0388" y="5591350"/>
            <a:ext cx="6890862" cy="7420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E63B9C7F-BAD2-48C6-94B1-9E0685574F8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70388" y="5149338"/>
            <a:ext cx="4916012" cy="344487"/>
          </a:xfrm>
          <a:prstGeom prst="rect">
            <a:avLst/>
          </a:prstGeom>
        </p:spPr>
        <p:txBody>
          <a:bodyPr>
            <a:noAutofit/>
          </a:bodyPr>
          <a:lstStyle>
            <a:lvl1pPr marL="11113" indent="-11113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3D330EF2-7153-4F7C-18CF-33892B43F2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42447" y="3604505"/>
            <a:ext cx="3677485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C55CA73-1137-3E42-49AA-83BF3C0F79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46237" y="3156419"/>
            <a:ext cx="3677485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AA0B059-7CA9-5C0A-9C11-91B64BD9E3E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56858" y="3604505"/>
            <a:ext cx="3677484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9551D2EF-783D-1555-0D1C-EC64685370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61996" y="3156419"/>
            <a:ext cx="3677484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2205358-74D1-BB42-215F-8AA09D1936B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900" y="3604505"/>
            <a:ext cx="3677484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66661B36-4E5F-71CD-3ACE-B70FB34C3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900" y="3156419"/>
            <a:ext cx="3677484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Content Placeholder 3">
            <a:extLst>
              <a:ext uri="{FF2B5EF4-FFF2-40B4-BE49-F238E27FC236}">
                <a16:creationId xmlns:a16="http://schemas.microsoft.com/office/drawing/2014/main" id="{26552AAA-2010-000B-629E-7AA2EB1253A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166770" y="2457451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4A05BE5-1B5D-AA11-0325-D82925EDDEE4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284875" y="2457451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74C8AC5D-AF75-CCE2-9C4A-5FA073F1A41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71075" y="2457451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542" y="1081986"/>
            <a:ext cx="406204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450DF93-2044-9F7A-06FB-B1BB905DEE1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B3793C4B-55C0-FC6E-BDFC-875687790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065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40BFF-79AA-3D53-12EC-2CEB7A02A90F}"/>
              </a:ext>
            </a:extLst>
          </p:cNvPr>
          <p:cNvSpPr/>
          <p:nvPr userDrawn="1"/>
        </p:nvSpPr>
        <p:spPr>
          <a:xfrm>
            <a:off x="6020401" y="-1339"/>
            <a:ext cx="6171598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pic>
        <p:nvPicPr>
          <p:cNvPr id="3" name="Image 8" descr=" ">
            <a:extLst>
              <a:ext uri="{FF2B5EF4-FFF2-40B4-BE49-F238E27FC236}">
                <a16:creationId xmlns:a16="http://schemas.microsoft.com/office/drawing/2014/main" id="{A5890462-737C-8747-196D-F282EE79CB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0"/>
            <a:ext cx="12191937" cy="882654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383C93A4-CEF2-8908-678C-613CAC60B236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836725" y="2187354"/>
            <a:ext cx="4974214" cy="29733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tabLst/>
              <a:defRPr sz="21000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E08E7DC-EE45-9A8F-DBB9-2686D9A4D7F1}"/>
              </a:ext>
            </a:extLst>
          </p:cNvPr>
          <p:cNvSpPr>
            <a:spLocks noGrp="1"/>
          </p:cNvSpPr>
          <p:nvPr userDrawn="1">
            <p:ph type="body" sz="quarter" idx="40"/>
          </p:nvPr>
        </p:nvSpPr>
        <p:spPr>
          <a:xfrm>
            <a:off x="9146386" y="4901879"/>
            <a:ext cx="2702714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1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4104195-8171-BBB1-8E79-FCDF09ACFA77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208861" y="1074070"/>
            <a:ext cx="2937525" cy="409218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STAT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9EE3DA-A65D-93E7-9E9C-CFE35775A1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42900" y="1070110"/>
            <a:ext cx="5306426" cy="225733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A4CF3B5-4723-A59D-461D-90B6355C8B2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FE3B954-0568-5CDC-37E6-49B4BB1F3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2F5F33-5E9C-401C-E667-E17258E3A97B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4936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Big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40BFF-79AA-3D53-12EC-2CEB7A02A90F}"/>
              </a:ext>
            </a:extLst>
          </p:cNvPr>
          <p:cNvSpPr/>
          <p:nvPr userDrawn="1"/>
        </p:nvSpPr>
        <p:spPr>
          <a:xfrm>
            <a:off x="0" y="0"/>
            <a:ext cx="5881492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pic>
        <p:nvPicPr>
          <p:cNvPr id="2" name="Image 8" descr=" ">
            <a:extLst>
              <a:ext uri="{FF2B5EF4-FFF2-40B4-BE49-F238E27FC236}">
                <a16:creationId xmlns:a16="http://schemas.microsoft.com/office/drawing/2014/main" id="{C021970F-E944-64B0-6CF8-C929582A31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339"/>
            <a:ext cx="12191937" cy="881536"/>
          </a:xfrm>
          <a:prstGeom prst="rect">
            <a:avLst/>
          </a:prstGeom>
        </p:spPr>
      </p:pic>
      <p:sp>
        <p:nvSpPr>
          <p:cNvPr id="32" name="Number 2">
            <a:extLst>
              <a:ext uri="{FF2B5EF4-FFF2-40B4-BE49-F238E27FC236}">
                <a16:creationId xmlns:a16="http://schemas.microsoft.com/office/drawing/2014/main" id="{D6E371F4-19FD-56C9-11F5-130C1EDAF9B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70322" y="4392666"/>
            <a:ext cx="3558127" cy="139126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tabLst/>
              <a:defRPr sz="12204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A34C238C-B176-752B-F224-BD347DA9E55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24800" y="5606011"/>
            <a:ext cx="3488995" cy="5588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1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383C93A4-CEF2-8908-678C-613CAC60B2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70322" y="2051878"/>
            <a:ext cx="3558127" cy="139126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tabLst/>
              <a:defRPr sz="12204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E08E7DC-EE45-9A8F-DBB9-2686D9A4D7F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924800" y="3265223"/>
            <a:ext cx="3488995" cy="5588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1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4104195-8171-BBB1-8E79-FCDF09ACFA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97600" y="1074070"/>
            <a:ext cx="2948786" cy="409218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STAT TITLE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3A2C5009-2063-7E11-BADF-E11468EF7A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1070110"/>
            <a:ext cx="5306426" cy="225733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034B4E1-C612-4F0A-7A25-EF2BEC042F6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9D82476A-AFF5-82BD-8D40-1BFE73F5F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AAEAD339-0EDC-86DA-69E0-AA33F424E118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BF3A203C-0CE3-ECCF-14F6-AC799D4D3D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77A6CE-C330-9550-0BB3-3299529A249B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363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Numbe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CBD68E5C-FDD1-E946-B187-31EC3A415F64}"/>
              </a:ext>
            </a:extLst>
          </p:cNvPr>
          <p:cNvSpPr/>
          <p:nvPr userDrawn="1"/>
        </p:nvSpPr>
        <p:spPr>
          <a:xfrm>
            <a:off x="9132140" y="3790803"/>
            <a:ext cx="2724135" cy="2304156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63" name="Shape 3">
            <a:extLst>
              <a:ext uri="{FF2B5EF4-FFF2-40B4-BE49-F238E27FC236}">
                <a16:creationId xmlns:a16="http://schemas.microsoft.com/office/drawing/2014/main" id="{2C70FB12-87CA-74A7-0683-D52F0F18760A}"/>
              </a:ext>
            </a:extLst>
          </p:cNvPr>
          <p:cNvSpPr/>
          <p:nvPr userDrawn="1"/>
        </p:nvSpPr>
        <p:spPr>
          <a:xfrm>
            <a:off x="6184867" y="3790803"/>
            <a:ext cx="2724135" cy="2304156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AC133A5-E7C6-551B-4A5F-3A5633635BB1}"/>
              </a:ext>
            </a:extLst>
          </p:cNvPr>
          <p:cNvSpPr/>
          <p:nvPr userDrawn="1"/>
        </p:nvSpPr>
        <p:spPr>
          <a:xfrm>
            <a:off x="9132140" y="1264886"/>
            <a:ext cx="2724135" cy="2304156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22F9960C-E2AB-2E26-121E-DD7E98FF219F}"/>
              </a:ext>
            </a:extLst>
          </p:cNvPr>
          <p:cNvSpPr/>
          <p:nvPr userDrawn="1"/>
        </p:nvSpPr>
        <p:spPr>
          <a:xfrm>
            <a:off x="6184867" y="1264886"/>
            <a:ext cx="2724135" cy="2304156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8665C4-764B-2624-E5D7-EFD48AFF9CE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361530" y="5279913"/>
            <a:ext cx="2221553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Number 4">
            <a:extLst>
              <a:ext uri="{FF2B5EF4-FFF2-40B4-BE49-F238E27FC236}">
                <a16:creationId xmlns:a16="http://schemas.microsoft.com/office/drawing/2014/main" id="{6E4825CA-19E7-ACA9-887C-94767C8227F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353771" y="4524674"/>
            <a:ext cx="2083512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0F36D56-C3AB-F1C5-7B0A-43DC66577FD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57869" y="5279913"/>
            <a:ext cx="2231349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A28756CF-345F-1512-7CB4-41A53E8C99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55357" y="4524674"/>
            <a:ext cx="2092699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8A38D63-45C9-B210-8016-02516D53E41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361530" y="2744942"/>
            <a:ext cx="2221553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Number 2">
            <a:extLst>
              <a:ext uri="{FF2B5EF4-FFF2-40B4-BE49-F238E27FC236}">
                <a16:creationId xmlns:a16="http://schemas.microsoft.com/office/drawing/2014/main" id="{8EEA1E79-2064-AEAD-FA5C-117D6BB8DB0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53771" y="1989702"/>
            <a:ext cx="2083512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D61E1C6F-6359-B32A-AA99-9334918E8A9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7869" y="2744942"/>
            <a:ext cx="2231349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Number 1">
            <a:extLst>
              <a:ext uri="{FF2B5EF4-FFF2-40B4-BE49-F238E27FC236}">
                <a16:creationId xmlns:a16="http://schemas.microsoft.com/office/drawing/2014/main" id="{2268D589-062D-8D1B-5DE8-DE7B24C7535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55357" y="1989702"/>
            <a:ext cx="2092699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21" name="Line 4">
            <a:extLst>
              <a:ext uri="{FF2B5EF4-FFF2-40B4-BE49-F238E27FC236}">
                <a16:creationId xmlns:a16="http://schemas.microsoft.com/office/drawing/2014/main" id="{589FA4C2-AB4F-A3FD-D949-608BBD00F965}"/>
              </a:ext>
            </a:extLst>
          </p:cNvPr>
          <p:cNvCxnSpPr>
            <a:cxnSpLocks/>
          </p:cNvCxnSpPr>
          <p:nvPr userDrawn="1"/>
        </p:nvCxnSpPr>
        <p:spPr>
          <a:xfrm>
            <a:off x="9353771" y="4514288"/>
            <a:ext cx="47859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ne 3">
            <a:extLst>
              <a:ext uri="{FF2B5EF4-FFF2-40B4-BE49-F238E27FC236}">
                <a16:creationId xmlns:a16="http://schemas.microsoft.com/office/drawing/2014/main" id="{C4F8F11E-9E5A-5AE4-3D6D-271562E6D772}"/>
              </a:ext>
            </a:extLst>
          </p:cNvPr>
          <p:cNvCxnSpPr>
            <a:cxnSpLocks/>
          </p:cNvCxnSpPr>
          <p:nvPr userDrawn="1"/>
        </p:nvCxnSpPr>
        <p:spPr>
          <a:xfrm>
            <a:off x="6455357" y="4514288"/>
            <a:ext cx="42106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ine 2">
            <a:extLst>
              <a:ext uri="{FF2B5EF4-FFF2-40B4-BE49-F238E27FC236}">
                <a16:creationId xmlns:a16="http://schemas.microsoft.com/office/drawing/2014/main" id="{5DFFD94B-B9D7-1B7D-4201-40A2C6EAB379}"/>
              </a:ext>
            </a:extLst>
          </p:cNvPr>
          <p:cNvCxnSpPr>
            <a:cxnSpLocks/>
          </p:cNvCxnSpPr>
          <p:nvPr userDrawn="1"/>
        </p:nvCxnSpPr>
        <p:spPr>
          <a:xfrm>
            <a:off x="9353771" y="1979317"/>
            <a:ext cx="42106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ne 1">
            <a:extLst>
              <a:ext uri="{FF2B5EF4-FFF2-40B4-BE49-F238E27FC236}">
                <a16:creationId xmlns:a16="http://schemas.microsoft.com/office/drawing/2014/main" id="{CC0C18DE-1785-7F6A-ADAB-3D81F119AE50}"/>
              </a:ext>
            </a:extLst>
          </p:cNvPr>
          <p:cNvCxnSpPr>
            <a:cxnSpLocks/>
          </p:cNvCxnSpPr>
          <p:nvPr userDrawn="1"/>
        </p:nvCxnSpPr>
        <p:spPr>
          <a:xfrm>
            <a:off x="6455357" y="1979317"/>
            <a:ext cx="42106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34663E41-14FE-7C2C-7AE6-A4914DAD84E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315024" y="3893571"/>
            <a:ext cx="2325258" cy="331818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9C6549A1-06BA-04C1-3B7C-1911E55069B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438411" y="3893571"/>
            <a:ext cx="2335511" cy="331818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C9404EA-53F1-3C5C-EA7F-537B6416BF1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15024" y="1378971"/>
            <a:ext cx="2325258" cy="331818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4347463-188F-6F4E-A6C5-B75D09FBC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38411" y="1378971"/>
            <a:ext cx="2335511" cy="331818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4D40EA60-5C5D-FEA1-6FDB-0D83E89F584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2844801"/>
            <a:ext cx="4844993" cy="3055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>
                <a:latin typeface="Replica LL TT" panose="020B0504010101010104" pitchFamily="34" charset="77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852" y="1081986"/>
            <a:ext cx="407873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C5D66EA-09E5-92F4-B901-263FFE54F5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AD7538A6-1391-D88C-DF74-962795B09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718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igNumbe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>
            <a:extLst>
              <a:ext uri="{FF2B5EF4-FFF2-40B4-BE49-F238E27FC236}">
                <a16:creationId xmlns:a16="http://schemas.microsoft.com/office/drawing/2014/main" id="{D9A87D49-E205-6728-2338-99AEFBE6F99C}"/>
              </a:ext>
            </a:extLst>
          </p:cNvPr>
          <p:cNvSpPr/>
          <p:nvPr userDrawn="1"/>
        </p:nvSpPr>
        <p:spPr>
          <a:xfrm>
            <a:off x="8115716" y="2819401"/>
            <a:ext cx="3733384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CFE4FF3-6A2B-C016-72A7-BC3990000B69}"/>
              </a:ext>
            </a:extLst>
          </p:cNvPr>
          <p:cNvSpPr/>
          <p:nvPr userDrawn="1"/>
        </p:nvSpPr>
        <p:spPr>
          <a:xfrm>
            <a:off x="4248102" y="2819401"/>
            <a:ext cx="3682981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9C35246-F60E-0F5C-0F79-D118CE6BA2BE}"/>
              </a:ext>
            </a:extLst>
          </p:cNvPr>
          <p:cNvSpPr/>
          <p:nvPr userDrawn="1"/>
        </p:nvSpPr>
        <p:spPr>
          <a:xfrm>
            <a:off x="342900" y="2819401"/>
            <a:ext cx="3720571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5" name="Number 3">
            <a:extLst>
              <a:ext uri="{FF2B5EF4-FFF2-40B4-BE49-F238E27FC236}">
                <a16:creationId xmlns:a16="http://schemas.microsoft.com/office/drawing/2014/main" id="{6A29DB62-3418-FBA4-CD04-CBE81E98F98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27693" y="4695649"/>
            <a:ext cx="3721407" cy="16070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0503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4" name="Number 2">
            <a:extLst>
              <a:ext uri="{FF2B5EF4-FFF2-40B4-BE49-F238E27FC236}">
                <a16:creationId xmlns:a16="http://schemas.microsoft.com/office/drawing/2014/main" id="{A8D1C83F-2144-2CEA-B141-5548DC59183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55724" y="4695649"/>
            <a:ext cx="3659389" cy="16070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0503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37" name="Number 1">
            <a:extLst>
              <a:ext uri="{FF2B5EF4-FFF2-40B4-BE49-F238E27FC236}">
                <a16:creationId xmlns:a16="http://schemas.microsoft.com/office/drawing/2014/main" id="{8EF86A55-0DE0-2765-8A4B-4DE82F674A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4081" y="4695649"/>
            <a:ext cx="3659389" cy="16070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0503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B647439C-FA7C-1CB2-321B-4920040DBF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265283" y="2978999"/>
            <a:ext cx="337069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68248508-CE40-5977-D0D6-A77EC7E72F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83388" y="2978999"/>
            <a:ext cx="337069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2CBE2F2-21B7-0D95-BA07-B3453E1997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400" y="2978999"/>
            <a:ext cx="337069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516B0A-2B90-748B-4A46-04A0201597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61" y="1076098"/>
            <a:ext cx="5602078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F66A6DD-E6C4-E9E8-4D1D-7DFB77D1D1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ADA2D64B-E8D1-070F-97DF-1B0E0B7B0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805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ilver-Column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>
            <a:extLst>
              <a:ext uri="{FF2B5EF4-FFF2-40B4-BE49-F238E27FC236}">
                <a16:creationId xmlns:a16="http://schemas.microsoft.com/office/drawing/2014/main" id="{D9A87D49-E205-6728-2338-99AEFBE6F99C}"/>
              </a:ext>
            </a:extLst>
          </p:cNvPr>
          <p:cNvSpPr/>
          <p:nvPr userDrawn="1"/>
        </p:nvSpPr>
        <p:spPr>
          <a:xfrm>
            <a:off x="8115716" y="2819401"/>
            <a:ext cx="3733384" cy="3402013"/>
          </a:xfrm>
          <a:prstGeom prst="snip2SameRect">
            <a:avLst>
              <a:gd name="adj1" fmla="val 2233"/>
              <a:gd name="adj2" fmla="val 2240"/>
            </a:avLst>
          </a:prstGeom>
          <a:gradFill flip="none" rotWithShape="1">
            <a:gsLst>
              <a:gs pos="0">
                <a:schemeClr val="bg2">
                  <a:lumMod val="90000"/>
                  <a:alpha val="4000"/>
                </a:schemeClr>
              </a:gs>
              <a:gs pos="34000">
                <a:schemeClr val="tx2">
                  <a:lumMod val="10000"/>
                  <a:lumOff val="90000"/>
                  <a:alpha val="38002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CFE4FF3-6A2B-C016-72A7-BC3990000B69}"/>
              </a:ext>
            </a:extLst>
          </p:cNvPr>
          <p:cNvSpPr/>
          <p:nvPr userDrawn="1"/>
        </p:nvSpPr>
        <p:spPr>
          <a:xfrm>
            <a:off x="4248102" y="2819401"/>
            <a:ext cx="3643111" cy="3402013"/>
          </a:xfrm>
          <a:prstGeom prst="snip2SameRect">
            <a:avLst>
              <a:gd name="adj1" fmla="val 2233"/>
              <a:gd name="adj2" fmla="val 2240"/>
            </a:avLst>
          </a:prstGeom>
          <a:gradFill flip="none" rotWithShape="1">
            <a:gsLst>
              <a:gs pos="0">
                <a:schemeClr val="bg2">
                  <a:lumMod val="90000"/>
                  <a:alpha val="4000"/>
                </a:schemeClr>
              </a:gs>
              <a:gs pos="34000">
                <a:schemeClr val="tx2">
                  <a:lumMod val="10000"/>
                  <a:lumOff val="90000"/>
                  <a:alpha val="38002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9C35246-F60E-0F5C-0F79-D118CE6BA2BE}"/>
              </a:ext>
            </a:extLst>
          </p:cNvPr>
          <p:cNvSpPr/>
          <p:nvPr userDrawn="1"/>
        </p:nvSpPr>
        <p:spPr>
          <a:xfrm>
            <a:off x="342900" y="2819401"/>
            <a:ext cx="3682981" cy="3402013"/>
          </a:xfrm>
          <a:prstGeom prst="snip2SameRect">
            <a:avLst>
              <a:gd name="adj1" fmla="val 2233"/>
              <a:gd name="adj2" fmla="val 2240"/>
            </a:avLst>
          </a:prstGeom>
          <a:gradFill>
            <a:gsLst>
              <a:gs pos="0">
                <a:schemeClr val="bg2">
                  <a:lumMod val="90000"/>
                  <a:alpha val="30551"/>
                </a:schemeClr>
              </a:gs>
              <a:gs pos="34000">
                <a:schemeClr val="tx2">
                  <a:lumMod val="10000"/>
                  <a:lumOff val="90000"/>
                  <a:alpha val="38002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535D5AD7-9743-488D-A788-BCE3BC4DE6A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307556" y="5029500"/>
            <a:ext cx="3277055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647439C-FA7C-1CB2-321B-4920040DBF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05800" y="4454463"/>
            <a:ext cx="3278811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90377CEE-15CD-D0B7-E1E7-F36CDBB483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21625" y="5029500"/>
            <a:ext cx="326271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8248508-CE40-5977-D0D6-A77EC7E72F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9600" y="4454463"/>
            <a:ext cx="326474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EF86A55-0DE0-2765-8A4B-4DE82F674A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3400" y="5031233"/>
            <a:ext cx="326797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2CBE2F2-21B7-0D95-BA07-B3453E1997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400" y="4456196"/>
            <a:ext cx="3269905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67607322-705B-F749-A60F-0F9E50CC81E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307556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11F00564-6CD9-E4D5-E512-F34FA90DC98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421625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1">
            <a:extLst>
              <a:ext uri="{FF2B5EF4-FFF2-40B4-BE49-F238E27FC236}">
                <a16:creationId xmlns:a16="http://schemas.microsoft.com/office/drawing/2014/main" id="{52A37E90-8071-A20F-FF02-180541D16A7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33400" y="3077723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516B0A-2B90-748B-4A46-04A0201597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60" y="1076098"/>
            <a:ext cx="5640239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B2CA0E5-E601-09BD-D36D-01DBF38373D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BB08C755-CD37-0C6B-0863-51A1DD7BA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302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lue-Column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>
            <a:extLst>
              <a:ext uri="{FF2B5EF4-FFF2-40B4-BE49-F238E27FC236}">
                <a16:creationId xmlns:a16="http://schemas.microsoft.com/office/drawing/2014/main" id="{D9A87D49-E205-6728-2338-99AEFBE6F99C}"/>
              </a:ext>
            </a:extLst>
          </p:cNvPr>
          <p:cNvSpPr/>
          <p:nvPr userDrawn="1"/>
        </p:nvSpPr>
        <p:spPr>
          <a:xfrm>
            <a:off x="8122144" y="2819401"/>
            <a:ext cx="3714238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CFE4FF3-6A2B-C016-72A7-BC3990000B69}"/>
              </a:ext>
            </a:extLst>
          </p:cNvPr>
          <p:cNvSpPr/>
          <p:nvPr userDrawn="1"/>
        </p:nvSpPr>
        <p:spPr>
          <a:xfrm>
            <a:off x="4248149" y="2819401"/>
            <a:ext cx="3651725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9C35246-F60E-0F5C-0F79-D118CE6BA2BE}"/>
              </a:ext>
            </a:extLst>
          </p:cNvPr>
          <p:cNvSpPr/>
          <p:nvPr userDrawn="1"/>
        </p:nvSpPr>
        <p:spPr>
          <a:xfrm>
            <a:off x="342899" y="2819401"/>
            <a:ext cx="3682981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535D5AD7-9743-488D-A788-BCE3BC4DE6A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305800" y="5029500"/>
            <a:ext cx="3277055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647439C-FA7C-1CB2-321B-4920040DBF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05800" y="4454463"/>
            <a:ext cx="3278811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90377CEE-15CD-D0B7-E1E7-F36CDBB483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33482" y="5029500"/>
            <a:ext cx="326271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8248508-CE40-5977-D0D6-A77EC7E72F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31457" y="4454463"/>
            <a:ext cx="326474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EF86A55-0DE0-2765-8A4B-4DE82F674A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5327" y="5029500"/>
            <a:ext cx="326797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2CBE2F2-21B7-0D95-BA07-B3453E1997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400" y="4454463"/>
            <a:ext cx="3269905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67607322-705B-F749-A60F-0F9E50CC81E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305800" y="3085453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11F00564-6CD9-E4D5-E512-F34FA90DC98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433482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1">
            <a:extLst>
              <a:ext uri="{FF2B5EF4-FFF2-40B4-BE49-F238E27FC236}">
                <a16:creationId xmlns:a16="http://schemas.microsoft.com/office/drawing/2014/main" id="{52A37E90-8071-A20F-FF02-180541D16A7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35327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516B0A-2B90-748B-4A46-04A0201597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61" y="1076098"/>
            <a:ext cx="5640240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AC653B9-75EC-EF7E-9E25-364828FF1F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ED7A0820-2A21-DD8D-AB5A-0018CE2AE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159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Orange-Column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>
            <a:extLst>
              <a:ext uri="{FF2B5EF4-FFF2-40B4-BE49-F238E27FC236}">
                <a16:creationId xmlns:a16="http://schemas.microsoft.com/office/drawing/2014/main" id="{D9A87D49-E205-6728-2338-99AEFBE6F99C}"/>
              </a:ext>
            </a:extLst>
          </p:cNvPr>
          <p:cNvSpPr/>
          <p:nvPr userDrawn="1"/>
        </p:nvSpPr>
        <p:spPr>
          <a:xfrm>
            <a:off x="8115716" y="2819401"/>
            <a:ext cx="3733384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CFE4FF3-6A2B-C016-72A7-BC3990000B69}"/>
              </a:ext>
            </a:extLst>
          </p:cNvPr>
          <p:cNvSpPr/>
          <p:nvPr userDrawn="1"/>
        </p:nvSpPr>
        <p:spPr>
          <a:xfrm>
            <a:off x="4248103" y="2819401"/>
            <a:ext cx="3632344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9C35246-F60E-0F5C-0F79-D118CE6BA2BE}"/>
              </a:ext>
            </a:extLst>
          </p:cNvPr>
          <p:cNvSpPr/>
          <p:nvPr userDrawn="1"/>
        </p:nvSpPr>
        <p:spPr>
          <a:xfrm>
            <a:off x="342900" y="2819401"/>
            <a:ext cx="3669932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535D5AD7-9743-488D-A788-BCE3BC4DE6A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307556" y="5029500"/>
            <a:ext cx="3241257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647439C-FA7C-1CB2-321B-4920040DBF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05800" y="4454463"/>
            <a:ext cx="3278811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90377CEE-15CD-D0B7-E1E7-F36CDBB483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21626" y="5029500"/>
            <a:ext cx="326271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8248508-CE40-5977-D0D6-A77EC7E72F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9600" y="4454463"/>
            <a:ext cx="326474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EF86A55-0DE0-2765-8A4B-4DE82F674A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5326" y="5029500"/>
            <a:ext cx="3267979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2CBE2F2-21B7-0D95-BA07-B3453E1997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400" y="4454463"/>
            <a:ext cx="3269905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67607322-705B-F749-A60F-0F9E50CC81E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307555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11F00564-6CD9-E4D5-E512-F34FA90DC98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421625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1">
            <a:extLst>
              <a:ext uri="{FF2B5EF4-FFF2-40B4-BE49-F238E27FC236}">
                <a16:creationId xmlns:a16="http://schemas.microsoft.com/office/drawing/2014/main" id="{52A37E90-8071-A20F-FF02-180541D16A7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35326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516B0A-2B90-748B-4A46-04A0201597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61" y="1076098"/>
            <a:ext cx="5602078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91F0DF5-8C1D-6E19-3E9B-9FE9408316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DEECC947-FD8C-339F-3E12-16AA2BC0C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D8E246-0F26-3731-EEFC-2AED3C64C616}"/>
              </a:ext>
            </a:extLst>
          </p:cNvPr>
          <p:cNvCxnSpPr>
            <a:cxnSpLocks/>
          </p:cNvCxnSpPr>
          <p:nvPr userDrawn="1"/>
        </p:nvCxnSpPr>
        <p:spPr>
          <a:xfrm>
            <a:off x="495300" y="8763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8898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2E8451B3-DB59-8EB7-690F-5BDD6A34688B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342900" y="2232026"/>
            <a:ext cx="11419728" cy="39862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D8FC7B1-E01F-D112-8A52-0F7F0D1561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A5FDF653-8226-B6C7-9E2F-F262E0C4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786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Horizontal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59FD0779-A6DC-79CC-2750-DCF6CA241448}"/>
              </a:ext>
            </a:extLst>
          </p:cNvPr>
          <p:cNvSpPr>
            <a:spLocks noGrp="1"/>
          </p:cNvSpPr>
          <p:nvPr>
            <p:ph type="chart" sz="quarter" idx="35"/>
          </p:nvPr>
        </p:nvSpPr>
        <p:spPr>
          <a:xfrm>
            <a:off x="342900" y="2851150"/>
            <a:ext cx="11429941" cy="337978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 b="0" i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4B2D13F-1565-5AF2-D305-1A9B403FDC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97600" y="1076098"/>
            <a:ext cx="5651501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328F56B-BA0C-D18D-FF20-775A3DFA71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E1757262-6282-0DA1-8B34-A01C382FC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947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Vertical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40BFF-79AA-3D53-12EC-2CEB7A02A90F}"/>
              </a:ext>
            </a:extLst>
          </p:cNvPr>
          <p:cNvSpPr/>
          <p:nvPr userDrawn="1"/>
        </p:nvSpPr>
        <p:spPr>
          <a:xfrm>
            <a:off x="6008072" y="-1339"/>
            <a:ext cx="6183928" cy="6858000"/>
          </a:xfrm>
          <a:prstGeom prst="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A3668396-EEC7-F5C9-5CC9-FD460A1C9E5F}"/>
              </a:ext>
            </a:extLst>
          </p:cNvPr>
          <p:cNvSpPr>
            <a:spLocks noGrp="1"/>
          </p:cNvSpPr>
          <p:nvPr>
            <p:ph type="chart" sz="quarter" idx="35"/>
          </p:nvPr>
        </p:nvSpPr>
        <p:spPr>
          <a:xfrm>
            <a:off x="6208860" y="1082675"/>
            <a:ext cx="5602039" cy="5216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 b="0" i="0">
                <a:latin typeface="Replica LL TT" panose="020B0504010101010104" pitchFamily="34" charset="77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DF1E2C6-5A96-66EA-963D-0551C20004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2844800"/>
            <a:ext cx="4847145" cy="31797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>
                <a:latin typeface="Replica LL TT" panose="020B0504010101010104" pitchFamily="34" charset="77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AC083D7F-6396-2227-3FD9-F162E7EAB0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436ECD3-EDEF-8A25-B1E0-B23F68A4A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706E76-55F7-AECE-E4D7-2FEE5E34DB68}"/>
              </a:ext>
            </a:extLst>
          </p:cNvPr>
          <p:cNvCxnSpPr>
            <a:cxnSpLocks/>
          </p:cNvCxnSpPr>
          <p:nvPr userDrawn="1"/>
        </p:nvCxnSpPr>
        <p:spPr>
          <a:xfrm>
            <a:off x="342900" y="8763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4191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-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11D84B5-B3C1-D5BE-7934-3AAB4223ECED}"/>
              </a:ext>
            </a:extLst>
          </p:cNvPr>
          <p:cNvGrpSpPr/>
          <p:nvPr userDrawn="1"/>
        </p:nvGrpSpPr>
        <p:grpSpPr>
          <a:xfrm>
            <a:off x="3015667" y="1889288"/>
            <a:ext cx="287809" cy="287734"/>
            <a:chOff x="2630834" y="2193547"/>
            <a:chExt cx="287734" cy="287734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F0FBF25-587C-3F74-DE3A-B1E0F67CFA92}"/>
                </a:ext>
              </a:extLst>
            </p:cNvPr>
            <p:cNvSpPr/>
            <p:nvPr/>
          </p:nvSpPr>
          <p:spPr>
            <a:xfrm>
              <a:off x="2630834" y="2193547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D6E8B0FF-3C10-7DEA-2F57-0E63B986A26F}"/>
                </a:ext>
              </a:extLst>
            </p:cNvPr>
            <p:cNvSpPr/>
            <p:nvPr/>
          </p:nvSpPr>
          <p:spPr>
            <a:xfrm>
              <a:off x="2694775" y="2257488"/>
              <a:ext cx="159852" cy="159852"/>
            </a:xfrm>
            <a:custGeom>
              <a:avLst/>
              <a:gdLst>
                <a:gd name="csX0" fmla="*/ 138539 w 159852"/>
                <a:gd name="csY0" fmla="*/ 21314 h 159852"/>
                <a:gd name="csX1" fmla="*/ 21314 w 159852"/>
                <a:gd name="csY1" fmla="*/ 21314 h 159852"/>
                <a:gd name="csX2" fmla="*/ 21314 w 159852"/>
                <a:gd name="csY2" fmla="*/ 138539 h 159852"/>
                <a:gd name="csX3" fmla="*/ 138539 w 159852"/>
                <a:gd name="csY3" fmla="*/ 138539 h 159852"/>
                <a:gd name="csX4" fmla="*/ 138539 w 159852"/>
                <a:gd name="csY4" fmla="*/ 21314 h 159852"/>
                <a:gd name="csX5" fmla="*/ 159852 w 159852"/>
                <a:gd name="csY5" fmla="*/ 138539 h 159852"/>
                <a:gd name="csX6" fmla="*/ 138539 w 159852"/>
                <a:gd name="csY6" fmla="*/ 159852 h 159852"/>
                <a:gd name="csX7" fmla="*/ 21314 w 159852"/>
                <a:gd name="csY7" fmla="*/ 159852 h 159852"/>
                <a:gd name="csX8" fmla="*/ 0 w 159852"/>
                <a:gd name="csY8" fmla="*/ 138539 h 159852"/>
                <a:gd name="csX9" fmla="*/ 0 w 159852"/>
                <a:gd name="csY9" fmla="*/ 21314 h 159852"/>
                <a:gd name="csX10" fmla="*/ 21314 w 159852"/>
                <a:gd name="csY10" fmla="*/ 0 h 159852"/>
                <a:gd name="csX11" fmla="*/ 138539 w 159852"/>
                <a:gd name="csY11" fmla="*/ 0 h 159852"/>
                <a:gd name="csX12" fmla="*/ 159852 w 159852"/>
                <a:gd name="csY12" fmla="*/ 21314 h 159852"/>
                <a:gd name="csX13" fmla="*/ 159852 w 159852"/>
                <a:gd name="csY13" fmla="*/ 138539 h 1598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9852" h="159852">
                  <a:moveTo>
                    <a:pt x="138539" y="21314"/>
                  </a:moveTo>
                  <a:lnTo>
                    <a:pt x="21314" y="21314"/>
                  </a:lnTo>
                  <a:lnTo>
                    <a:pt x="21314" y="138539"/>
                  </a:lnTo>
                  <a:lnTo>
                    <a:pt x="138539" y="138539"/>
                  </a:lnTo>
                  <a:lnTo>
                    <a:pt x="138539" y="21314"/>
                  </a:lnTo>
                  <a:close/>
                  <a:moveTo>
                    <a:pt x="159852" y="138539"/>
                  </a:moveTo>
                  <a:lnTo>
                    <a:pt x="138539" y="159852"/>
                  </a:lnTo>
                  <a:lnTo>
                    <a:pt x="21314" y="159852"/>
                  </a:lnTo>
                  <a:lnTo>
                    <a:pt x="0" y="138539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38539" y="0"/>
                  </a:lnTo>
                  <a:lnTo>
                    <a:pt x="159852" y="21314"/>
                  </a:lnTo>
                  <a:lnTo>
                    <a:pt x="159852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D601B356-B5CD-1528-0901-F43D3A71F32A}"/>
                </a:ext>
              </a:extLst>
            </p:cNvPr>
            <p:cNvSpPr/>
            <p:nvPr/>
          </p:nvSpPr>
          <p:spPr>
            <a:xfrm>
              <a:off x="2764044" y="2326758"/>
              <a:ext cx="21313" cy="21313"/>
            </a:xfrm>
            <a:custGeom>
              <a:avLst/>
              <a:gdLst>
                <a:gd name="csX0" fmla="*/ 0 w 21313"/>
                <a:gd name="csY0" fmla="*/ 0 h 21313"/>
                <a:gd name="csX1" fmla="*/ 21314 w 21313"/>
                <a:gd name="csY1" fmla="*/ 0 h 21313"/>
                <a:gd name="csX2" fmla="*/ 21314 w 21313"/>
                <a:gd name="csY2" fmla="*/ 21314 h 21313"/>
                <a:gd name="csX3" fmla="*/ 0 w 21313"/>
                <a:gd name="csY3" fmla="*/ 21314 h 21313"/>
                <a:gd name="csX4" fmla="*/ 0 w 21313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21313">
                  <a:moveTo>
                    <a:pt x="0" y="0"/>
                  </a:moveTo>
                  <a:lnTo>
                    <a:pt x="21314" y="0"/>
                  </a:lnTo>
                  <a:lnTo>
                    <a:pt x="21314" y="21314"/>
                  </a:lnTo>
                  <a:lnTo>
                    <a:pt x="0" y="21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675D939A-2388-3380-66A6-4197D69C51A8}"/>
              </a:ext>
            </a:extLst>
          </p:cNvPr>
          <p:cNvGrpSpPr/>
          <p:nvPr userDrawn="1"/>
        </p:nvGrpSpPr>
        <p:grpSpPr>
          <a:xfrm>
            <a:off x="712924" y="2848403"/>
            <a:ext cx="287809" cy="287734"/>
            <a:chOff x="584722" y="3152662"/>
            <a:chExt cx="287734" cy="287734"/>
          </a:xfrm>
        </p:grpSpPr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2DE9C12B-D76E-2D7D-6524-BFFE743EB485}"/>
                </a:ext>
              </a:extLst>
            </p:cNvPr>
            <p:cNvSpPr/>
            <p:nvPr/>
          </p:nvSpPr>
          <p:spPr>
            <a:xfrm>
              <a:off x="584722" y="3227260"/>
              <a:ext cx="106568" cy="213136"/>
            </a:xfrm>
            <a:custGeom>
              <a:avLst/>
              <a:gdLst>
                <a:gd name="csX0" fmla="*/ 85255 w 106568"/>
                <a:gd name="csY0" fmla="*/ 21314 h 213136"/>
                <a:gd name="csX1" fmla="*/ 21314 w 106568"/>
                <a:gd name="csY1" fmla="*/ 21314 h 213136"/>
                <a:gd name="csX2" fmla="*/ 21314 w 106568"/>
                <a:gd name="csY2" fmla="*/ 191823 h 213136"/>
                <a:gd name="csX3" fmla="*/ 85255 w 106568"/>
                <a:gd name="csY3" fmla="*/ 191823 h 213136"/>
                <a:gd name="csX4" fmla="*/ 85255 w 106568"/>
                <a:gd name="csY4" fmla="*/ 21314 h 213136"/>
                <a:gd name="csX5" fmla="*/ 106568 w 106568"/>
                <a:gd name="csY5" fmla="*/ 213137 h 213136"/>
                <a:gd name="csX6" fmla="*/ 0 w 106568"/>
                <a:gd name="csY6" fmla="*/ 213137 h 213136"/>
                <a:gd name="csX7" fmla="*/ 0 w 106568"/>
                <a:gd name="csY7" fmla="*/ 21314 h 213136"/>
                <a:gd name="csX8" fmla="*/ 21314 w 106568"/>
                <a:gd name="csY8" fmla="*/ 0 h 213136"/>
                <a:gd name="csX9" fmla="*/ 106568 w 106568"/>
                <a:gd name="csY9" fmla="*/ 0 h 213136"/>
                <a:gd name="csX10" fmla="*/ 106568 w 106568"/>
                <a:gd name="csY10" fmla="*/ 213137 h 2131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6568" h="213136">
                  <a:moveTo>
                    <a:pt x="85255" y="21314"/>
                  </a:moveTo>
                  <a:lnTo>
                    <a:pt x="21314" y="21314"/>
                  </a:lnTo>
                  <a:lnTo>
                    <a:pt x="21314" y="191823"/>
                  </a:lnTo>
                  <a:lnTo>
                    <a:pt x="85255" y="191823"/>
                  </a:lnTo>
                  <a:lnTo>
                    <a:pt x="85255" y="21314"/>
                  </a:lnTo>
                  <a:close/>
                  <a:moveTo>
                    <a:pt x="106568" y="213137"/>
                  </a:moveTo>
                  <a:lnTo>
                    <a:pt x="0" y="213137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06568" y="0"/>
                  </a:lnTo>
                  <a:lnTo>
                    <a:pt x="106568" y="21313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FC8FF1B0-193A-6509-36ED-90CCFF7069A0}"/>
                </a:ext>
              </a:extLst>
            </p:cNvPr>
            <p:cNvSpPr/>
            <p:nvPr/>
          </p:nvSpPr>
          <p:spPr>
            <a:xfrm>
              <a:off x="669977" y="3152662"/>
              <a:ext cx="117225" cy="287734"/>
            </a:xfrm>
            <a:custGeom>
              <a:avLst/>
              <a:gdLst>
                <a:gd name="csX0" fmla="*/ 95911 w 117225"/>
                <a:gd name="csY0" fmla="*/ 21314 h 287734"/>
                <a:gd name="csX1" fmla="*/ 21314 w 117225"/>
                <a:gd name="csY1" fmla="*/ 21314 h 287734"/>
                <a:gd name="csX2" fmla="*/ 21314 w 117225"/>
                <a:gd name="csY2" fmla="*/ 266421 h 287734"/>
                <a:gd name="csX3" fmla="*/ 95911 w 117225"/>
                <a:gd name="csY3" fmla="*/ 266421 h 287734"/>
                <a:gd name="csX4" fmla="*/ 95911 w 117225"/>
                <a:gd name="csY4" fmla="*/ 21314 h 287734"/>
                <a:gd name="csX5" fmla="*/ 117225 w 117225"/>
                <a:gd name="csY5" fmla="*/ 287734 h 287734"/>
                <a:gd name="csX6" fmla="*/ 0 w 117225"/>
                <a:gd name="csY6" fmla="*/ 287734 h 287734"/>
                <a:gd name="csX7" fmla="*/ 0 w 117225"/>
                <a:gd name="csY7" fmla="*/ 0 h 287734"/>
                <a:gd name="csX8" fmla="*/ 117225 w 117225"/>
                <a:gd name="csY8" fmla="*/ 0 h 287734"/>
                <a:gd name="csX9" fmla="*/ 117225 w 117225"/>
                <a:gd name="csY9" fmla="*/ 28773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7225" h="287734">
                  <a:moveTo>
                    <a:pt x="9591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95911" y="266421"/>
                  </a:lnTo>
                  <a:lnTo>
                    <a:pt x="95911" y="21314"/>
                  </a:lnTo>
                  <a:close/>
                  <a:moveTo>
                    <a:pt x="117225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117225" y="0"/>
                  </a:lnTo>
                  <a:lnTo>
                    <a:pt x="117225" y="28773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92129B75-4D2F-EC63-B018-BC1CCDDC13E1}"/>
                </a:ext>
              </a:extLst>
            </p:cNvPr>
            <p:cNvSpPr/>
            <p:nvPr/>
          </p:nvSpPr>
          <p:spPr>
            <a:xfrm>
              <a:off x="765888" y="3269887"/>
              <a:ext cx="106568" cy="170509"/>
            </a:xfrm>
            <a:custGeom>
              <a:avLst/>
              <a:gdLst>
                <a:gd name="csX0" fmla="*/ 85255 w 106568"/>
                <a:gd name="csY0" fmla="*/ 21314 h 170509"/>
                <a:gd name="csX1" fmla="*/ 21314 w 106568"/>
                <a:gd name="csY1" fmla="*/ 21314 h 170509"/>
                <a:gd name="csX2" fmla="*/ 21314 w 106568"/>
                <a:gd name="csY2" fmla="*/ 149196 h 170509"/>
                <a:gd name="csX3" fmla="*/ 85255 w 106568"/>
                <a:gd name="csY3" fmla="*/ 149196 h 170509"/>
                <a:gd name="csX4" fmla="*/ 85255 w 106568"/>
                <a:gd name="csY4" fmla="*/ 21314 h 170509"/>
                <a:gd name="csX5" fmla="*/ 106568 w 106568"/>
                <a:gd name="csY5" fmla="*/ 170509 h 170509"/>
                <a:gd name="csX6" fmla="*/ 0 w 106568"/>
                <a:gd name="csY6" fmla="*/ 170509 h 170509"/>
                <a:gd name="csX7" fmla="*/ 0 w 106568"/>
                <a:gd name="csY7" fmla="*/ 0 h 170509"/>
                <a:gd name="csX8" fmla="*/ 85255 w 106568"/>
                <a:gd name="csY8" fmla="*/ 0 h 170509"/>
                <a:gd name="csX9" fmla="*/ 106568 w 106568"/>
                <a:gd name="csY9" fmla="*/ 21314 h 170509"/>
                <a:gd name="csX10" fmla="*/ 106568 w 106568"/>
                <a:gd name="csY10" fmla="*/ 170509 h 1705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6568" h="170509">
                  <a:moveTo>
                    <a:pt x="85255" y="21314"/>
                  </a:moveTo>
                  <a:lnTo>
                    <a:pt x="21314" y="21314"/>
                  </a:lnTo>
                  <a:lnTo>
                    <a:pt x="21314" y="149196"/>
                  </a:lnTo>
                  <a:lnTo>
                    <a:pt x="85255" y="149196"/>
                  </a:lnTo>
                  <a:lnTo>
                    <a:pt x="85255" y="21314"/>
                  </a:lnTo>
                  <a:close/>
                  <a:moveTo>
                    <a:pt x="106568" y="170509"/>
                  </a:moveTo>
                  <a:lnTo>
                    <a:pt x="0" y="170509"/>
                  </a:lnTo>
                  <a:lnTo>
                    <a:pt x="0" y="0"/>
                  </a:lnTo>
                  <a:lnTo>
                    <a:pt x="85255" y="0"/>
                  </a:lnTo>
                  <a:lnTo>
                    <a:pt x="106568" y="21314"/>
                  </a:lnTo>
                  <a:lnTo>
                    <a:pt x="106568" y="17050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7D8A9B22-841E-A519-ABEC-91CD0134B3EF}"/>
              </a:ext>
            </a:extLst>
          </p:cNvPr>
          <p:cNvGrpSpPr/>
          <p:nvPr userDrawn="1"/>
        </p:nvGrpSpPr>
        <p:grpSpPr>
          <a:xfrm>
            <a:off x="712072" y="3807517"/>
            <a:ext cx="289834" cy="287734"/>
            <a:chOff x="583870" y="4111776"/>
            <a:chExt cx="289759" cy="287734"/>
          </a:xfrm>
        </p:grpSpPr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C10C922D-075E-ED22-CD4B-B5066FFA006C}"/>
                </a:ext>
              </a:extLst>
            </p:cNvPr>
            <p:cNvSpPr/>
            <p:nvPr/>
          </p:nvSpPr>
          <p:spPr>
            <a:xfrm>
              <a:off x="583870" y="4111776"/>
              <a:ext cx="289759" cy="287734"/>
            </a:xfrm>
            <a:custGeom>
              <a:avLst/>
              <a:gdLst>
                <a:gd name="csX0" fmla="*/ 125591 w 289759"/>
                <a:gd name="csY0" fmla="*/ 6607 h 287734"/>
                <a:gd name="csX1" fmla="*/ 3037 w 289759"/>
                <a:gd name="csY1" fmla="*/ 257043 h 287734"/>
                <a:gd name="csX2" fmla="*/ 0 w 289759"/>
                <a:gd name="csY2" fmla="*/ 263277 h 287734"/>
                <a:gd name="csX3" fmla="*/ 20248 w 289759"/>
                <a:gd name="csY3" fmla="*/ 287734 h 287734"/>
                <a:gd name="csX4" fmla="*/ 270683 w 289759"/>
                <a:gd name="csY4" fmla="*/ 287734 h 287734"/>
                <a:gd name="csX5" fmla="*/ 289759 w 289759"/>
                <a:gd name="csY5" fmla="*/ 263863 h 287734"/>
                <a:gd name="csX6" fmla="*/ 286402 w 289759"/>
                <a:gd name="csY6" fmla="*/ 257043 h 287734"/>
                <a:gd name="csX7" fmla="*/ 163849 w 289759"/>
                <a:gd name="csY7" fmla="*/ 6607 h 287734"/>
                <a:gd name="csX8" fmla="*/ 160598 w 289759"/>
                <a:gd name="csY8" fmla="*/ 0 h 287734"/>
                <a:gd name="csX9" fmla="*/ 128788 w 289759"/>
                <a:gd name="csY9" fmla="*/ 0 h 287734"/>
                <a:gd name="csX10" fmla="*/ 125537 w 289759"/>
                <a:gd name="csY10" fmla="*/ 6607 h 287734"/>
                <a:gd name="csX11" fmla="*/ 267273 w 289759"/>
                <a:gd name="csY11" fmla="*/ 266421 h 287734"/>
                <a:gd name="csX12" fmla="*/ 22166 w 289759"/>
                <a:gd name="csY12" fmla="*/ 266421 h 287734"/>
                <a:gd name="csX13" fmla="*/ 144720 w 289759"/>
                <a:gd name="csY13" fmla="*/ 15985 h 287734"/>
                <a:gd name="csX14" fmla="*/ 267273 w 289759"/>
                <a:gd name="csY14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9759" h="287734">
                  <a:moveTo>
                    <a:pt x="125591" y="6607"/>
                  </a:moveTo>
                  <a:lnTo>
                    <a:pt x="3037" y="257043"/>
                  </a:lnTo>
                  <a:lnTo>
                    <a:pt x="0" y="263277"/>
                  </a:lnTo>
                  <a:lnTo>
                    <a:pt x="20248" y="287734"/>
                  </a:lnTo>
                  <a:lnTo>
                    <a:pt x="270683" y="287734"/>
                  </a:lnTo>
                  <a:lnTo>
                    <a:pt x="289759" y="263863"/>
                  </a:lnTo>
                  <a:lnTo>
                    <a:pt x="286402" y="257043"/>
                  </a:lnTo>
                  <a:lnTo>
                    <a:pt x="163849" y="6607"/>
                  </a:lnTo>
                  <a:lnTo>
                    <a:pt x="160598" y="0"/>
                  </a:lnTo>
                  <a:lnTo>
                    <a:pt x="128788" y="0"/>
                  </a:lnTo>
                  <a:lnTo>
                    <a:pt x="125537" y="6607"/>
                  </a:lnTo>
                  <a:close/>
                  <a:moveTo>
                    <a:pt x="267273" y="266421"/>
                  </a:moveTo>
                  <a:lnTo>
                    <a:pt x="22166" y="266421"/>
                  </a:lnTo>
                  <a:lnTo>
                    <a:pt x="144720" y="15985"/>
                  </a:lnTo>
                  <a:lnTo>
                    <a:pt x="267273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47EF7137-3FDA-FCE8-1465-B61E5C47F09E}"/>
                </a:ext>
              </a:extLst>
            </p:cNvPr>
            <p:cNvSpPr/>
            <p:nvPr/>
          </p:nvSpPr>
          <p:spPr>
            <a:xfrm>
              <a:off x="713563" y="4319584"/>
              <a:ext cx="30158" cy="30158"/>
            </a:xfrm>
            <a:custGeom>
              <a:avLst/>
              <a:gdLst>
                <a:gd name="csX0" fmla="*/ 0 w 30158"/>
                <a:gd name="csY0" fmla="*/ 15079 h 30158"/>
                <a:gd name="csX1" fmla="*/ 15079 w 30158"/>
                <a:gd name="csY1" fmla="*/ 0 h 30158"/>
                <a:gd name="csX2" fmla="*/ 30159 w 30158"/>
                <a:gd name="csY2" fmla="*/ 15079 h 30158"/>
                <a:gd name="csX3" fmla="*/ 15079 w 30158"/>
                <a:gd name="csY3" fmla="*/ 30159 h 30158"/>
                <a:gd name="csX4" fmla="*/ 0 w 30158"/>
                <a:gd name="csY4" fmla="*/ 15079 h 301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158" h="30158">
                  <a:moveTo>
                    <a:pt x="0" y="15079"/>
                  </a:moveTo>
                  <a:lnTo>
                    <a:pt x="15079" y="0"/>
                  </a:lnTo>
                  <a:lnTo>
                    <a:pt x="30159" y="15079"/>
                  </a:lnTo>
                  <a:lnTo>
                    <a:pt x="15079" y="30159"/>
                  </a:lnTo>
                  <a:lnTo>
                    <a:pt x="0" y="1507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286E4E09-D1DF-8C6E-80E5-58E8BC76F655}"/>
                </a:ext>
              </a:extLst>
            </p:cNvPr>
            <p:cNvSpPr/>
            <p:nvPr/>
          </p:nvSpPr>
          <p:spPr>
            <a:xfrm>
              <a:off x="717933" y="4207688"/>
              <a:ext cx="21313" cy="101239"/>
            </a:xfrm>
            <a:custGeom>
              <a:avLst/>
              <a:gdLst>
                <a:gd name="csX0" fmla="*/ 0 w 21313"/>
                <a:gd name="csY0" fmla="*/ 0 h 101239"/>
                <a:gd name="csX1" fmla="*/ 21314 w 21313"/>
                <a:gd name="csY1" fmla="*/ 0 h 101239"/>
                <a:gd name="csX2" fmla="*/ 21314 w 21313"/>
                <a:gd name="csY2" fmla="*/ 101240 h 101239"/>
                <a:gd name="csX3" fmla="*/ 0 w 21313"/>
                <a:gd name="csY3" fmla="*/ 101240 h 101239"/>
                <a:gd name="csX4" fmla="*/ 0 w 21313"/>
                <a:gd name="csY4" fmla="*/ 0 h 101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01239">
                  <a:moveTo>
                    <a:pt x="0" y="0"/>
                  </a:moveTo>
                  <a:lnTo>
                    <a:pt x="21314" y="0"/>
                  </a:lnTo>
                  <a:lnTo>
                    <a:pt x="21314" y="101240"/>
                  </a:lnTo>
                  <a:lnTo>
                    <a:pt x="0" y="101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FA68F542-69B8-091F-B150-5E5568E92762}"/>
              </a:ext>
            </a:extLst>
          </p:cNvPr>
          <p:cNvGrpSpPr/>
          <p:nvPr userDrawn="1"/>
        </p:nvGrpSpPr>
        <p:grpSpPr>
          <a:xfrm>
            <a:off x="712924" y="5725746"/>
            <a:ext cx="287809" cy="287734"/>
            <a:chOff x="584722" y="6030005"/>
            <a:chExt cx="287734" cy="287734"/>
          </a:xfrm>
        </p:grpSpPr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BCB29FE2-3CB3-A1D4-B05E-9A874A00440F}"/>
                </a:ext>
              </a:extLst>
            </p:cNvPr>
            <p:cNvSpPr/>
            <p:nvPr/>
          </p:nvSpPr>
          <p:spPr>
            <a:xfrm>
              <a:off x="584722" y="6030005"/>
              <a:ext cx="287734" cy="287734"/>
            </a:xfrm>
            <a:custGeom>
              <a:avLst/>
              <a:gdLst>
                <a:gd name="csX0" fmla="*/ 198377 w 287734"/>
                <a:gd name="csY0" fmla="*/ 21314 h 287734"/>
                <a:gd name="csX1" fmla="*/ 89411 w 287734"/>
                <a:gd name="csY1" fmla="*/ 21314 h 287734"/>
                <a:gd name="csX2" fmla="*/ 21314 w 287734"/>
                <a:gd name="csY2" fmla="*/ 89411 h 287734"/>
                <a:gd name="csX3" fmla="*/ 21314 w 287734"/>
                <a:gd name="csY3" fmla="*/ 198377 h 287734"/>
                <a:gd name="csX4" fmla="*/ 89411 w 287734"/>
                <a:gd name="csY4" fmla="*/ 266474 h 287734"/>
                <a:gd name="csX5" fmla="*/ 198377 w 287734"/>
                <a:gd name="csY5" fmla="*/ 266474 h 287734"/>
                <a:gd name="csX6" fmla="*/ 266474 w 287734"/>
                <a:gd name="csY6" fmla="*/ 198377 h 287734"/>
                <a:gd name="csX7" fmla="*/ 266474 w 287734"/>
                <a:gd name="csY7" fmla="*/ 89411 h 287734"/>
                <a:gd name="csX8" fmla="*/ 198377 w 287734"/>
                <a:gd name="csY8" fmla="*/ 21314 h 287734"/>
                <a:gd name="csX9" fmla="*/ 287734 w 287734"/>
                <a:gd name="csY9" fmla="*/ 207169 h 287734"/>
                <a:gd name="csX10" fmla="*/ 207169 w 287734"/>
                <a:gd name="csY10" fmla="*/ 287734 h 287734"/>
                <a:gd name="csX11" fmla="*/ 80566 w 287734"/>
                <a:gd name="csY11" fmla="*/ 287734 h 287734"/>
                <a:gd name="csX12" fmla="*/ 0 w 287734"/>
                <a:gd name="csY12" fmla="*/ 207169 h 287734"/>
                <a:gd name="csX13" fmla="*/ 0 w 287734"/>
                <a:gd name="csY13" fmla="*/ 80566 h 287734"/>
                <a:gd name="csX14" fmla="*/ 80566 w 287734"/>
                <a:gd name="csY14" fmla="*/ 0 h 287734"/>
                <a:gd name="csX15" fmla="*/ 207169 w 287734"/>
                <a:gd name="csY15" fmla="*/ 0 h 287734"/>
                <a:gd name="csX16" fmla="*/ 287734 w 287734"/>
                <a:gd name="csY16" fmla="*/ 80566 h 287734"/>
                <a:gd name="csX17" fmla="*/ 287734 w 287734"/>
                <a:gd name="csY17" fmla="*/ 207169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198377" y="21314"/>
                  </a:moveTo>
                  <a:lnTo>
                    <a:pt x="89411" y="21314"/>
                  </a:lnTo>
                  <a:lnTo>
                    <a:pt x="21314" y="89411"/>
                  </a:lnTo>
                  <a:lnTo>
                    <a:pt x="21314" y="198377"/>
                  </a:lnTo>
                  <a:lnTo>
                    <a:pt x="89411" y="266474"/>
                  </a:lnTo>
                  <a:lnTo>
                    <a:pt x="198377" y="266474"/>
                  </a:lnTo>
                  <a:lnTo>
                    <a:pt x="266474" y="198377"/>
                  </a:lnTo>
                  <a:lnTo>
                    <a:pt x="266474" y="89411"/>
                  </a:lnTo>
                  <a:lnTo>
                    <a:pt x="198377" y="21314"/>
                  </a:lnTo>
                  <a:close/>
                  <a:moveTo>
                    <a:pt x="287734" y="207169"/>
                  </a:moveTo>
                  <a:lnTo>
                    <a:pt x="207169" y="287734"/>
                  </a:lnTo>
                  <a:lnTo>
                    <a:pt x="80566" y="287734"/>
                  </a:lnTo>
                  <a:lnTo>
                    <a:pt x="0" y="207169"/>
                  </a:lnTo>
                  <a:lnTo>
                    <a:pt x="0" y="80566"/>
                  </a:lnTo>
                  <a:lnTo>
                    <a:pt x="80566" y="0"/>
                  </a:lnTo>
                  <a:lnTo>
                    <a:pt x="207169" y="0"/>
                  </a:lnTo>
                  <a:lnTo>
                    <a:pt x="287734" y="80566"/>
                  </a:lnTo>
                  <a:lnTo>
                    <a:pt x="287734" y="20716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FF8E915E-D05F-76F9-1F76-EA68D04DAFC7}"/>
                </a:ext>
              </a:extLst>
            </p:cNvPr>
            <p:cNvSpPr/>
            <p:nvPr/>
          </p:nvSpPr>
          <p:spPr>
            <a:xfrm>
              <a:off x="676478" y="6095109"/>
              <a:ext cx="103584" cy="158050"/>
            </a:xfrm>
            <a:custGeom>
              <a:avLst/>
              <a:gdLst>
                <a:gd name="csX0" fmla="*/ 41455 w 103584"/>
                <a:gd name="csY0" fmla="*/ 136257 h 158050"/>
                <a:gd name="csX1" fmla="*/ 62769 w 103584"/>
                <a:gd name="csY1" fmla="*/ 136257 h 158050"/>
                <a:gd name="csX2" fmla="*/ 62769 w 103584"/>
                <a:gd name="csY2" fmla="*/ 158051 h 158050"/>
                <a:gd name="csX3" fmla="*/ 41455 w 103584"/>
                <a:gd name="csY3" fmla="*/ 158051 h 158050"/>
                <a:gd name="csX4" fmla="*/ 41455 w 103584"/>
                <a:gd name="csY4" fmla="*/ 136257 h 158050"/>
                <a:gd name="csX5" fmla="*/ 41455 w 103584"/>
                <a:gd name="csY5" fmla="*/ 92458 h 158050"/>
                <a:gd name="csX6" fmla="*/ 48755 w 103584"/>
                <a:gd name="csY6" fmla="*/ 82334 h 158050"/>
                <a:gd name="csX7" fmla="*/ 48755 w 103584"/>
                <a:gd name="csY7" fmla="*/ 82334 h 158050"/>
                <a:gd name="csX8" fmla="*/ 48968 w 103584"/>
                <a:gd name="csY8" fmla="*/ 82227 h 158050"/>
                <a:gd name="csX9" fmla="*/ 50034 w 103584"/>
                <a:gd name="csY9" fmla="*/ 81854 h 158050"/>
                <a:gd name="csX10" fmla="*/ 54137 w 103584"/>
                <a:gd name="csY10" fmla="*/ 80149 h 158050"/>
                <a:gd name="csX11" fmla="*/ 66605 w 103584"/>
                <a:gd name="csY11" fmla="*/ 73382 h 158050"/>
                <a:gd name="csX12" fmla="*/ 82271 w 103584"/>
                <a:gd name="csY12" fmla="*/ 51589 h 158050"/>
                <a:gd name="csX13" fmla="*/ 82271 w 103584"/>
                <a:gd name="csY13" fmla="*/ 51589 h 158050"/>
                <a:gd name="csX14" fmla="*/ 75184 w 103584"/>
                <a:gd name="csY14" fmla="*/ 32087 h 158050"/>
                <a:gd name="csX15" fmla="*/ 57174 w 103584"/>
                <a:gd name="csY15" fmla="*/ 21750 h 158050"/>
                <a:gd name="csX16" fmla="*/ 36766 w 103584"/>
                <a:gd name="csY16" fmla="*/ 25480 h 158050"/>
                <a:gd name="csX17" fmla="*/ 23605 w 103584"/>
                <a:gd name="csY17" fmla="*/ 41518 h 158050"/>
                <a:gd name="csX18" fmla="*/ 20088 w 103584"/>
                <a:gd name="csY18" fmla="*/ 51589 h 158050"/>
                <a:gd name="csX19" fmla="*/ 0 w 103584"/>
                <a:gd name="csY19" fmla="*/ 44502 h 158050"/>
                <a:gd name="csX20" fmla="*/ 3517 w 103584"/>
                <a:gd name="csY20" fmla="*/ 34431 h 158050"/>
                <a:gd name="csX21" fmla="*/ 26003 w 103584"/>
                <a:gd name="csY21" fmla="*/ 7097 h 158050"/>
                <a:gd name="csX22" fmla="*/ 60797 w 103584"/>
                <a:gd name="csY22" fmla="*/ 756 h 158050"/>
                <a:gd name="csX23" fmla="*/ 91489 w 103584"/>
                <a:gd name="csY23" fmla="*/ 18339 h 158050"/>
                <a:gd name="csX24" fmla="*/ 103584 w 103584"/>
                <a:gd name="csY24" fmla="*/ 51589 h 158050"/>
                <a:gd name="csX25" fmla="*/ 78434 w 103584"/>
                <a:gd name="csY25" fmla="*/ 91072 h 158050"/>
                <a:gd name="csX26" fmla="*/ 62822 w 103584"/>
                <a:gd name="csY26" fmla="*/ 99598 h 158050"/>
                <a:gd name="csX27" fmla="*/ 62822 w 103584"/>
                <a:gd name="csY27" fmla="*/ 99598 h 158050"/>
                <a:gd name="csX28" fmla="*/ 62822 w 103584"/>
                <a:gd name="csY28" fmla="*/ 116595 h 158050"/>
                <a:gd name="csX29" fmla="*/ 41508 w 103584"/>
                <a:gd name="csY29" fmla="*/ 116595 h 158050"/>
                <a:gd name="csX30" fmla="*/ 41508 w 103584"/>
                <a:gd name="csY30" fmla="*/ 92405 h 158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03584" h="158050">
                  <a:moveTo>
                    <a:pt x="41455" y="136257"/>
                  </a:moveTo>
                  <a:lnTo>
                    <a:pt x="62769" y="136257"/>
                  </a:lnTo>
                  <a:lnTo>
                    <a:pt x="62769" y="158051"/>
                  </a:lnTo>
                  <a:lnTo>
                    <a:pt x="41455" y="158051"/>
                  </a:lnTo>
                  <a:lnTo>
                    <a:pt x="41455" y="136257"/>
                  </a:lnTo>
                  <a:close/>
                  <a:moveTo>
                    <a:pt x="41455" y="92458"/>
                  </a:moveTo>
                  <a:cubicBezTo>
                    <a:pt x="41455" y="87875"/>
                    <a:pt x="44386" y="83826"/>
                    <a:pt x="48755" y="82334"/>
                  </a:cubicBezTo>
                  <a:cubicBezTo>
                    <a:pt x="48755" y="82334"/>
                    <a:pt x="48755" y="82334"/>
                    <a:pt x="48755" y="82334"/>
                  </a:cubicBezTo>
                  <a:cubicBezTo>
                    <a:pt x="48755" y="82334"/>
                    <a:pt x="48862" y="82334"/>
                    <a:pt x="48968" y="82227"/>
                  </a:cubicBezTo>
                  <a:cubicBezTo>
                    <a:pt x="49181" y="82121"/>
                    <a:pt x="49554" y="82014"/>
                    <a:pt x="50034" y="81854"/>
                  </a:cubicBezTo>
                  <a:cubicBezTo>
                    <a:pt x="50993" y="81481"/>
                    <a:pt x="52432" y="80948"/>
                    <a:pt x="54137" y="80149"/>
                  </a:cubicBezTo>
                  <a:cubicBezTo>
                    <a:pt x="57600" y="78604"/>
                    <a:pt x="62129" y="76313"/>
                    <a:pt x="66605" y="73382"/>
                  </a:cubicBezTo>
                  <a:cubicBezTo>
                    <a:pt x="76196" y="66988"/>
                    <a:pt x="82271" y="59581"/>
                    <a:pt x="82271" y="51589"/>
                  </a:cubicBezTo>
                  <a:lnTo>
                    <a:pt x="82271" y="51589"/>
                  </a:lnTo>
                  <a:cubicBezTo>
                    <a:pt x="82271" y="44449"/>
                    <a:pt x="79766" y="37522"/>
                    <a:pt x="75184" y="32087"/>
                  </a:cubicBezTo>
                  <a:cubicBezTo>
                    <a:pt x="70602" y="26652"/>
                    <a:pt x="64207" y="22975"/>
                    <a:pt x="57174" y="21750"/>
                  </a:cubicBezTo>
                  <a:cubicBezTo>
                    <a:pt x="50140" y="20524"/>
                    <a:pt x="42894" y="21856"/>
                    <a:pt x="36766" y="25480"/>
                  </a:cubicBezTo>
                  <a:cubicBezTo>
                    <a:pt x="30638" y="29103"/>
                    <a:pt x="25949" y="34751"/>
                    <a:pt x="23605" y="41518"/>
                  </a:cubicBezTo>
                  <a:lnTo>
                    <a:pt x="20088" y="51589"/>
                  </a:lnTo>
                  <a:lnTo>
                    <a:pt x="0" y="44502"/>
                  </a:lnTo>
                  <a:lnTo>
                    <a:pt x="3517" y="34431"/>
                  </a:lnTo>
                  <a:cubicBezTo>
                    <a:pt x="7566" y="22975"/>
                    <a:pt x="15506" y="13277"/>
                    <a:pt x="26003" y="7097"/>
                  </a:cubicBezTo>
                  <a:cubicBezTo>
                    <a:pt x="36500" y="916"/>
                    <a:pt x="48808" y="-1322"/>
                    <a:pt x="60797" y="756"/>
                  </a:cubicBezTo>
                  <a:cubicBezTo>
                    <a:pt x="72786" y="2834"/>
                    <a:pt x="83656" y="9068"/>
                    <a:pt x="91489" y="18339"/>
                  </a:cubicBezTo>
                  <a:cubicBezTo>
                    <a:pt x="99322" y="27611"/>
                    <a:pt x="103584" y="39440"/>
                    <a:pt x="103584" y="51589"/>
                  </a:cubicBezTo>
                  <a:cubicBezTo>
                    <a:pt x="103584" y="70878"/>
                    <a:pt x="89251" y="83879"/>
                    <a:pt x="78434" y="91072"/>
                  </a:cubicBezTo>
                  <a:cubicBezTo>
                    <a:pt x="72680" y="94909"/>
                    <a:pt x="66978" y="97733"/>
                    <a:pt x="62822" y="99598"/>
                  </a:cubicBezTo>
                  <a:cubicBezTo>
                    <a:pt x="62822" y="99598"/>
                    <a:pt x="62822" y="99598"/>
                    <a:pt x="62822" y="99598"/>
                  </a:cubicBezTo>
                  <a:lnTo>
                    <a:pt x="62822" y="116595"/>
                  </a:lnTo>
                  <a:lnTo>
                    <a:pt x="41508" y="116595"/>
                  </a:lnTo>
                  <a:lnTo>
                    <a:pt x="41508" y="9240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FCC34D25-F768-9F03-DE70-DC7CEF06E46C}"/>
              </a:ext>
            </a:extLst>
          </p:cNvPr>
          <p:cNvGrpSpPr/>
          <p:nvPr userDrawn="1"/>
        </p:nvGrpSpPr>
        <p:grpSpPr>
          <a:xfrm>
            <a:off x="3015667" y="5725746"/>
            <a:ext cx="287809" cy="287734"/>
            <a:chOff x="2630834" y="6030005"/>
            <a:chExt cx="287734" cy="287734"/>
          </a:xfrm>
        </p:grpSpPr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B6FF7920-9E98-7420-D2A1-3638E914A0C7}"/>
                </a:ext>
              </a:extLst>
            </p:cNvPr>
            <p:cNvSpPr/>
            <p:nvPr/>
          </p:nvSpPr>
          <p:spPr>
            <a:xfrm>
              <a:off x="2630834" y="6030005"/>
              <a:ext cx="287734" cy="287734"/>
            </a:xfrm>
            <a:custGeom>
              <a:avLst/>
              <a:gdLst>
                <a:gd name="csX0" fmla="*/ 198377 w 287734"/>
                <a:gd name="csY0" fmla="*/ 21314 h 287734"/>
                <a:gd name="csX1" fmla="*/ 89411 w 287734"/>
                <a:gd name="csY1" fmla="*/ 21314 h 287734"/>
                <a:gd name="csX2" fmla="*/ 21314 w 287734"/>
                <a:gd name="csY2" fmla="*/ 89411 h 287734"/>
                <a:gd name="csX3" fmla="*/ 21314 w 287734"/>
                <a:gd name="csY3" fmla="*/ 198377 h 287734"/>
                <a:gd name="csX4" fmla="*/ 89411 w 287734"/>
                <a:gd name="csY4" fmla="*/ 266474 h 287734"/>
                <a:gd name="csX5" fmla="*/ 198377 w 287734"/>
                <a:gd name="csY5" fmla="*/ 266474 h 287734"/>
                <a:gd name="csX6" fmla="*/ 266474 w 287734"/>
                <a:gd name="csY6" fmla="*/ 198377 h 287734"/>
                <a:gd name="csX7" fmla="*/ 266474 w 287734"/>
                <a:gd name="csY7" fmla="*/ 89411 h 287734"/>
                <a:gd name="csX8" fmla="*/ 198377 w 287734"/>
                <a:gd name="csY8" fmla="*/ 21314 h 287734"/>
                <a:gd name="csX9" fmla="*/ 287734 w 287734"/>
                <a:gd name="csY9" fmla="*/ 207169 h 287734"/>
                <a:gd name="csX10" fmla="*/ 207169 w 287734"/>
                <a:gd name="csY10" fmla="*/ 287734 h 287734"/>
                <a:gd name="csX11" fmla="*/ 80566 w 287734"/>
                <a:gd name="csY11" fmla="*/ 287734 h 287734"/>
                <a:gd name="csX12" fmla="*/ 0 w 287734"/>
                <a:gd name="csY12" fmla="*/ 207169 h 287734"/>
                <a:gd name="csX13" fmla="*/ 0 w 287734"/>
                <a:gd name="csY13" fmla="*/ 80566 h 287734"/>
                <a:gd name="csX14" fmla="*/ 80566 w 287734"/>
                <a:gd name="csY14" fmla="*/ 0 h 287734"/>
                <a:gd name="csX15" fmla="*/ 207169 w 287734"/>
                <a:gd name="csY15" fmla="*/ 0 h 287734"/>
                <a:gd name="csX16" fmla="*/ 287734 w 287734"/>
                <a:gd name="csY16" fmla="*/ 80566 h 287734"/>
                <a:gd name="csX17" fmla="*/ 287734 w 287734"/>
                <a:gd name="csY17" fmla="*/ 207169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198377" y="21314"/>
                  </a:moveTo>
                  <a:lnTo>
                    <a:pt x="89411" y="21314"/>
                  </a:lnTo>
                  <a:lnTo>
                    <a:pt x="21314" y="89411"/>
                  </a:lnTo>
                  <a:lnTo>
                    <a:pt x="21314" y="198377"/>
                  </a:lnTo>
                  <a:lnTo>
                    <a:pt x="89411" y="266474"/>
                  </a:lnTo>
                  <a:lnTo>
                    <a:pt x="198377" y="266474"/>
                  </a:lnTo>
                  <a:lnTo>
                    <a:pt x="266474" y="198377"/>
                  </a:lnTo>
                  <a:lnTo>
                    <a:pt x="266474" y="89411"/>
                  </a:lnTo>
                  <a:lnTo>
                    <a:pt x="198377" y="21314"/>
                  </a:lnTo>
                  <a:close/>
                  <a:moveTo>
                    <a:pt x="287734" y="207169"/>
                  </a:moveTo>
                  <a:lnTo>
                    <a:pt x="207169" y="287734"/>
                  </a:lnTo>
                  <a:lnTo>
                    <a:pt x="80566" y="287734"/>
                  </a:lnTo>
                  <a:lnTo>
                    <a:pt x="0" y="207169"/>
                  </a:lnTo>
                  <a:lnTo>
                    <a:pt x="0" y="80566"/>
                  </a:lnTo>
                  <a:lnTo>
                    <a:pt x="80566" y="0"/>
                  </a:lnTo>
                  <a:lnTo>
                    <a:pt x="207169" y="0"/>
                  </a:lnTo>
                  <a:lnTo>
                    <a:pt x="287734" y="80566"/>
                  </a:lnTo>
                  <a:lnTo>
                    <a:pt x="287734" y="20716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FA386AFA-7938-9853-40AD-A685B6449FFB}"/>
                </a:ext>
              </a:extLst>
            </p:cNvPr>
            <p:cNvSpPr/>
            <p:nvPr/>
          </p:nvSpPr>
          <p:spPr>
            <a:xfrm>
              <a:off x="2764310" y="6136787"/>
              <a:ext cx="20834" cy="116745"/>
            </a:xfrm>
            <a:custGeom>
              <a:avLst/>
              <a:gdLst>
                <a:gd name="csX0" fmla="*/ 0 w 20834"/>
                <a:gd name="csY0" fmla="*/ 0 h 116745"/>
                <a:gd name="csX1" fmla="*/ 20834 w 20834"/>
                <a:gd name="csY1" fmla="*/ 0 h 116745"/>
                <a:gd name="csX2" fmla="*/ 20834 w 20834"/>
                <a:gd name="csY2" fmla="*/ 116746 h 116745"/>
                <a:gd name="csX3" fmla="*/ 0 w 20834"/>
                <a:gd name="csY3" fmla="*/ 116746 h 116745"/>
                <a:gd name="csX4" fmla="*/ 0 w 20834"/>
                <a:gd name="csY4" fmla="*/ 0 h 1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834" h="116745">
                  <a:moveTo>
                    <a:pt x="0" y="0"/>
                  </a:moveTo>
                  <a:lnTo>
                    <a:pt x="20834" y="0"/>
                  </a:lnTo>
                  <a:lnTo>
                    <a:pt x="20834" y="116746"/>
                  </a:lnTo>
                  <a:lnTo>
                    <a:pt x="0" y="11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E5853CCC-A3D8-80C6-F07C-FAC92D0A7107}"/>
                </a:ext>
              </a:extLst>
            </p:cNvPr>
            <p:cNvSpPr/>
            <p:nvPr/>
          </p:nvSpPr>
          <p:spPr>
            <a:xfrm>
              <a:off x="2764044" y="6093946"/>
              <a:ext cx="21313" cy="21313"/>
            </a:xfrm>
            <a:custGeom>
              <a:avLst/>
              <a:gdLst>
                <a:gd name="csX0" fmla="*/ 0 w 21313"/>
                <a:gd name="csY0" fmla="*/ 0 h 21313"/>
                <a:gd name="csX1" fmla="*/ 21314 w 21313"/>
                <a:gd name="csY1" fmla="*/ 0 h 21313"/>
                <a:gd name="csX2" fmla="*/ 21314 w 21313"/>
                <a:gd name="csY2" fmla="*/ 21314 h 21313"/>
                <a:gd name="csX3" fmla="*/ 0 w 21313"/>
                <a:gd name="csY3" fmla="*/ 21314 h 21313"/>
                <a:gd name="csX4" fmla="*/ 0 w 21313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21313">
                  <a:moveTo>
                    <a:pt x="0" y="0"/>
                  </a:moveTo>
                  <a:lnTo>
                    <a:pt x="21314" y="0"/>
                  </a:lnTo>
                  <a:lnTo>
                    <a:pt x="21314" y="21314"/>
                  </a:lnTo>
                  <a:lnTo>
                    <a:pt x="0" y="21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1412C09A-FF9B-B81E-7954-6C3C2F6558CF}"/>
              </a:ext>
            </a:extLst>
          </p:cNvPr>
          <p:cNvGrpSpPr/>
          <p:nvPr userDrawn="1"/>
        </p:nvGrpSpPr>
        <p:grpSpPr>
          <a:xfrm>
            <a:off x="4167039" y="5725746"/>
            <a:ext cx="289088" cy="287628"/>
            <a:chOff x="3653889" y="6030005"/>
            <a:chExt cx="289013" cy="287628"/>
          </a:xfrm>
        </p:grpSpPr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9D5F7B04-C0DE-A3DB-57CE-080EA009E2A6}"/>
                </a:ext>
              </a:extLst>
            </p:cNvPr>
            <p:cNvSpPr/>
            <p:nvPr/>
          </p:nvSpPr>
          <p:spPr>
            <a:xfrm>
              <a:off x="3653889" y="6110411"/>
              <a:ext cx="185055" cy="207222"/>
            </a:xfrm>
            <a:custGeom>
              <a:avLst/>
              <a:gdLst>
                <a:gd name="csX0" fmla="*/ 98416 w 185055"/>
                <a:gd name="csY0" fmla="*/ 0 h 207222"/>
                <a:gd name="csX1" fmla="*/ 0 w 185055"/>
                <a:gd name="csY1" fmla="*/ 98416 h 207222"/>
                <a:gd name="csX2" fmla="*/ 0 w 185055"/>
                <a:gd name="csY2" fmla="*/ 128575 h 207222"/>
                <a:gd name="csX3" fmla="*/ 78647 w 185055"/>
                <a:gd name="csY3" fmla="*/ 207222 h 207222"/>
                <a:gd name="csX4" fmla="*/ 108806 w 185055"/>
                <a:gd name="csY4" fmla="*/ 207222 h 207222"/>
                <a:gd name="csX5" fmla="*/ 159799 w 185055"/>
                <a:gd name="csY5" fmla="*/ 156229 h 207222"/>
                <a:gd name="csX6" fmla="*/ 144720 w 185055"/>
                <a:gd name="csY6" fmla="*/ 141150 h 207222"/>
                <a:gd name="csX7" fmla="*/ 93727 w 185055"/>
                <a:gd name="csY7" fmla="*/ 192143 h 207222"/>
                <a:gd name="csX8" fmla="*/ 15026 w 185055"/>
                <a:gd name="csY8" fmla="*/ 113495 h 207222"/>
                <a:gd name="csX9" fmla="*/ 113442 w 185055"/>
                <a:gd name="csY9" fmla="*/ 15080 h 207222"/>
                <a:gd name="csX10" fmla="*/ 169976 w 185055"/>
                <a:gd name="csY10" fmla="*/ 71614 h 207222"/>
                <a:gd name="csX11" fmla="*/ 185056 w 185055"/>
                <a:gd name="csY11" fmla="*/ 56535 h 207222"/>
                <a:gd name="csX12" fmla="*/ 128521 w 185055"/>
                <a:gd name="csY12" fmla="*/ 0 h 207222"/>
                <a:gd name="csX13" fmla="*/ 98363 w 185055"/>
                <a:gd name="csY13" fmla="*/ 0 h 207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5055" h="207222">
                  <a:moveTo>
                    <a:pt x="98416" y="0"/>
                  </a:moveTo>
                  <a:lnTo>
                    <a:pt x="0" y="98416"/>
                  </a:lnTo>
                  <a:lnTo>
                    <a:pt x="0" y="128575"/>
                  </a:lnTo>
                  <a:lnTo>
                    <a:pt x="78647" y="207222"/>
                  </a:lnTo>
                  <a:lnTo>
                    <a:pt x="108806" y="207222"/>
                  </a:lnTo>
                  <a:lnTo>
                    <a:pt x="159799" y="156229"/>
                  </a:lnTo>
                  <a:lnTo>
                    <a:pt x="144720" y="141150"/>
                  </a:lnTo>
                  <a:lnTo>
                    <a:pt x="93727" y="192143"/>
                  </a:lnTo>
                  <a:lnTo>
                    <a:pt x="15026" y="113495"/>
                  </a:lnTo>
                  <a:lnTo>
                    <a:pt x="113442" y="15080"/>
                  </a:lnTo>
                  <a:lnTo>
                    <a:pt x="169976" y="71614"/>
                  </a:lnTo>
                  <a:lnTo>
                    <a:pt x="185056" y="56535"/>
                  </a:lnTo>
                  <a:lnTo>
                    <a:pt x="128521" y="0"/>
                  </a:lnTo>
                  <a:lnTo>
                    <a:pt x="98363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6E766A31-90FB-411A-B97C-8B386FCD23C8}"/>
                </a:ext>
              </a:extLst>
            </p:cNvPr>
            <p:cNvSpPr/>
            <p:nvPr/>
          </p:nvSpPr>
          <p:spPr>
            <a:xfrm>
              <a:off x="3765786" y="6030005"/>
              <a:ext cx="177116" cy="207275"/>
            </a:xfrm>
            <a:custGeom>
              <a:avLst/>
              <a:gdLst>
                <a:gd name="csX0" fmla="*/ 78701 w 177116"/>
                <a:gd name="csY0" fmla="*/ 207222 h 207275"/>
                <a:gd name="csX1" fmla="*/ 177116 w 177116"/>
                <a:gd name="csY1" fmla="*/ 108806 h 207275"/>
                <a:gd name="csX2" fmla="*/ 177116 w 177116"/>
                <a:gd name="csY2" fmla="*/ 78647 h 207275"/>
                <a:gd name="csX3" fmla="*/ 98469 w 177116"/>
                <a:gd name="csY3" fmla="*/ 0 h 207275"/>
                <a:gd name="csX4" fmla="*/ 68310 w 177116"/>
                <a:gd name="csY4" fmla="*/ 0 h 207275"/>
                <a:gd name="csX5" fmla="*/ 14653 w 177116"/>
                <a:gd name="csY5" fmla="*/ 53657 h 207275"/>
                <a:gd name="csX6" fmla="*/ 29733 w 177116"/>
                <a:gd name="csY6" fmla="*/ 68736 h 207275"/>
                <a:gd name="csX7" fmla="*/ 83390 w 177116"/>
                <a:gd name="csY7" fmla="*/ 15079 h 207275"/>
                <a:gd name="csX8" fmla="*/ 162037 w 177116"/>
                <a:gd name="csY8" fmla="*/ 93780 h 207275"/>
                <a:gd name="csX9" fmla="*/ 63621 w 177116"/>
                <a:gd name="csY9" fmla="*/ 192196 h 207275"/>
                <a:gd name="csX10" fmla="*/ 15080 w 177116"/>
                <a:gd name="csY10" fmla="*/ 143654 h 207275"/>
                <a:gd name="csX11" fmla="*/ 0 w 177116"/>
                <a:gd name="csY11" fmla="*/ 158733 h 207275"/>
                <a:gd name="csX12" fmla="*/ 48542 w 177116"/>
                <a:gd name="csY12" fmla="*/ 207275 h 207275"/>
                <a:gd name="csX13" fmla="*/ 78701 w 177116"/>
                <a:gd name="csY13" fmla="*/ 207275 h 2072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77116" h="207275">
                  <a:moveTo>
                    <a:pt x="78701" y="207222"/>
                  </a:moveTo>
                  <a:lnTo>
                    <a:pt x="177116" y="108806"/>
                  </a:lnTo>
                  <a:lnTo>
                    <a:pt x="177116" y="78647"/>
                  </a:lnTo>
                  <a:lnTo>
                    <a:pt x="98469" y="0"/>
                  </a:lnTo>
                  <a:lnTo>
                    <a:pt x="68310" y="0"/>
                  </a:lnTo>
                  <a:lnTo>
                    <a:pt x="14653" y="53657"/>
                  </a:lnTo>
                  <a:lnTo>
                    <a:pt x="29733" y="68736"/>
                  </a:lnTo>
                  <a:lnTo>
                    <a:pt x="83390" y="15079"/>
                  </a:lnTo>
                  <a:lnTo>
                    <a:pt x="162037" y="93780"/>
                  </a:lnTo>
                  <a:lnTo>
                    <a:pt x="63621" y="192196"/>
                  </a:lnTo>
                  <a:lnTo>
                    <a:pt x="15080" y="143654"/>
                  </a:lnTo>
                  <a:lnTo>
                    <a:pt x="0" y="158733"/>
                  </a:lnTo>
                  <a:lnTo>
                    <a:pt x="48542" y="207275"/>
                  </a:lnTo>
                  <a:lnTo>
                    <a:pt x="78701" y="20727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09" name="Graphic 2">
            <a:extLst>
              <a:ext uri="{FF2B5EF4-FFF2-40B4-BE49-F238E27FC236}">
                <a16:creationId xmlns:a16="http://schemas.microsoft.com/office/drawing/2014/main" id="{BF1CCE5F-8D0A-4243-D8A6-CD3775CB9017}"/>
              </a:ext>
            </a:extLst>
          </p:cNvPr>
          <p:cNvGrpSpPr/>
          <p:nvPr userDrawn="1"/>
        </p:nvGrpSpPr>
        <p:grpSpPr>
          <a:xfrm>
            <a:off x="5318410" y="5752388"/>
            <a:ext cx="287809" cy="234450"/>
            <a:chOff x="4676945" y="6056647"/>
            <a:chExt cx="287734" cy="234450"/>
          </a:xfrm>
          <a:solidFill>
            <a:srgbClr val="000000"/>
          </a:solidFill>
        </p:grpSpPr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529DA200-AD14-8D29-1BDF-C91CD412A677}"/>
                </a:ext>
              </a:extLst>
            </p:cNvPr>
            <p:cNvSpPr/>
            <p:nvPr/>
          </p:nvSpPr>
          <p:spPr>
            <a:xfrm>
              <a:off x="4682700" y="6100447"/>
              <a:ext cx="276224" cy="76036"/>
            </a:xfrm>
            <a:custGeom>
              <a:avLst/>
              <a:gdLst>
                <a:gd name="csX0" fmla="*/ 276225 w 276224"/>
                <a:gd name="csY0" fmla="*/ 18916 h 76036"/>
                <a:gd name="csX1" fmla="*/ 164648 w 276224"/>
                <a:gd name="csY1" fmla="*/ 76037 h 76036"/>
                <a:gd name="csX2" fmla="*/ 114188 w 276224"/>
                <a:gd name="csY2" fmla="*/ 76037 h 76036"/>
                <a:gd name="csX3" fmla="*/ 0 w 276224"/>
                <a:gd name="csY3" fmla="*/ 18969 h 76036"/>
                <a:gd name="csX4" fmla="*/ 9751 w 276224"/>
                <a:gd name="csY4" fmla="*/ 0 h 76036"/>
                <a:gd name="csX5" fmla="*/ 119410 w 276224"/>
                <a:gd name="csY5" fmla="*/ 54830 h 76036"/>
                <a:gd name="csX6" fmla="*/ 159533 w 276224"/>
                <a:gd name="csY6" fmla="*/ 54830 h 76036"/>
                <a:gd name="csX7" fmla="*/ 266474 w 276224"/>
                <a:gd name="csY7" fmla="*/ 53 h 76036"/>
                <a:gd name="csX8" fmla="*/ 276225 w 276224"/>
                <a:gd name="csY8" fmla="*/ 18916 h 76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6224" h="76036">
                  <a:moveTo>
                    <a:pt x="276225" y="18916"/>
                  </a:moveTo>
                  <a:lnTo>
                    <a:pt x="164648" y="76037"/>
                  </a:lnTo>
                  <a:lnTo>
                    <a:pt x="114188" y="76037"/>
                  </a:lnTo>
                  <a:lnTo>
                    <a:pt x="0" y="18969"/>
                  </a:lnTo>
                  <a:lnTo>
                    <a:pt x="9751" y="0"/>
                  </a:lnTo>
                  <a:lnTo>
                    <a:pt x="119410" y="54830"/>
                  </a:lnTo>
                  <a:lnTo>
                    <a:pt x="159533" y="54830"/>
                  </a:lnTo>
                  <a:cubicBezTo>
                    <a:pt x="159533" y="54830"/>
                    <a:pt x="266474" y="53"/>
                    <a:pt x="266474" y="53"/>
                  </a:cubicBezTo>
                  <a:lnTo>
                    <a:pt x="276225" y="1891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4448160E-7038-5639-1682-F0AF237BAC7E}"/>
                </a:ext>
              </a:extLst>
            </p:cNvPr>
            <p:cNvSpPr/>
            <p:nvPr/>
          </p:nvSpPr>
          <p:spPr>
            <a:xfrm>
              <a:off x="4680781" y="6133749"/>
              <a:ext cx="83016" cy="74864"/>
            </a:xfrm>
            <a:custGeom>
              <a:avLst/>
              <a:gdLst>
                <a:gd name="csX0" fmla="*/ 83017 w 83016"/>
                <a:gd name="csY0" fmla="*/ 16252 h 74864"/>
                <a:gd name="csX1" fmla="*/ 13747 w 83016"/>
                <a:gd name="csY1" fmla="*/ 74864 h 74864"/>
                <a:gd name="csX2" fmla="*/ 0 w 83016"/>
                <a:gd name="csY2" fmla="*/ 58613 h 74864"/>
                <a:gd name="csX3" fmla="*/ 69269 w 83016"/>
                <a:gd name="csY3" fmla="*/ 0 h 74864"/>
                <a:gd name="csX4" fmla="*/ 83017 w 83016"/>
                <a:gd name="csY4" fmla="*/ 16252 h 748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3016" h="74864">
                  <a:moveTo>
                    <a:pt x="83017" y="16252"/>
                  </a:moveTo>
                  <a:lnTo>
                    <a:pt x="13747" y="74864"/>
                  </a:lnTo>
                  <a:lnTo>
                    <a:pt x="0" y="58613"/>
                  </a:lnTo>
                  <a:lnTo>
                    <a:pt x="69269" y="0"/>
                  </a:lnTo>
                  <a:lnTo>
                    <a:pt x="83017" y="16252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F76B46F7-B75C-ECFD-1DF5-609785A6DEFC}"/>
                </a:ext>
              </a:extLst>
            </p:cNvPr>
            <p:cNvSpPr/>
            <p:nvPr/>
          </p:nvSpPr>
          <p:spPr>
            <a:xfrm>
              <a:off x="4877880" y="6133749"/>
              <a:ext cx="83016" cy="74864"/>
            </a:xfrm>
            <a:custGeom>
              <a:avLst/>
              <a:gdLst>
                <a:gd name="csX0" fmla="*/ 0 w 83016"/>
                <a:gd name="csY0" fmla="*/ 16252 h 74864"/>
                <a:gd name="csX1" fmla="*/ 69269 w 83016"/>
                <a:gd name="csY1" fmla="*/ 74864 h 74864"/>
                <a:gd name="csX2" fmla="*/ 83016 w 83016"/>
                <a:gd name="csY2" fmla="*/ 58613 h 74864"/>
                <a:gd name="csX3" fmla="*/ 13747 w 83016"/>
                <a:gd name="csY3" fmla="*/ 0 h 74864"/>
                <a:gd name="csX4" fmla="*/ 0 w 83016"/>
                <a:gd name="csY4" fmla="*/ 16252 h 748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3016" h="74864">
                  <a:moveTo>
                    <a:pt x="0" y="16252"/>
                  </a:moveTo>
                  <a:lnTo>
                    <a:pt x="69269" y="74864"/>
                  </a:lnTo>
                  <a:lnTo>
                    <a:pt x="83016" y="58613"/>
                  </a:lnTo>
                  <a:lnTo>
                    <a:pt x="13747" y="0"/>
                  </a:lnTo>
                  <a:lnTo>
                    <a:pt x="0" y="16252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1E30DEF2-1C5F-D933-F396-88B12109D79B}"/>
                </a:ext>
              </a:extLst>
            </p:cNvPr>
            <p:cNvSpPr/>
            <p:nvPr/>
          </p:nvSpPr>
          <p:spPr>
            <a:xfrm>
              <a:off x="4676945" y="6056647"/>
              <a:ext cx="287734" cy="234450"/>
            </a:xfrm>
            <a:custGeom>
              <a:avLst/>
              <a:gdLst>
                <a:gd name="csX0" fmla="*/ 266421 w 287734"/>
                <a:gd name="csY0" fmla="*/ 21314 h 234450"/>
                <a:gd name="csX1" fmla="*/ 171095 w 287734"/>
                <a:gd name="csY1" fmla="*/ 21314 h 234450"/>
                <a:gd name="csX2" fmla="*/ 171095 w 287734"/>
                <a:gd name="csY2" fmla="*/ 0 h 234450"/>
                <a:gd name="csX3" fmla="*/ 287734 w 287734"/>
                <a:gd name="csY3" fmla="*/ 0 h 234450"/>
                <a:gd name="csX4" fmla="*/ 287734 w 287734"/>
                <a:gd name="csY4" fmla="*/ 213137 h 234450"/>
                <a:gd name="csX5" fmla="*/ 266421 w 287734"/>
                <a:gd name="csY5" fmla="*/ 234450 h 234450"/>
                <a:gd name="csX6" fmla="*/ 21314 w 287734"/>
                <a:gd name="csY6" fmla="*/ 234450 h 234450"/>
                <a:gd name="csX7" fmla="*/ 0 w 287734"/>
                <a:gd name="csY7" fmla="*/ 213137 h 234450"/>
                <a:gd name="csX8" fmla="*/ 0 w 287734"/>
                <a:gd name="csY8" fmla="*/ 0 h 234450"/>
                <a:gd name="csX9" fmla="*/ 116639 w 287734"/>
                <a:gd name="csY9" fmla="*/ 0 h 234450"/>
                <a:gd name="csX10" fmla="*/ 116639 w 287734"/>
                <a:gd name="csY10" fmla="*/ 21314 h 234450"/>
                <a:gd name="csX11" fmla="*/ 21314 w 287734"/>
                <a:gd name="csY11" fmla="*/ 21314 h 234450"/>
                <a:gd name="csX12" fmla="*/ 21314 w 287734"/>
                <a:gd name="csY12" fmla="*/ 213137 h 234450"/>
                <a:gd name="csX13" fmla="*/ 266421 w 287734"/>
                <a:gd name="csY13" fmla="*/ 213137 h 234450"/>
                <a:gd name="csX14" fmla="*/ 266421 w 287734"/>
                <a:gd name="csY14" fmla="*/ 21314 h 234450"/>
                <a:gd name="csX15" fmla="*/ 171095 w 287734"/>
                <a:gd name="csY15" fmla="*/ 0 h 234450"/>
                <a:gd name="csX16" fmla="*/ 171095 w 287734"/>
                <a:gd name="csY16" fmla="*/ 21314 h 234450"/>
                <a:gd name="csX17" fmla="*/ 116639 w 287734"/>
                <a:gd name="csY17" fmla="*/ 21314 h 234450"/>
                <a:gd name="csX18" fmla="*/ 116639 w 287734"/>
                <a:gd name="csY18" fmla="*/ 0 h 234450"/>
                <a:gd name="csX19" fmla="*/ 171095 w 287734"/>
                <a:gd name="csY19" fmla="*/ 0 h 234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34450">
                  <a:moveTo>
                    <a:pt x="266421" y="21314"/>
                  </a:moveTo>
                  <a:lnTo>
                    <a:pt x="171095" y="21314"/>
                  </a:lnTo>
                  <a:lnTo>
                    <a:pt x="171095" y="0"/>
                  </a:lnTo>
                  <a:lnTo>
                    <a:pt x="287734" y="0"/>
                  </a:lnTo>
                  <a:lnTo>
                    <a:pt x="287734" y="213137"/>
                  </a:lnTo>
                  <a:lnTo>
                    <a:pt x="266421" y="234450"/>
                  </a:lnTo>
                  <a:lnTo>
                    <a:pt x="21314" y="234450"/>
                  </a:lnTo>
                  <a:lnTo>
                    <a:pt x="0" y="213137"/>
                  </a:lnTo>
                  <a:lnTo>
                    <a:pt x="0" y="0"/>
                  </a:lnTo>
                  <a:lnTo>
                    <a:pt x="116639" y="0"/>
                  </a:lnTo>
                  <a:lnTo>
                    <a:pt x="116639" y="21314"/>
                  </a:lnTo>
                  <a:lnTo>
                    <a:pt x="21314" y="21314"/>
                  </a:lnTo>
                  <a:lnTo>
                    <a:pt x="21314" y="213137"/>
                  </a:lnTo>
                  <a:lnTo>
                    <a:pt x="266421" y="213137"/>
                  </a:lnTo>
                  <a:lnTo>
                    <a:pt x="266421" y="21314"/>
                  </a:lnTo>
                  <a:close/>
                  <a:moveTo>
                    <a:pt x="171095" y="0"/>
                  </a:moveTo>
                  <a:lnTo>
                    <a:pt x="171095" y="21314"/>
                  </a:lnTo>
                  <a:lnTo>
                    <a:pt x="116639" y="21314"/>
                  </a:lnTo>
                  <a:lnTo>
                    <a:pt x="116639" y="0"/>
                  </a:lnTo>
                  <a:lnTo>
                    <a:pt x="171095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1E843FB-CD9A-CF71-1179-E810C411D3CD}"/>
              </a:ext>
            </a:extLst>
          </p:cNvPr>
          <p:cNvGrpSpPr/>
          <p:nvPr userDrawn="1"/>
        </p:nvGrpSpPr>
        <p:grpSpPr>
          <a:xfrm>
            <a:off x="8842558" y="5725746"/>
            <a:ext cx="222359" cy="287734"/>
            <a:chOff x="7816127" y="6030005"/>
            <a:chExt cx="222301" cy="287734"/>
          </a:xfrm>
        </p:grpSpPr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6E561BEA-1D92-9C2C-8375-16B0E6DC6E53}"/>
                </a:ext>
              </a:extLst>
            </p:cNvPr>
            <p:cNvSpPr/>
            <p:nvPr/>
          </p:nvSpPr>
          <p:spPr>
            <a:xfrm>
              <a:off x="7816127" y="6077961"/>
              <a:ext cx="222301" cy="239778"/>
            </a:xfrm>
            <a:custGeom>
              <a:avLst/>
              <a:gdLst>
                <a:gd name="csX0" fmla="*/ 222302 w 222301"/>
                <a:gd name="csY0" fmla="*/ 0 h 239778"/>
                <a:gd name="csX1" fmla="*/ 203439 w 222301"/>
                <a:gd name="csY1" fmla="*/ 220276 h 239778"/>
                <a:gd name="csX2" fmla="*/ 182179 w 222301"/>
                <a:gd name="csY2" fmla="*/ 239779 h 239778"/>
                <a:gd name="csX3" fmla="*/ 40123 w 222301"/>
                <a:gd name="csY3" fmla="*/ 239779 h 239778"/>
                <a:gd name="csX4" fmla="*/ 18863 w 222301"/>
                <a:gd name="csY4" fmla="*/ 220276 h 239778"/>
                <a:gd name="csX5" fmla="*/ 0 w 222301"/>
                <a:gd name="csY5" fmla="*/ 0 h 239778"/>
                <a:gd name="csX6" fmla="*/ 222302 w 222301"/>
                <a:gd name="csY6" fmla="*/ 0 h 239778"/>
                <a:gd name="csX7" fmla="*/ 23232 w 222301"/>
                <a:gd name="csY7" fmla="*/ 21314 h 239778"/>
                <a:gd name="csX8" fmla="*/ 40123 w 222301"/>
                <a:gd name="csY8" fmla="*/ 218465 h 239778"/>
                <a:gd name="csX9" fmla="*/ 182179 w 222301"/>
                <a:gd name="csY9" fmla="*/ 218465 h 239778"/>
                <a:gd name="csX10" fmla="*/ 199070 w 222301"/>
                <a:gd name="csY10" fmla="*/ 21314 h 239778"/>
                <a:gd name="csX11" fmla="*/ 23232 w 222301"/>
                <a:gd name="csY11" fmla="*/ 21314 h 239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22301" h="239778">
                  <a:moveTo>
                    <a:pt x="222302" y="0"/>
                  </a:moveTo>
                  <a:lnTo>
                    <a:pt x="203439" y="220276"/>
                  </a:lnTo>
                  <a:lnTo>
                    <a:pt x="182179" y="239779"/>
                  </a:lnTo>
                  <a:lnTo>
                    <a:pt x="40123" y="239779"/>
                  </a:lnTo>
                  <a:lnTo>
                    <a:pt x="18863" y="220276"/>
                  </a:lnTo>
                  <a:lnTo>
                    <a:pt x="0" y="0"/>
                  </a:lnTo>
                  <a:lnTo>
                    <a:pt x="222302" y="0"/>
                  </a:lnTo>
                  <a:close/>
                  <a:moveTo>
                    <a:pt x="23232" y="21314"/>
                  </a:moveTo>
                  <a:lnTo>
                    <a:pt x="40123" y="218465"/>
                  </a:lnTo>
                  <a:lnTo>
                    <a:pt x="182179" y="218465"/>
                  </a:lnTo>
                  <a:lnTo>
                    <a:pt x="199070" y="21314"/>
                  </a:lnTo>
                  <a:lnTo>
                    <a:pt x="23232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FA15FC06-652F-AD5F-3427-1ACBFEF551C9}"/>
                </a:ext>
              </a:extLst>
            </p:cNvPr>
            <p:cNvSpPr/>
            <p:nvPr/>
          </p:nvSpPr>
          <p:spPr>
            <a:xfrm>
              <a:off x="7852680" y="6030005"/>
              <a:ext cx="149195" cy="21313"/>
            </a:xfrm>
            <a:custGeom>
              <a:avLst/>
              <a:gdLst>
                <a:gd name="csX0" fmla="*/ 149196 w 149195"/>
                <a:gd name="csY0" fmla="*/ 0 h 21313"/>
                <a:gd name="csX1" fmla="*/ 149196 w 149195"/>
                <a:gd name="csY1" fmla="*/ 21314 h 21313"/>
                <a:gd name="csX2" fmla="*/ 0 w 149195"/>
                <a:gd name="csY2" fmla="*/ 21314 h 21313"/>
                <a:gd name="csX3" fmla="*/ 0 w 149195"/>
                <a:gd name="csY3" fmla="*/ 0 h 21313"/>
                <a:gd name="csX4" fmla="*/ 149196 w 149195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9195" h="21313">
                  <a:moveTo>
                    <a:pt x="149196" y="0"/>
                  </a:moveTo>
                  <a:lnTo>
                    <a:pt x="149196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149196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0C80AD44-7C70-16A1-41E0-CC628EF59980}"/>
                </a:ext>
              </a:extLst>
            </p:cNvPr>
            <p:cNvSpPr/>
            <p:nvPr/>
          </p:nvSpPr>
          <p:spPr>
            <a:xfrm>
              <a:off x="7889979" y="6141902"/>
              <a:ext cx="21313" cy="95911"/>
            </a:xfrm>
            <a:custGeom>
              <a:avLst/>
              <a:gdLst>
                <a:gd name="csX0" fmla="*/ 21314 w 21313"/>
                <a:gd name="csY0" fmla="*/ 95911 h 95911"/>
                <a:gd name="csX1" fmla="*/ 0 w 21313"/>
                <a:gd name="csY1" fmla="*/ 95911 h 95911"/>
                <a:gd name="csX2" fmla="*/ 0 w 21313"/>
                <a:gd name="csY2" fmla="*/ 0 h 95911"/>
                <a:gd name="csX3" fmla="*/ 21314 w 21313"/>
                <a:gd name="csY3" fmla="*/ 0 h 95911"/>
                <a:gd name="csX4" fmla="*/ 21314 w 21313"/>
                <a:gd name="csY4" fmla="*/ 95911 h 95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95911">
                  <a:moveTo>
                    <a:pt x="21314" y="95911"/>
                  </a:moveTo>
                  <a:lnTo>
                    <a:pt x="0" y="95911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9591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4F7FEEDE-E950-D0F8-082C-B26076A1A4E8}"/>
                </a:ext>
              </a:extLst>
            </p:cNvPr>
            <p:cNvSpPr/>
            <p:nvPr/>
          </p:nvSpPr>
          <p:spPr>
            <a:xfrm>
              <a:off x="7943263" y="6141902"/>
              <a:ext cx="21313" cy="95911"/>
            </a:xfrm>
            <a:custGeom>
              <a:avLst/>
              <a:gdLst>
                <a:gd name="csX0" fmla="*/ 21314 w 21313"/>
                <a:gd name="csY0" fmla="*/ 95911 h 95911"/>
                <a:gd name="csX1" fmla="*/ 0 w 21313"/>
                <a:gd name="csY1" fmla="*/ 95911 h 95911"/>
                <a:gd name="csX2" fmla="*/ 0 w 21313"/>
                <a:gd name="csY2" fmla="*/ 0 h 95911"/>
                <a:gd name="csX3" fmla="*/ 21314 w 21313"/>
                <a:gd name="csY3" fmla="*/ 0 h 95911"/>
                <a:gd name="csX4" fmla="*/ 21314 w 21313"/>
                <a:gd name="csY4" fmla="*/ 95911 h 95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95911">
                  <a:moveTo>
                    <a:pt x="21314" y="95911"/>
                  </a:moveTo>
                  <a:lnTo>
                    <a:pt x="0" y="95911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9591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3E7C836-1719-CC32-0A0A-047C9A051E6C}"/>
              </a:ext>
            </a:extLst>
          </p:cNvPr>
          <p:cNvGrpSpPr/>
          <p:nvPr userDrawn="1"/>
        </p:nvGrpSpPr>
        <p:grpSpPr>
          <a:xfrm>
            <a:off x="9966534" y="5725746"/>
            <a:ext cx="287809" cy="287734"/>
            <a:chOff x="8811795" y="6030005"/>
            <a:chExt cx="287734" cy="287734"/>
          </a:xfrm>
        </p:grpSpPr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FC2C2BC9-000B-4BE2-F662-AB2A9CC89091}"/>
                </a:ext>
              </a:extLst>
            </p:cNvPr>
            <p:cNvSpPr/>
            <p:nvPr/>
          </p:nvSpPr>
          <p:spPr>
            <a:xfrm>
              <a:off x="8811795" y="6099221"/>
              <a:ext cx="287734" cy="218145"/>
            </a:xfrm>
            <a:custGeom>
              <a:avLst/>
              <a:gdLst>
                <a:gd name="csX0" fmla="*/ 275533 w 287734"/>
                <a:gd name="csY0" fmla="*/ 21367 h 218145"/>
                <a:gd name="csX1" fmla="*/ 192410 w 287734"/>
                <a:gd name="csY1" fmla="*/ 73266 h 218145"/>
                <a:gd name="csX2" fmla="*/ 287734 w 287734"/>
                <a:gd name="csY2" fmla="*/ 197258 h 218145"/>
                <a:gd name="csX3" fmla="*/ 287682 w 287734"/>
                <a:gd name="csY3" fmla="*/ 197258 h 218145"/>
                <a:gd name="csX4" fmla="*/ 275533 w 287734"/>
                <a:gd name="csY4" fmla="*/ 197311 h 218145"/>
                <a:gd name="csX5" fmla="*/ 275533 w 287734"/>
                <a:gd name="csY5" fmla="*/ 209407 h 218145"/>
                <a:gd name="csX6" fmla="*/ 266794 w 287734"/>
                <a:gd name="csY6" fmla="*/ 218145 h 218145"/>
                <a:gd name="csX7" fmla="*/ 163103 w 287734"/>
                <a:gd name="csY7" fmla="*/ 109232 h 218145"/>
                <a:gd name="csX8" fmla="*/ 165128 w 287734"/>
                <a:gd name="csY8" fmla="*/ 88452 h 218145"/>
                <a:gd name="csX9" fmla="*/ 143867 w 287734"/>
                <a:gd name="csY9" fmla="*/ 86800 h 218145"/>
                <a:gd name="csX10" fmla="*/ 21314 w 287734"/>
                <a:gd name="csY10" fmla="*/ 197258 h 218145"/>
                <a:gd name="csX11" fmla="*/ 0 w 287734"/>
                <a:gd name="csY11" fmla="*/ 197258 h 218145"/>
                <a:gd name="csX12" fmla="*/ 143867 w 287734"/>
                <a:gd name="csY12" fmla="*/ 65486 h 218145"/>
                <a:gd name="csX13" fmla="*/ 171415 w 287734"/>
                <a:gd name="csY13" fmla="*/ 67937 h 218145"/>
                <a:gd name="csX14" fmla="*/ 275533 w 287734"/>
                <a:gd name="csY14" fmla="*/ 0 h 218145"/>
                <a:gd name="csX15" fmla="*/ 275533 w 287734"/>
                <a:gd name="csY15" fmla="*/ 21314 h 218145"/>
                <a:gd name="csX16" fmla="*/ 185908 w 287734"/>
                <a:gd name="csY16" fmla="*/ 93514 h 218145"/>
                <a:gd name="csX17" fmla="*/ 184417 w 287734"/>
                <a:gd name="csY17" fmla="*/ 109286 h 218145"/>
                <a:gd name="csX18" fmla="*/ 266421 w 287734"/>
                <a:gd name="csY18" fmla="*/ 196778 h 218145"/>
                <a:gd name="csX19" fmla="*/ 185908 w 287734"/>
                <a:gd name="csY19" fmla="*/ 93514 h 2181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18145">
                  <a:moveTo>
                    <a:pt x="275533" y="21367"/>
                  </a:moveTo>
                  <a:cubicBezTo>
                    <a:pt x="238341" y="21367"/>
                    <a:pt x="206636" y="42787"/>
                    <a:pt x="192410" y="73266"/>
                  </a:cubicBezTo>
                  <a:cubicBezTo>
                    <a:pt x="247559" y="91382"/>
                    <a:pt x="287682" y="139498"/>
                    <a:pt x="287734" y="197258"/>
                  </a:cubicBezTo>
                  <a:lnTo>
                    <a:pt x="287682" y="197258"/>
                  </a:lnTo>
                  <a:cubicBezTo>
                    <a:pt x="287682" y="197258"/>
                    <a:pt x="275533" y="197311"/>
                    <a:pt x="275533" y="197311"/>
                  </a:cubicBezTo>
                  <a:lnTo>
                    <a:pt x="275533" y="209407"/>
                  </a:lnTo>
                  <a:lnTo>
                    <a:pt x="266794" y="218145"/>
                  </a:lnTo>
                  <a:cubicBezTo>
                    <a:pt x="209088" y="213829"/>
                    <a:pt x="163103" y="166992"/>
                    <a:pt x="163103" y="109232"/>
                  </a:cubicBezTo>
                  <a:cubicBezTo>
                    <a:pt x="163103" y="102146"/>
                    <a:pt x="163796" y="95165"/>
                    <a:pt x="165128" y="88452"/>
                  </a:cubicBezTo>
                  <a:cubicBezTo>
                    <a:pt x="158254" y="87386"/>
                    <a:pt x="151167" y="86800"/>
                    <a:pt x="143867" y="86800"/>
                  </a:cubicBezTo>
                  <a:cubicBezTo>
                    <a:pt x="75237" y="86800"/>
                    <a:pt x="21314" y="137207"/>
                    <a:pt x="21314" y="197258"/>
                  </a:cubicBezTo>
                  <a:lnTo>
                    <a:pt x="0" y="197258"/>
                  </a:lnTo>
                  <a:cubicBezTo>
                    <a:pt x="0" y="123566"/>
                    <a:pt x="65380" y="65486"/>
                    <a:pt x="143867" y="65486"/>
                  </a:cubicBezTo>
                  <a:cubicBezTo>
                    <a:pt x="153245" y="65486"/>
                    <a:pt x="162464" y="66339"/>
                    <a:pt x="171415" y="67937"/>
                  </a:cubicBezTo>
                  <a:cubicBezTo>
                    <a:pt x="188200" y="27974"/>
                    <a:pt x="228696" y="0"/>
                    <a:pt x="275533" y="0"/>
                  </a:cubicBezTo>
                  <a:lnTo>
                    <a:pt x="275533" y="21314"/>
                  </a:lnTo>
                  <a:close/>
                  <a:moveTo>
                    <a:pt x="185908" y="93514"/>
                  </a:moveTo>
                  <a:cubicBezTo>
                    <a:pt x="184950" y="98629"/>
                    <a:pt x="184417" y="103904"/>
                    <a:pt x="184417" y="109286"/>
                  </a:cubicBezTo>
                  <a:cubicBezTo>
                    <a:pt x="184417" y="154577"/>
                    <a:pt x="220117" y="192302"/>
                    <a:pt x="266421" y="196778"/>
                  </a:cubicBezTo>
                  <a:cubicBezTo>
                    <a:pt x="266155" y="149942"/>
                    <a:pt x="233118" y="109072"/>
                    <a:pt x="185908" y="93514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732A14A0-CE67-A38F-2017-ED27F13C5E07}"/>
                </a:ext>
              </a:extLst>
            </p:cNvPr>
            <p:cNvSpPr/>
            <p:nvPr/>
          </p:nvSpPr>
          <p:spPr>
            <a:xfrm>
              <a:off x="8849094" y="6067304"/>
              <a:ext cx="85254" cy="85254"/>
            </a:xfrm>
            <a:custGeom>
              <a:avLst/>
              <a:gdLst>
                <a:gd name="csX0" fmla="*/ 63941 w 85254"/>
                <a:gd name="csY0" fmla="*/ 42627 h 85254"/>
                <a:gd name="csX1" fmla="*/ 42627 w 85254"/>
                <a:gd name="csY1" fmla="*/ 21314 h 85254"/>
                <a:gd name="csX2" fmla="*/ 21314 w 85254"/>
                <a:gd name="csY2" fmla="*/ 42627 h 85254"/>
                <a:gd name="csX3" fmla="*/ 42627 w 85254"/>
                <a:gd name="csY3" fmla="*/ 63941 h 85254"/>
                <a:gd name="csX4" fmla="*/ 63941 w 85254"/>
                <a:gd name="csY4" fmla="*/ 42627 h 85254"/>
                <a:gd name="csX5" fmla="*/ 85255 w 85254"/>
                <a:gd name="csY5" fmla="*/ 42627 h 85254"/>
                <a:gd name="csX6" fmla="*/ 42627 w 85254"/>
                <a:gd name="csY6" fmla="*/ 85255 h 85254"/>
                <a:gd name="csX7" fmla="*/ 0 w 85254"/>
                <a:gd name="csY7" fmla="*/ 42627 h 85254"/>
                <a:gd name="csX8" fmla="*/ 42627 w 85254"/>
                <a:gd name="csY8" fmla="*/ 0 h 85254"/>
                <a:gd name="csX9" fmla="*/ 85255 w 85254"/>
                <a:gd name="csY9" fmla="*/ 42627 h 85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254" h="85254">
                  <a:moveTo>
                    <a:pt x="63941" y="42627"/>
                  </a:moveTo>
                  <a:cubicBezTo>
                    <a:pt x="63941" y="30851"/>
                    <a:pt x="54404" y="21314"/>
                    <a:pt x="42627" y="21314"/>
                  </a:cubicBezTo>
                  <a:cubicBezTo>
                    <a:pt x="30852" y="21314"/>
                    <a:pt x="21314" y="30851"/>
                    <a:pt x="21314" y="42627"/>
                  </a:cubicBezTo>
                  <a:cubicBezTo>
                    <a:pt x="21314" y="54403"/>
                    <a:pt x="30852" y="63941"/>
                    <a:pt x="42627" y="63941"/>
                  </a:cubicBezTo>
                  <a:cubicBezTo>
                    <a:pt x="54404" y="63941"/>
                    <a:pt x="63941" y="54403"/>
                    <a:pt x="63941" y="42627"/>
                  </a:cubicBezTo>
                  <a:close/>
                  <a:moveTo>
                    <a:pt x="85255" y="42627"/>
                  </a:moveTo>
                  <a:cubicBezTo>
                    <a:pt x="85255" y="66179"/>
                    <a:pt x="66179" y="85255"/>
                    <a:pt x="42627" y="85255"/>
                  </a:cubicBezTo>
                  <a:cubicBezTo>
                    <a:pt x="19076" y="85255"/>
                    <a:pt x="0" y="66179"/>
                    <a:pt x="0" y="42627"/>
                  </a:cubicBezTo>
                  <a:cubicBezTo>
                    <a:pt x="0" y="19075"/>
                    <a:pt x="19076" y="0"/>
                    <a:pt x="42627" y="0"/>
                  </a:cubicBezTo>
                  <a:cubicBezTo>
                    <a:pt x="66179" y="0"/>
                    <a:pt x="85255" y="19075"/>
                    <a:pt x="85255" y="4262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D03A6090-1DBA-36BA-3ED3-B6625AFF5FAB}"/>
                </a:ext>
              </a:extLst>
            </p:cNvPr>
            <p:cNvSpPr/>
            <p:nvPr/>
          </p:nvSpPr>
          <p:spPr>
            <a:xfrm>
              <a:off x="8811795" y="6030005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0800163-C14C-CBAC-BF1B-45FFD8CDAB59}"/>
              </a:ext>
            </a:extLst>
          </p:cNvPr>
          <p:cNvGrpSpPr/>
          <p:nvPr userDrawn="1"/>
        </p:nvGrpSpPr>
        <p:grpSpPr>
          <a:xfrm>
            <a:off x="1869625" y="4766632"/>
            <a:ext cx="287809" cy="287734"/>
            <a:chOff x="1613106" y="5070891"/>
            <a:chExt cx="287734" cy="287734"/>
          </a:xfrm>
        </p:grpSpPr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86A4B92F-4481-363C-2BE9-E22B973B66E2}"/>
                </a:ext>
              </a:extLst>
            </p:cNvPr>
            <p:cNvSpPr/>
            <p:nvPr/>
          </p:nvSpPr>
          <p:spPr>
            <a:xfrm>
              <a:off x="1613106" y="5070891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A11E746D-F448-A157-C27E-11CA9B79BC6A}"/>
                </a:ext>
              </a:extLst>
            </p:cNvPr>
            <p:cNvSpPr/>
            <p:nvPr/>
          </p:nvSpPr>
          <p:spPr>
            <a:xfrm>
              <a:off x="1709924" y="5173036"/>
              <a:ext cx="110085" cy="78754"/>
            </a:xfrm>
            <a:custGeom>
              <a:avLst/>
              <a:gdLst>
                <a:gd name="csX0" fmla="*/ 110085 w 110085"/>
                <a:gd name="csY0" fmla="*/ 14866 h 78754"/>
                <a:gd name="csX1" fmla="*/ 48009 w 110085"/>
                <a:gd name="csY1" fmla="*/ 78434 h 78754"/>
                <a:gd name="csX2" fmla="*/ 33036 w 110085"/>
                <a:gd name="csY2" fmla="*/ 78754 h 78754"/>
                <a:gd name="csX3" fmla="*/ 0 w 110085"/>
                <a:gd name="csY3" fmla="*/ 47423 h 78754"/>
                <a:gd name="csX4" fmla="*/ 14653 w 110085"/>
                <a:gd name="csY4" fmla="*/ 31970 h 78754"/>
                <a:gd name="csX5" fmla="*/ 40070 w 110085"/>
                <a:gd name="csY5" fmla="*/ 56055 h 78754"/>
                <a:gd name="csX6" fmla="*/ 94793 w 110085"/>
                <a:gd name="csY6" fmla="*/ 0 h 78754"/>
                <a:gd name="csX7" fmla="*/ 110032 w 110085"/>
                <a:gd name="csY7" fmla="*/ 14866 h 787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0085" h="78754">
                  <a:moveTo>
                    <a:pt x="110085" y="14866"/>
                  </a:moveTo>
                  <a:lnTo>
                    <a:pt x="48009" y="78434"/>
                  </a:lnTo>
                  <a:lnTo>
                    <a:pt x="33036" y="78754"/>
                  </a:lnTo>
                  <a:lnTo>
                    <a:pt x="0" y="47423"/>
                  </a:lnTo>
                  <a:lnTo>
                    <a:pt x="14653" y="31970"/>
                  </a:lnTo>
                  <a:lnTo>
                    <a:pt x="40070" y="56055"/>
                  </a:lnTo>
                  <a:lnTo>
                    <a:pt x="94793" y="0"/>
                  </a:lnTo>
                  <a:lnTo>
                    <a:pt x="110032" y="1486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93116386-45A1-4AA7-5AFB-549F4E969C32}"/>
              </a:ext>
            </a:extLst>
          </p:cNvPr>
          <p:cNvGrpSpPr/>
          <p:nvPr userDrawn="1"/>
        </p:nvGrpSpPr>
        <p:grpSpPr>
          <a:xfrm>
            <a:off x="3015667" y="4766632"/>
            <a:ext cx="287809" cy="287734"/>
            <a:chOff x="2630834" y="5070891"/>
            <a:chExt cx="287734" cy="287734"/>
          </a:xfrm>
        </p:grpSpPr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61D92709-5337-2870-E58F-FE04B544CC19}"/>
                </a:ext>
              </a:extLst>
            </p:cNvPr>
            <p:cNvSpPr/>
            <p:nvPr/>
          </p:nvSpPr>
          <p:spPr>
            <a:xfrm>
              <a:off x="2759621" y="5135738"/>
              <a:ext cx="94099" cy="94099"/>
            </a:xfrm>
            <a:custGeom>
              <a:avLst/>
              <a:gdLst>
                <a:gd name="csX0" fmla="*/ 94100 w 94099"/>
                <a:gd name="csY0" fmla="*/ 15080 h 94099"/>
                <a:gd name="csX1" fmla="*/ 15080 w 94099"/>
                <a:gd name="csY1" fmla="*/ 94100 h 94099"/>
                <a:gd name="csX2" fmla="*/ 0 w 94099"/>
                <a:gd name="csY2" fmla="*/ 79020 h 94099"/>
                <a:gd name="csX3" fmla="*/ 79020 w 94099"/>
                <a:gd name="csY3" fmla="*/ 0 h 94099"/>
                <a:gd name="csX4" fmla="*/ 94100 w 94099"/>
                <a:gd name="csY4" fmla="*/ 15080 h 940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4099" h="94099">
                  <a:moveTo>
                    <a:pt x="94100" y="15080"/>
                  </a:moveTo>
                  <a:lnTo>
                    <a:pt x="15080" y="94100"/>
                  </a:lnTo>
                  <a:lnTo>
                    <a:pt x="0" y="79020"/>
                  </a:lnTo>
                  <a:lnTo>
                    <a:pt x="79020" y="0"/>
                  </a:lnTo>
                  <a:lnTo>
                    <a:pt x="94100" y="1508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FC2F1095-F49C-C082-B776-A3E4580B2745}"/>
                </a:ext>
              </a:extLst>
            </p:cNvPr>
            <p:cNvSpPr/>
            <p:nvPr/>
          </p:nvSpPr>
          <p:spPr>
            <a:xfrm>
              <a:off x="2744595" y="5184599"/>
              <a:ext cx="60317" cy="60317"/>
            </a:xfrm>
            <a:custGeom>
              <a:avLst/>
              <a:gdLst>
                <a:gd name="csX0" fmla="*/ 0 w 60317"/>
                <a:gd name="csY0" fmla="*/ 30159 h 60317"/>
                <a:gd name="csX1" fmla="*/ 30159 w 60317"/>
                <a:gd name="csY1" fmla="*/ 0 h 60317"/>
                <a:gd name="csX2" fmla="*/ 60318 w 60317"/>
                <a:gd name="csY2" fmla="*/ 30159 h 60317"/>
                <a:gd name="csX3" fmla="*/ 30159 w 60317"/>
                <a:gd name="csY3" fmla="*/ 60318 h 60317"/>
                <a:gd name="csX4" fmla="*/ 0 w 60317"/>
                <a:gd name="csY4" fmla="*/ 30159 h 60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0317" h="60317">
                  <a:moveTo>
                    <a:pt x="0" y="30159"/>
                  </a:moveTo>
                  <a:lnTo>
                    <a:pt x="30159" y="0"/>
                  </a:lnTo>
                  <a:lnTo>
                    <a:pt x="60318" y="30159"/>
                  </a:lnTo>
                  <a:lnTo>
                    <a:pt x="30159" y="60318"/>
                  </a:lnTo>
                  <a:lnTo>
                    <a:pt x="0" y="3015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6A36E3AE-9E99-D3DD-E691-3EB1B5FAD3C8}"/>
                </a:ext>
              </a:extLst>
            </p:cNvPr>
            <p:cNvSpPr/>
            <p:nvPr/>
          </p:nvSpPr>
          <p:spPr>
            <a:xfrm>
              <a:off x="2744542" y="5184599"/>
              <a:ext cx="60317" cy="60317"/>
            </a:xfrm>
            <a:custGeom>
              <a:avLst/>
              <a:gdLst>
                <a:gd name="csX0" fmla="*/ 30159 w 60317"/>
                <a:gd name="csY0" fmla="*/ 0 h 60317"/>
                <a:gd name="csX1" fmla="*/ 60318 w 60317"/>
                <a:gd name="csY1" fmla="*/ 30159 h 60317"/>
                <a:gd name="csX2" fmla="*/ 30159 w 60317"/>
                <a:gd name="csY2" fmla="*/ 60318 h 60317"/>
                <a:gd name="csX3" fmla="*/ 0 w 60317"/>
                <a:gd name="csY3" fmla="*/ 30159 h 60317"/>
                <a:gd name="csX4" fmla="*/ 30159 w 60317"/>
                <a:gd name="csY4" fmla="*/ 0 h 60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0317" h="60317">
                  <a:moveTo>
                    <a:pt x="30159" y="0"/>
                  </a:moveTo>
                  <a:lnTo>
                    <a:pt x="60318" y="30159"/>
                  </a:lnTo>
                  <a:lnTo>
                    <a:pt x="30159" y="60318"/>
                  </a:lnTo>
                  <a:lnTo>
                    <a:pt x="0" y="30159"/>
                  </a:lnTo>
                  <a:lnTo>
                    <a:pt x="30159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08E8B1F4-9832-2B8B-1027-7C468E98E4D5}"/>
                </a:ext>
              </a:extLst>
            </p:cNvPr>
            <p:cNvSpPr/>
            <p:nvPr/>
          </p:nvSpPr>
          <p:spPr>
            <a:xfrm>
              <a:off x="2630834" y="5070891"/>
              <a:ext cx="287734" cy="287734"/>
            </a:xfrm>
            <a:custGeom>
              <a:avLst/>
              <a:gdLst>
                <a:gd name="csX0" fmla="*/ 0 w 287734"/>
                <a:gd name="csY0" fmla="*/ 143867 h 287734"/>
                <a:gd name="csX1" fmla="*/ 143867 w 287734"/>
                <a:gd name="csY1" fmla="*/ 0 h 287734"/>
                <a:gd name="csX2" fmla="*/ 287734 w 287734"/>
                <a:gd name="csY2" fmla="*/ 143867 h 287734"/>
                <a:gd name="csX3" fmla="*/ 266421 w 287734"/>
                <a:gd name="csY3" fmla="*/ 143867 h 287734"/>
                <a:gd name="csX4" fmla="*/ 143867 w 287734"/>
                <a:gd name="csY4" fmla="*/ 21314 h 287734"/>
                <a:gd name="csX5" fmla="*/ 21314 w 287734"/>
                <a:gd name="csY5" fmla="*/ 143867 h 287734"/>
                <a:gd name="csX6" fmla="*/ 143867 w 287734"/>
                <a:gd name="csY6" fmla="*/ 266421 h 287734"/>
                <a:gd name="csX7" fmla="*/ 143867 w 287734"/>
                <a:gd name="csY7" fmla="*/ 287734 h 287734"/>
                <a:gd name="csX8" fmla="*/ 0 w 287734"/>
                <a:gd name="csY8" fmla="*/ 143867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7734" h="287734">
                  <a:moveTo>
                    <a:pt x="0" y="143867"/>
                  </a:moveTo>
                  <a:cubicBezTo>
                    <a:pt x="0" y="64420"/>
                    <a:pt x="64421" y="0"/>
                    <a:pt x="143867" y="0"/>
                  </a:cubicBezTo>
                  <a:cubicBezTo>
                    <a:pt x="223314" y="0"/>
                    <a:pt x="287734" y="64420"/>
                    <a:pt x="287734" y="143867"/>
                  </a:cubicBezTo>
                  <a:lnTo>
                    <a:pt x="266421" y="143867"/>
                  </a:lnTo>
                  <a:cubicBezTo>
                    <a:pt x="266421" y="76196"/>
                    <a:pt x="211538" y="21314"/>
                    <a:pt x="143867" y="21314"/>
                  </a:cubicBezTo>
                  <a:cubicBezTo>
                    <a:pt x="76196" y="21314"/>
                    <a:pt x="21314" y="76196"/>
                    <a:pt x="21314" y="143867"/>
                  </a:cubicBezTo>
                  <a:cubicBezTo>
                    <a:pt x="21314" y="211538"/>
                    <a:pt x="76196" y="266421"/>
                    <a:pt x="143867" y="266421"/>
                  </a:cubicBezTo>
                  <a:lnTo>
                    <a:pt x="143867" y="287734"/>
                  </a:lnTo>
                  <a:cubicBezTo>
                    <a:pt x="64421" y="287734"/>
                    <a:pt x="0" y="223314"/>
                    <a:pt x="0" y="14386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1AA38AB9-4D15-EA96-2200-B33A3B89977E}"/>
                </a:ext>
              </a:extLst>
            </p:cNvPr>
            <p:cNvSpPr/>
            <p:nvPr/>
          </p:nvSpPr>
          <p:spPr>
            <a:xfrm>
              <a:off x="2673461" y="5113518"/>
              <a:ext cx="128041" cy="190597"/>
            </a:xfrm>
            <a:custGeom>
              <a:avLst/>
              <a:gdLst>
                <a:gd name="csX0" fmla="*/ 0 w 128041"/>
                <a:gd name="csY0" fmla="*/ 101240 h 190597"/>
                <a:gd name="csX1" fmla="*/ 101240 w 128041"/>
                <a:gd name="csY1" fmla="*/ 0 h 190597"/>
                <a:gd name="csX2" fmla="*/ 128042 w 128041"/>
                <a:gd name="csY2" fmla="*/ 3570 h 190597"/>
                <a:gd name="csX3" fmla="*/ 122394 w 128041"/>
                <a:gd name="csY3" fmla="*/ 24138 h 190597"/>
                <a:gd name="csX4" fmla="*/ 101240 w 128041"/>
                <a:gd name="csY4" fmla="*/ 21314 h 190597"/>
                <a:gd name="csX5" fmla="*/ 21314 w 128041"/>
                <a:gd name="csY5" fmla="*/ 101240 h 190597"/>
                <a:gd name="csX6" fmla="*/ 63621 w 128041"/>
                <a:gd name="csY6" fmla="*/ 171788 h 190597"/>
                <a:gd name="csX7" fmla="*/ 53604 w 128041"/>
                <a:gd name="csY7" fmla="*/ 190597 h 190597"/>
                <a:gd name="csX8" fmla="*/ 0 w 128041"/>
                <a:gd name="csY8" fmla="*/ 101240 h 190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8041" h="190597">
                  <a:moveTo>
                    <a:pt x="0" y="101240"/>
                  </a:moveTo>
                  <a:cubicBezTo>
                    <a:pt x="0" y="45345"/>
                    <a:pt x="45345" y="0"/>
                    <a:pt x="101240" y="0"/>
                  </a:cubicBezTo>
                  <a:cubicBezTo>
                    <a:pt x="110511" y="0"/>
                    <a:pt x="119463" y="1225"/>
                    <a:pt x="128042" y="3570"/>
                  </a:cubicBezTo>
                  <a:lnTo>
                    <a:pt x="122394" y="24138"/>
                  </a:lnTo>
                  <a:cubicBezTo>
                    <a:pt x="115680" y="22273"/>
                    <a:pt x="108593" y="21314"/>
                    <a:pt x="101240" y="21314"/>
                  </a:cubicBezTo>
                  <a:cubicBezTo>
                    <a:pt x="57121" y="21314"/>
                    <a:pt x="21314" y="57120"/>
                    <a:pt x="21314" y="101240"/>
                  </a:cubicBezTo>
                  <a:cubicBezTo>
                    <a:pt x="21314" y="131772"/>
                    <a:pt x="38418" y="158307"/>
                    <a:pt x="63621" y="171788"/>
                  </a:cubicBezTo>
                  <a:lnTo>
                    <a:pt x="53604" y="190597"/>
                  </a:lnTo>
                  <a:cubicBezTo>
                    <a:pt x="21740" y="173546"/>
                    <a:pt x="0" y="139977"/>
                    <a:pt x="0" y="10124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6B67A922-BEB1-71A0-7823-D24A74439291}"/>
              </a:ext>
            </a:extLst>
          </p:cNvPr>
          <p:cNvGrpSpPr/>
          <p:nvPr userDrawn="1"/>
        </p:nvGrpSpPr>
        <p:grpSpPr>
          <a:xfrm>
            <a:off x="4167039" y="4766632"/>
            <a:ext cx="287810" cy="287734"/>
            <a:chOff x="3653889" y="5070891"/>
            <a:chExt cx="287735" cy="287734"/>
          </a:xfrm>
        </p:grpSpPr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63BC698B-F90A-2DF4-DC2D-4F9CFA055BA8}"/>
                </a:ext>
              </a:extLst>
            </p:cNvPr>
            <p:cNvSpPr/>
            <p:nvPr/>
          </p:nvSpPr>
          <p:spPr>
            <a:xfrm>
              <a:off x="3760458" y="5177459"/>
              <a:ext cx="181166" cy="181166"/>
            </a:xfrm>
            <a:custGeom>
              <a:avLst/>
              <a:gdLst>
                <a:gd name="csX0" fmla="*/ 159852 w 181166"/>
                <a:gd name="csY0" fmla="*/ 21314 h 181166"/>
                <a:gd name="csX1" fmla="*/ 21314 w 181166"/>
                <a:gd name="csY1" fmla="*/ 21314 h 181166"/>
                <a:gd name="csX2" fmla="*/ 21314 w 181166"/>
                <a:gd name="csY2" fmla="*/ 159852 h 181166"/>
                <a:gd name="csX3" fmla="*/ 159852 w 181166"/>
                <a:gd name="csY3" fmla="*/ 159852 h 181166"/>
                <a:gd name="csX4" fmla="*/ 159852 w 181166"/>
                <a:gd name="csY4" fmla="*/ 21314 h 181166"/>
                <a:gd name="csX5" fmla="*/ 181166 w 181166"/>
                <a:gd name="csY5" fmla="*/ 159852 h 181166"/>
                <a:gd name="csX6" fmla="*/ 159852 w 181166"/>
                <a:gd name="csY6" fmla="*/ 181166 h 181166"/>
                <a:gd name="csX7" fmla="*/ 21314 w 181166"/>
                <a:gd name="csY7" fmla="*/ 181166 h 181166"/>
                <a:gd name="csX8" fmla="*/ 0 w 181166"/>
                <a:gd name="csY8" fmla="*/ 159852 h 181166"/>
                <a:gd name="csX9" fmla="*/ 0 w 181166"/>
                <a:gd name="csY9" fmla="*/ 21314 h 181166"/>
                <a:gd name="csX10" fmla="*/ 21314 w 181166"/>
                <a:gd name="csY10" fmla="*/ 0 h 181166"/>
                <a:gd name="csX11" fmla="*/ 159852 w 181166"/>
                <a:gd name="csY11" fmla="*/ 0 h 181166"/>
                <a:gd name="csX12" fmla="*/ 181166 w 181166"/>
                <a:gd name="csY12" fmla="*/ 21314 h 181166"/>
                <a:gd name="csX13" fmla="*/ 181166 w 181166"/>
                <a:gd name="csY13" fmla="*/ 159852 h 181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1166" h="181166">
                  <a:moveTo>
                    <a:pt x="159852" y="21314"/>
                  </a:moveTo>
                  <a:lnTo>
                    <a:pt x="21314" y="21314"/>
                  </a:lnTo>
                  <a:lnTo>
                    <a:pt x="21314" y="159852"/>
                  </a:lnTo>
                  <a:lnTo>
                    <a:pt x="159852" y="159852"/>
                  </a:lnTo>
                  <a:lnTo>
                    <a:pt x="159852" y="21314"/>
                  </a:lnTo>
                  <a:close/>
                  <a:moveTo>
                    <a:pt x="181166" y="159852"/>
                  </a:moveTo>
                  <a:lnTo>
                    <a:pt x="159852" y="181166"/>
                  </a:lnTo>
                  <a:lnTo>
                    <a:pt x="21314" y="181166"/>
                  </a:lnTo>
                  <a:lnTo>
                    <a:pt x="0" y="159852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59852" y="0"/>
                  </a:lnTo>
                  <a:lnTo>
                    <a:pt x="181166" y="21314"/>
                  </a:lnTo>
                  <a:lnTo>
                    <a:pt x="181166" y="159852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8B2F1A8-1C37-9B8C-A00B-D7FC63B8CA3D}"/>
                </a:ext>
              </a:extLst>
            </p:cNvPr>
            <p:cNvSpPr/>
            <p:nvPr/>
          </p:nvSpPr>
          <p:spPr>
            <a:xfrm>
              <a:off x="3653889" y="5070891"/>
              <a:ext cx="181166" cy="181166"/>
            </a:xfrm>
            <a:custGeom>
              <a:avLst/>
              <a:gdLst>
                <a:gd name="csX0" fmla="*/ 21314 w 181166"/>
                <a:gd name="csY0" fmla="*/ 0 h 181166"/>
                <a:gd name="csX1" fmla="*/ 0 w 181166"/>
                <a:gd name="csY1" fmla="*/ 21314 h 181166"/>
                <a:gd name="csX2" fmla="*/ 0 w 181166"/>
                <a:gd name="csY2" fmla="*/ 159852 h 181166"/>
                <a:gd name="csX3" fmla="*/ 21314 w 181166"/>
                <a:gd name="csY3" fmla="*/ 181166 h 181166"/>
                <a:gd name="csX4" fmla="*/ 85255 w 181166"/>
                <a:gd name="csY4" fmla="*/ 181166 h 181166"/>
                <a:gd name="csX5" fmla="*/ 85255 w 181166"/>
                <a:gd name="csY5" fmla="*/ 159852 h 181166"/>
                <a:gd name="csX6" fmla="*/ 21314 w 181166"/>
                <a:gd name="csY6" fmla="*/ 159852 h 181166"/>
                <a:gd name="csX7" fmla="*/ 21314 w 181166"/>
                <a:gd name="csY7" fmla="*/ 21314 h 181166"/>
                <a:gd name="csX8" fmla="*/ 159852 w 181166"/>
                <a:gd name="csY8" fmla="*/ 21314 h 181166"/>
                <a:gd name="csX9" fmla="*/ 159852 w 181166"/>
                <a:gd name="csY9" fmla="*/ 85255 h 181166"/>
                <a:gd name="csX10" fmla="*/ 181166 w 181166"/>
                <a:gd name="csY10" fmla="*/ 85255 h 181166"/>
                <a:gd name="csX11" fmla="*/ 181166 w 181166"/>
                <a:gd name="csY11" fmla="*/ 21314 h 181166"/>
                <a:gd name="csX12" fmla="*/ 159852 w 181166"/>
                <a:gd name="csY12" fmla="*/ 0 h 181166"/>
                <a:gd name="csX13" fmla="*/ 21314 w 181166"/>
                <a:gd name="csY13" fmla="*/ 0 h 181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1166" h="181166">
                  <a:moveTo>
                    <a:pt x="21314" y="0"/>
                  </a:moveTo>
                  <a:lnTo>
                    <a:pt x="0" y="21314"/>
                  </a:lnTo>
                  <a:lnTo>
                    <a:pt x="0" y="159852"/>
                  </a:lnTo>
                  <a:lnTo>
                    <a:pt x="21314" y="181166"/>
                  </a:lnTo>
                  <a:lnTo>
                    <a:pt x="85255" y="181166"/>
                  </a:lnTo>
                  <a:lnTo>
                    <a:pt x="85255" y="159852"/>
                  </a:lnTo>
                  <a:lnTo>
                    <a:pt x="21314" y="159852"/>
                  </a:lnTo>
                  <a:lnTo>
                    <a:pt x="21314" y="21314"/>
                  </a:lnTo>
                  <a:lnTo>
                    <a:pt x="159852" y="21314"/>
                  </a:lnTo>
                  <a:lnTo>
                    <a:pt x="159852" y="85255"/>
                  </a:lnTo>
                  <a:lnTo>
                    <a:pt x="181166" y="85255"/>
                  </a:lnTo>
                  <a:lnTo>
                    <a:pt x="181166" y="21314"/>
                  </a:lnTo>
                  <a:lnTo>
                    <a:pt x="159852" y="0"/>
                  </a:lnTo>
                  <a:lnTo>
                    <a:pt x="21314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625D2603-2E7C-D8BD-98E3-52F8D8165F96}"/>
              </a:ext>
            </a:extLst>
          </p:cNvPr>
          <p:cNvGrpSpPr/>
          <p:nvPr userDrawn="1"/>
        </p:nvGrpSpPr>
        <p:grpSpPr>
          <a:xfrm>
            <a:off x="6496431" y="4766578"/>
            <a:ext cx="287809" cy="287788"/>
            <a:chOff x="5726643" y="5070837"/>
            <a:chExt cx="287734" cy="287788"/>
          </a:xfrm>
        </p:grpSpPr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9A7FE421-B2B3-D5AB-6984-54C69AD63CA4}"/>
                </a:ext>
              </a:extLst>
            </p:cNvPr>
            <p:cNvSpPr/>
            <p:nvPr/>
          </p:nvSpPr>
          <p:spPr>
            <a:xfrm>
              <a:off x="5726643" y="5070837"/>
              <a:ext cx="287734" cy="211964"/>
            </a:xfrm>
            <a:custGeom>
              <a:avLst/>
              <a:gdLst>
                <a:gd name="csX0" fmla="*/ 266420 w 287734"/>
                <a:gd name="csY0" fmla="*/ 21367 h 211964"/>
                <a:gd name="csX1" fmla="*/ 21313 w 287734"/>
                <a:gd name="csY1" fmla="*/ 21367 h 211964"/>
                <a:gd name="csX2" fmla="*/ 21313 w 287734"/>
                <a:gd name="csY2" fmla="*/ 190704 h 211964"/>
                <a:gd name="csX3" fmla="*/ 266420 w 287734"/>
                <a:gd name="csY3" fmla="*/ 190704 h 211964"/>
                <a:gd name="csX4" fmla="*/ 266420 w 287734"/>
                <a:gd name="csY4" fmla="*/ 21367 h 211964"/>
                <a:gd name="csX5" fmla="*/ 287734 w 287734"/>
                <a:gd name="csY5" fmla="*/ 190650 h 211964"/>
                <a:gd name="csX6" fmla="*/ 266420 w 287734"/>
                <a:gd name="csY6" fmla="*/ 211964 h 211964"/>
                <a:gd name="csX7" fmla="*/ 21313 w 287734"/>
                <a:gd name="csY7" fmla="*/ 211964 h 211964"/>
                <a:gd name="csX8" fmla="*/ 0 w 287734"/>
                <a:gd name="csY8" fmla="*/ 190650 h 211964"/>
                <a:gd name="csX9" fmla="*/ 0 w 287734"/>
                <a:gd name="csY9" fmla="*/ 0 h 211964"/>
                <a:gd name="csX10" fmla="*/ 287734 w 287734"/>
                <a:gd name="csY10" fmla="*/ 0 h 211964"/>
                <a:gd name="csX11" fmla="*/ 287734 w 287734"/>
                <a:gd name="csY11" fmla="*/ 190650 h 2119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87734" h="211964">
                  <a:moveTo>
                    <a:pt x="266420" y="21367"/>
                  </a:moveTo>
                  <a:lnTo>
                    <a:pt x="21313" y="21367"/>
                  </a:lnTo>
                  <a:lnTo>
                    <a:pt x="21313" y="190704"/>
                  </a:lnTo>
                  <a:lnTo>
                    <a:pt x="266420" y="190704"/>
                  </a:lnTo>
                  <a:lnTo>
                    <a:pt x="266420" y="21367"/>
                  </a:lnTo>
                  <a:close/>
                  <a:moveTo>
                    <a:pt x="287734" y="190650"/>
                  </a:moveTo>
                  <a:lnTo>
                    <a:pt x="266420" y="211964"/>
                  </a:lnTo>
                  <a:lnTo>
                    <a:pt x="21313" y="211964"/>
                  </a:lnTo>
                  <a:lnTo>
                    <a:pt x="0" y="190650"/>
                  </a:lnTo>
                  <a:lnTo>
                    <a:pt x="0" y="0"/>
                  </a:lnTo>
                  <a:lnTo>
                    <a:pt x="287734" y="0"/>
                  </a:lnTo>
                  <a:lnTo>
                    <a:pt x="287734" y="19065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780DD5BF-121D-AB74-B9A4-169CAB7C2757}"/>
                </a:ext>
              </a:extLst>
            </p:cNvPr>
            <p:cNvSpPr/>
            <p:nvPr/>
          </p:nvSpPr>
          <p:spPr>
            <a:xfrm>
              <a:off x="5859853" y="5268042"/>
              <a:ext cx="21313" cy="90583"/>
            </a:xfrm>
            <a:custGeom>
              <a:avLst/>
              <a:gdLst>
                <a:gd name="csX0" fmla="*/ 21314 w 21313"/>
                <a:gd name="csY0" fmla="*/ 90583 h 90583"/>
                <a:gd name="csX1" fmla="*/ 0 w 21313"/>
                <a:gd name="csY1" fmla="*/ 90583 h 90583"/>
                <a:gd name="csX2" fmla="*/ 0 w 21313"/>
                <a:gd name="csY2" fmla="*/ 0 h 90583"/>
                <a:gd name="csX3" fmla="*/ 21314 w 21313"/>
                <a:gd name="csY3" fmla="*/ 0 h 90583"/>
                <a:gd name="csX4" fmla="*/ 21314 w 21313"/>
                <a:gd name="csY4" fmla="*/ 90583 h 905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90583">
                  <a:moveTo>
                    <a:pt x="21314" y="90583"/>
                  </a:moveTo>
                  <a:lnTo>
                    <a:pt x="0" y="90583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90583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5295BAA2-5FF2-20FE-1D22-2BBE42A97766}"/>
                </a:ext>
              </a:extLst>
            </p:cNvPr>
            <p:cNvSpPr/>
            <p:nvPr/>
          </p:nvSpPr>
          <p:spPr>
            <a:xfrm>
              <a:off x="5863317" y="5276141"/>
              <a:ext cx="86320" cy="82324"/>
            </a:xfrm>
            <a:custGeom>
              <a:avLst/>
              <a:gdLst>
                <a:gd name="csX0" fmla="*/ 86321 w 86320"/>
                <a:gd name="csY0" fmla="*/ 66605 h 82324"/>
                <a:gd name="csX1" fmla="*/ 71934 w 86320"/>
                <a:gd name="csY1" fmla="*/ 82324 h 82324"/>
                <a:gd name="csX2" fmla="*/ 0 w 86320"/>
                <a:gd name="csY2" fmla="*/ 15719 h 82324"/>
                <a:gd name="csX3" fmla="*/ 14387 w 86320"/>
                <a:gd name="csY3" fmla="*/ 0 h 82324"/>
                <a:gd name="csX4" fmla="*/ 86321 w 86320"/>
                <a:gd name="csY4" fmla="*/ 66605 h 82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320" h="82324">
                  <a:moveTo>
                    <a:pt x="86321" y="66605"/>
                  </a:moveTo>
                  <a:lnTo>
                    <a:pt x="71934" y="82324"/>
                  </a:lnTo>
                  <a:lnTo>
                    <a:pt x="0" y="15719"/>
                  </a:lnTo>
                  <a:lnTo>
                    <a:pt x="14387" y="0"/>
                  </a:lnTo>
                  <a:lnTo>
                    <a:pt x="86321" y="6660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2AD9CB72-656D-CCA4-1065-9C64DEF1586A}"/>
                </a:ext>
              </a:extLst>
            </p:cNvPr>
            <p:cNvSpPr/>
            <p:nvPr/>
          </p:nvSpPr>
          <p:spPr>
            <a:xfrm>
              <a:off x="5791383" y="5276194"/>
              <a:ext cx="86320" cy="82324"/>
            </a:xfrm>
            <a:custGeom>
              <a:avLst/>
              <a:gdLst>
                <a:gd name="csX0" fmla="*/ 0 w 86320"/>
                <a:gd name="csY0" fmla="*/ 66605 h 82324"/>
                <a:gd name="csX1" fmla="*/ 14387 w 86320"/>
                <a:gd name="csY1" fmla="*/ 82324 h 82324"/>
                <a:gd name="csX2" fmla="*/ 86321 w 86320"/>
                <a:gd name="csY2" fmla="*/ 15719 h 82324"/>
                <a:gd name="csX3" fmla="*/ 71934 w 86320"/>
                <a:gd name="csY3" fmla="*/ 0 h 82324"/>
                <a:gd name="csX4" fmla="*/ 0 w 86320"/>
                <a:gd name="csY4" fmla="*/ 66605 h 82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320" h="82324">
                  <a:moveTo>
                    <a:pt x="0" y="66605"/>
                  </a:moveTo>
                  <a:lnTo>
                    <a:pt x="14387" y="82324"/>
                  </a:lnTo>
                  <a:lnTo>
                    <a:pt x="86321" y="15719"/>
                  </a:lnTo>
                  <a:lnTo>
                    <a:pt x="71934" y="0"/>
                  </a:lnTo>
                  <a:lnTo>
                    <a:pt x="0" y="6660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CF8AD2D1-8290-2B42-4B25-43B650874431}"/>
                </a:ext>
              </a:extLst>
            </p:cNvPr>
            <p:cNvSpPr/>
            <p:nvPr/>
          </p:nvSpPr>
          <p:spPr>
            <a:xfrm>
              <a:off x="5923794" y="5124175"/>
              <a:ext cx="21313" cy="106568"/>
            </a:xfrm>
            <a:custGeom>
              <a:avLst/>
              <a:gdLst>
                <a:gd name="csX0" fmla="*/ 21314 w 21313"/>
                <a:gd name="csY0" fmla="*/ 106568 h 106568"/>
                <a:gd name="csX1" fmla="*/ 0 w 21313"/>
                <a:gd name="csY1" fmla="*/ 106568 h 106568"/>
                <a:gd name="csX2" fmla="*/ 0 w 21313"/>
                <a:gd name="csY2" fmla="*/ 0 h 106568"/>
                <a:gd name="csX3" fmla="*/ 21314 w 21313"/>
                <a:gd name="csY3" fmla="*/ 0 h 106568"/>
                <a:gd name="csX4" fmla="*/ 21314 w 21313"/>
                <a:gd name="csY4" fmla="*/ 106568 h 106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06568">
                  <a:moveTo>
                    <a:pt x="21314" y="106568"/>
                  </a:moveTo>
                  <a:lnTo>
                    <a:pt x="0" y="106568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0656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1C6384D4-372B-1DB6-D95A-5E42D2B8B7D9}"/>
                </a:ext>
              </a:extLst>
            </p:cNvPr>
            <p:cNvSpPr/>
            <p:nvPr/>
          </p:nvSpPr>
          <p:spPr>
            <a:xfrm>
              <a:off x="5859853" y="5156145"/>
              <a:ext cx="21313" cy="74597"/>
            </a:xfrm>
            <a:custGeom>
              <a:avLst/>
              <a:gdLst>
                <a:gd name="csX0" fmla="*/ 21314 w 21313"/>
                <a:gd name="csY0" fmla="*/ 74598 h 74597"/>
                <a:gd name="csX1" fmla="*/ 0 w 21313"/>
                <a:gd name="csY1" fmla="*/ 74598 h 74597"/>
                <a:gd name="csX2" fmla="*/ 0 w 21313"/>
                <a:gd name="csY2" fmla="*/ 0 h 74597"/>
                <a:gd name="csX3" fmla="*/ 21314 w 21313"/>
                <a:gd name="csY3" fmla="*/ 0 h 74597"/>
                <a:gd name="csX4" fmla="*/ 21314 w 21313"/>
                <a:gd name="csY4" fmla="*/ 74598 h 74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74597">
                  <a:moveTo>
                    <a:pt x="21314" y="74598"/>
                  </a:moveTo>
                  <a:lnTo>
                    <a:pt x="0" y="74598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7459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16BCC104-0004-85E1-A1EA-032A698D9478}"/>
                </a:ext>
              </a:extLst>
            </p:cNvPr>
            <p:cNvSpPr/>
            <p:nvPr/>
          </p:nvSpPr>
          <p:spPr>
            <a:xfrm>
              <a:off x="5795912" y="5182788"/>
              <a:ext cx="21313" cy="47955"/>
            </a:xfrm>
            <a:custGeom>
              <a:avLst/>
              <a:gdLst>
                <a:gd name="csX0" fmla="*/ 21314 w 21313"/>
                <a:gd name="csY0" fmla="*/ 47956 h 47955"/>
                <a:gd name="csX1" fmla="*/ 0 w 21313"/>
                <a:gd name="csY1" fmla="*/ 47956 h 47955"/>
                <a:gd name="csX2" fmla="*/ 0 w 21313"/>
                <a:gd name="csY2" fmla="*/ 0 h 47955"/>
                <a:gd name="csX3" fmla="*/ 21314 w 21313"/>
                <a:gd name="csY3" fmla="*/ 0 h 47955"/>
                <a:gd name="csX4" fmla="*/ 21314 w 21313"/>
                <a:gd name="csY4" fmla="*/ 47956 h 47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47955">
                  <a:moveTo>
                    <a:pt x="21314" y="47956"/>
                  </a:moveTo>
                  <a:lnTo>
                    <a:pt x="0" y="47956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4795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BC3DA63-787A-11D3-916A-498D0A9E10A4}"/>
              </a:ext>
            </a:extLst>
          </p:cNvPr>
          <p:cNvGrpSpPr/>
          <p:nvPr userDrawn="1"/>
        </p:nvGrpSpPr>
        <p:grpSpPr>
          <a:xfrm>
            <a:off x="7653132" y="4766632"/>
            <a:ext cx="287809" cy="287734"/>
            <a:chOff x="6755027" y="5070891"/>
            <a:chExt cx="287734" cy="287734"/>
          </a:xfrm>
        </p:grpSpPr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1496AC63-BD03-A1A4-0837-41799607349E}"/>
                </a:ext>
              </a:extLst>
            </p:cNvPr>
            <p:cNvSpPr/>
            <p:nvPr/>
          </p:nvSpPr>
          <p:spPr>
            <a:xfrm>
              <a:off x="6891381" y="5070891"/>
              <a:ext cx="151379" cy="151380"/>
            </a:xfrm>
            <a:custGeom>
              <a:avLst/>
              <a:gdLst>
                <a:gd name="csX0" fmla="*/ 53870 w 151379"/>
                <a:gd name="csY0" fmla="*/ 41668 h 151380"/>
                <a:gd name="csX1" fmla="*/ 53870 w 151379"/>
                <a:gd name="csY1" fmla="*/ 82430 h 151380"/>
                <a:gd name="csX2" fmla="*/ 0 w 151379"/>
                <a:gd name="csY2" fmla="*/ 136301 h 151380"/>
                <a:gd name="csX3" fmla="*/ 15026 w 151379"/>
                <a:gd name="csY3" fmla="*/ 151380 h 151380"/>
                <a:gd name="csX4" fmla="*/ 68949 w 151379"/>
                <a:gd name="csY4" fmla="*/ 97510 h 151380"/>
                <a:gd name="csX5" fmla="*/ 109712 w 151379"/>
                <a:gd name="csY5" fmla="*/ 97510 h 151380"/>
                <a:gd name="csX6" fmla="*/ 151380 w 151379"/>
                <a:gd name="csY6" fmla="*/ 55842 h 151380"/>
                <a:gd name="csX7" fmla="*/ 151380 w 151379"/>
                <a:gd name="csY7" fmla="*/ 28827 h 151380"/>
                <a:gd name="csX8" fmla="*/ 132144 w 151379"/>
                <a:gd name="csY8" fmla="*/ 19235 h 151380"/>
                <a:gd name="csX9" fmla="*/ 122554 w 151379"/>
                <a:gd name="csY9" fmla="*/ 0 h 151380"/>
                <a:gd name="csX10" fmla="*/ 95538 w 151379"/>
                <a:gd name="csY10" fmla="*/ 0 h 151380"/>
                <a:gd name="csX11" fmla="*/ 53870 w 151379"/>
                <a:gd name="csY11" fmla="*/ 41668 h 151380"/>
                <a:gd name="csX12" fmla="*/ 114668 w 151379"/>
                <a:gd name="csY12" fmla="*/ 31917 h 151380"/>
                <a:gd name="csX13" fmla="*/ 116266 w 151379"/>
                <a:gd name="csY13" fmla="*/ 35114 h 151380"/>
                <a:gd name="csX14" fmla="*/ 119463 w 151379"/>
                <a:gd name="csY14" fmla="*/ 36713 h 151380"/>
                <a:gd name="csX15" fmla="*/ 133370 w 151379"/>
                <a:gd name="csY15" fmla="*/ 43693 h 151380"/>
                <a:gd name="csX16" fmla="*/ 100867 w 151379"/>
                <a:gd name="csY16" fmla="*/ 76196 h 151380"/>
                <a:gd name="csX17" fmla="*/ 75184 w 151379"/>
                <a:gd name="csY17" fmla="*/ 76196 h 151380"/>
                <a:gd name="csX18" fmla="*/ 75184 w 151379"/>
                <a:gd name="csY18" fmla="*/ 50513 h 151380"/>
                <a:gd name="csX19" fmla="*/ 107687 w 151379"/>
                <a:gd name="csY19" fmla="*/ 18010 h 151380"/>
                <a:gd name="csX20" fmla="*/ 114668 w 151379"/>
                <a:gd name="csY20" fmla="*/ 31970 h 151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51379" h="151380">
                  <a:moveTo>
                    <a:pt x="53870" y="41668"/>
                  </a:moveTo>
                  <a:lnTo>
                    <a:pt x="53870" y="82430"/>
                  </a:lnTo>
                  <a:lnTo>
                    <a:pt x="0" y="136301"/>
                  </a:lnTo>
                  <a:lnTo>
                    <a:pt x="15026" y="151380"/>
                  </a:lnTo>
                  <a:lnTo>
                    <a:pt x="68949" y="97510"/>
                  </a:lnTo>
                  <a:lnTo>
                    <a:pt x="109712" y="97510"/>
                  </a:lnTo>
                  <a:lnTo>
                    <a:pt x="151380" y="55842"/>
                  </a:lnTo>
                  <a:lnTo>
                    <a:pt x="151380" y="28827"/>
                  </a:lnTo>
                  <a:lnTo>
                    <a:pt x="132144" y="19235"/>
                  </a:lnTo>
                  <a:lnTo>
                    <a:pt x="122554" y="0"/>
                  </a:lnTo>
                  <a:lnTo>
                    <a:pt x="95538" y="0"/>
                  </a:lnTo>
                  <a:lnTo>
                    <a:pt x="53870" y="41668"/>
                  </a:lnTo>
                  <a:close/>
                  <a:moveTo>
                    <a:pt x="114668" y="31917"/>
                  </a:moveTo>
                  <a:lnTo>
                    <a:pt x="116266" y="35114"/>
                  </a:lnTo>
                  <a:lnTo>
                    <a:pt x="119463" y="36713"/>
                  </a:lnTo>
                  <a:lnTo>
                    <a:pt x="133370" y="43693"/>
                  </a:lnTo>
                  <a:lnTo>
                    <a:pt x="100867" y="76196"/>
                  </a:lnTo>
                  <a:lnTo>
                    <a:pt x="75184" y="76196"/>
                  </a:lnTo>
                  <a:lnTo>
                    <a:pt x="75184" y="50513"/>
                  </a:lnTo>
                  <a:lnTo>
                    <a:pt x="107687" y="18010"/>
                  </a:lnTo>
                  <a:lnTo>
                    <a:pt x="114668" y="3197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F6C7DAE6-2998-9890-CCC8-5DCEE906F5DB}"/>
                </a:ext>
              </a:extLst>
            </p:cNvPr>
            <p:cNvSpPr/>
            <p:nvPr/>
          </p:nvSpPr>
          <p:spPr>
            <a:xfrm>
              <a:off x="6755027" y="5070891"/>
              <a:ext cx="287734" cy="287734"/>
            </a:xfrm>
            <a:custGeom>
              <a:avLst/>
              <a:gdLst>
                <a:gd name="csX0" fmla="*/ 143867 w 287734"/>
                <a:gd name="csY0" fmla="*/ 287734 h 287734"/>
                <a:gd name="csX1" fmla="*/ 0 w 287734"/>
                <a:gd name="csY1" fmla="*/ 143867 h 287734"/>
                <a:gd name="csX2" fmla="*/ 143867 w 287734"/>
                <a:gd name="csY2" fmla="*/ 0 h 287734"/>
                <a:gd name="csX3" fmla="*/ 143867 w 287734"/>
                <a:gd name="csY3" fmla="*/ 21314 h 287734"/>
                <a:gd name="csX4" fmla="*/ 21314 w 287734"/>
                <a:gd name="csY4" fmla="*/ 143867 h 287734"/>
                <a:gd name="csX5" fmla="*/ 143867 w 287734"/>
                <a:gd name="csY5" fmla="*/ 266421 h 287734"/>
                <a:gd name="csX6" fmla="*/ 266421 w 287734"/>
                <a:gd name="csY6" fmla="*/ 143867 h 287734"/>
                <a:gd name="csX7" fmla="*/ 287734 w 287734"/>
                <a:gd name="csY7" fmla="*/ 143867 h 287734"/>
                <a:gd name="csX8" fmla="*/ 143867 w 287734"/>
                <a:gd name="csY8" fmla="*/ 28773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7734" h="287734">
                  <a:moveTo>
                    <a:pt x="143867" y="287734"/>
                  </a:moveTo>
                  <a:cubicBezTo>
                    <a:pt x="64421" y="287734"/>
                    <a:pt x="0" y="223314"/>
                    <a:pt x="0" y="143867"/>
                  </a:cubicBezTo>
                  <a:cubicBezTo>
                    <a:pt x="0" y="64420"/>
                    <a:pt x="64421" y="0"/>
                    <a:pt x="143867" y="0"/>
                  </a:cubicBezTo>
                  <a:lnTo>
                    <a:pt x="143867" y="21314"/>
                  </a:lnTo>
                  <a:cubicBezTo>
                    <a:pt x="76197" y="21314"/>
                    <a:pt x="21314" y="76196"/>
                    <a:pt x="21314" y="143867"/>
                  </a:cubicBezTo>
                  <a:cubicBezTo>
                    <a:pt x="21314" y="211538"/>
                    <a:pt x="76197" y="266421"/>
                    <a:pt x="143867" y="266421"/>
                  </a:cubicBezTo>
                  <a:cubicBezTo>
                    <a:pt x="211538" y="266421"/>
                    <a:pt x="266421" y="211538"/>
                    <a:pt x="266421" y="143867"/>
                  </a:cubicBezTo>
                  <a:lnTo>
                    <a:pt x="287734" y="143867"/>
                  </a:lnTo>
                  <a:cubicBezTo>
                    <a:pt x="287734" y="223314"/>
                    <a:pt x="223314" y="287734"/>
                    <a:pt x="143867" y="287734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3111C18A-B361-63D2-4A5E-EC15D1B96FDE}"/>
                </a:ext>
              </a:extLst>
            </p:cNvPr>
            <p:cNvSpPr/>
            <p:nvPr/>
          </p:nvSpPr>
          <p:spPr>
            <a:xfrm>
              <a:off x="6818968" y="5134832"/>
              <a:ext cx="159852" cy="159852"/>
            </a:xfrm>
            <a:custGeom>
              <a:avLst/>
              <a:gdLst>
                <a:gd name="csX0" fmla="*/ 79926 w 159852"/>
                <a:gd name="csY0" fmla="*/ 159852 h 159852"/>
                <a:gd name="csX1" fmla="*/ 0 w 159852"/>
                <a:gd name="csY1" fmla="*/ 79926 h 159852"/>
                <a:gd name="csX2" fmla="*/ 79926 w 159852"/>
                <a:gd name="csY2" fmla="*/ 0 h 159852"/>
                <a:gd name="csX3" fmla="*/ 79926 w 159852"/>
                <a:gd name="csY3" fmla="*/ 21314 h 159852"/>
                <a:gd name="csX4" fmla="*/ 21314 w 159852"/>
                <a:gd name="csY4" fmla="*/ 79926 h 159852"/>
                <a:gd name="csX5" fmla="*/ 79926 w 159852"/>
                <a:gd name="csY5" fmla="*/ 138539 h 159852"/>
                <a:gd name="csX6" fmla="*/ 138539 w 159852"/>
                <a:gd name="csY6" fmla="*/ 79926 h 159852"/>
                <a:gd name="csX7" fmla="*/ 159852 w 159852"/>
                <a:gd name="csY7" fmla="*/ 79926 h 159852"/>
                <a:gd name="csX8" fmla="*/ 79926 w 159852"/>
                <a:gd name="csY8" fmla="*/ 159852 h 1598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59852" h="159852">
                  <a:moveTo>
                    <a:pt x="79926" y="159852"/>
                  </a:moveTo>
                  <a:cubicBezTo>
                    <a:pt x="35807" y="159852"/>
                    <a:pt x="0" y="124045"/>
                    <a:pt x="0" y="79926"/>
                  </a:cubicBezTo>
                  <a:cubicBezTo>
                    <a:pt x="0" y="35807"/>
                    <a:pt x="35807" y="0"/>
                    <a:pt x="79926" y="0"/>
                  </a:cubicBezTo>
                  <a:lnTo>
                    <a:pt x="79926" y="21314"/>
                  </a:lnTo>
                  <a:cubicBezTo>
                    <a:pt x="47530" y="21314"/>
                    <a:pt x="21314" y="47529"/>
                    <a:pt x="21314" y="79926"/>
                  </a:cubicBezTo>
                  <a:cubicBezTo>
                    <a:pt x="21314" y="112323"/>
                    <a:pt x="47530" y="138539"/>
                    <a:pt x="79926" y="138539"/>
                  </a:cubicBezTo>
                  <a:cubicBezTo>
                    <a:pt x="112323" y="138539"/>
                    <a:pt x="138539" y="112323"/>
                    <a:pt x="138539" y="79926"/>
                  </a:cubicBezTo>
                  <a:lnTo>
                    <a:pt x="159852" y="79926"/>
                  </a:lnTo>
                  <a:cubicBezTo>
                    <a:pt x="159852" y="124045"/>
                    <a:pt x="124046" y="159852"/>
                    <a:pt x="79926" y="159852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CCD1CEA-C556-8665-9776-6ECAB38BD341}"/>
              </a:ext>
            </a:extLst>
          </p:cNvPr>
          <p:cNvGrpSpPr/>
          <p:nvPr userDrawn="1"/>
        </p:nvGrpSpPr>
        <p:grpSpPr>
          <a:xfrm>
            <a:off x="9966534" y="4766632"/>
            <a:ext cx="287809" cy="287734"/>
            <a:chOff x="8811795" y="5070891"/>
            <a:chExt cx="287734" cy="287734"/>
          </a:xfrm>
        </p:grpSpPr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B2E9452F-8695-60D0-F6D1-C67DD95085EF}"/>
                </a:ext>
              </a:extLst>
            </p:cNvPr>
            <p:cNvSpPr/>
            <p:nvPr/>
          </p:nvSpPr>
          <p:spPr>
            <a:xfrm>
              <a:off x="8811795" y="5070891"/>
              <a:ext cx="287734" cy="287734"/>
            </a:xfrm>
            <a:custGeom>
              <a:avLst/>
              <a:gdLst>
                <a:gd name="csX0" fmla="*/ 266421 w 287734"/>
                <a:gd name="csY0" fmla="*/ 143867 h 287734"/>
                <a:gd name="csX1" fmla="*/ 143867 w 287734"/>
                <a:gd name="csY1" fmla="*/ 21314 h 287734"/>
                <a:gd name="csX2" fmla="*/ 21314 w 287734"/>
                <a:gd name="csY2" fmla="*/ 143867 h 287734"/>
                <a:gd name="csX3" fmla="*/ 143867 w 287734"/>
                <a:gd name="csY3" fmla="*/ 266421 h 287734"/>
                <a:gd name="csX4" fmla="*/ 266421 w 287734"/>
                <a:gd name="csY4" fmla="*/ 143867 h 287734"/>
                <a:gd name="csX5" fmla="*/ 287734 w 287734"/>
                <a:gd name="csY5" fmla="*/ 143867 h 287734"/>
                <a:gd name="csX6" fmla="*/ 143867 w 287734"/>
                <a:gd name="csY6" fmla="*/ 287734 h 287734"/>
                <a:gd name="csX7" fmla="*/ 0 w 287734"/>
                <a:gd name="csY7" fmla="*/ 143867 h 287734"/>
                <a:gd name="csX8" fmla="*/ 143867 w 287734"/>
                <a:gd name="csY8" fmla="*/ 0 h 287734"/>
                <a:gd name="csX9" fmla="*/ 287734 w 287734"/>
                <a:gd name="csY9" fmla="*/ 143867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87734" h="287734">
                  <a:moveTo>
                    <a:pt x="266421" y="143867"/>
                  </a:moveTo>
                  <a:cubicBezTo>
                    <a:pt x="266421" y="76196"/>
                    <a:pt x="211538" y="21314"/>
                    <a:pt x="143867" y="21314"/>
                  </a:cubicBezTo>
                  <a:cubicBezTo>
                    <a:pt x="76197" y="21314"/>
                    <a:pt x="21314" y="76196"/>
                    <a:pt x="21314" y="143867"/>
                  </a:cubicBezTo>
                  <a:cubicBezTo>
                    <a:pt x="21314" y="211538"/>
                    <a:pt x="76197" y="266421"/>
                    <a:pt x="143867" y="266421"/>
                  </a:cubicBezTo>
                  <a:cubicBezTo>
                    <a:pt x="211538" y="266421"/>
                    <a:pt x="266421" y="211538"/>
                    <a:pt x="266421" y="143867"/>
                  </a:cubicBezTo>
                  <a:close/>
                  <a:moveTo>
                    <a:pt x="287734" y="143867"/>
                  </a:moveTo>
                  <a:cubicBezTo>
                    <a:pt x="287734" y="223314"/>
                    <a:pt x="223314" y="287734"/>
                    <a:pt x="143867" y="287734"/>
                  </a:cubicBezTo>
                  <a:cubicBezTo>
                    <a:pt x="64421" y="287734"/>
                    <a:pt x="0" y="223314"/>
                    <a:pt x="0" y="143867"/>
                  </a:cubicBezTo>
                  <a:cubicBezTo>
                    <a:pt x="0" y="64420"/>
                    <a:pt x="64421" y="0"/>
                    <a:pt x="143867" y="0"/>
                  </a:cubicBezTo>
                  <a:cubicBezTo>
                    <a:pt x="223314" y="0"/>
                    <a:pt x="287734" y="64420"/>
                    <a:pt x="287734" y="14386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1E67D20C-15DD-96B2-157A-F598D5CE8FD2}"/>
                </a:ext>
              </a:extLst>
            </p:cNvPr>
            <p:cNvSpPr/>
            <p:nvPr/>
          </p:nvSpPr>
          <p:spPr>
            <a:xfrm>
              <a:off x="8900194" y="5159236"/>
              <a:ext cx="110937" cy="110990"/>
            </a:xfrm>
            <a:custGeom>
              <a:avLst/>
              <a:gdLst>
                <a:gd name="csX0" fmla="*/ 15026 w 110937"/>
                <a:gd name="csY0" fmla="*/ 110991 h 110990"/>
                <a:gd name="csX1" fmla="*/ 0 w 110937"/>
                <a:gd name="csY1" fmla="*/ 95911 h 110990"/>
                <a:gd name="csX2" fmla="*/ 95911 w 110937"/>
                <a:gd name="csY2" fmla="*/ 0 h 110990"/>
                <a:gd name="csX3" fmla="*/ 110937 w 110937"/>
                <a:gd name="csY3" fmla="*/ 15080 h 110990"/>
                <a:gd name="csX4" fmla="*/ 15026 w 110937"/>
                <a:gd name="csY4" fmla="*/ 110991 h 110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937" h="110990">
                  <a:moveTo>
                    <a:pt x="15026" y="110991"/>
                  </a:moveTo>
                  <a:lnTo>
                    <a:pt x="0" y="95911"/>
                  </a:lnTo>
                  <a:lnTo>
                    <a:pt x="95911" y="0"/>
                  </a:lnTo>
                  <a:lnTo>
                    <a:pt x="110937" y="15080"/>
                  </a:lnTo>
                  <a:lnTo>
                    <a:pt x="15026" y="11099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0CCB67FA-5A3F-5EAA-5541-50B6F28597ED}"/>
                </a:ext>
              </a:extLst>
            </p:cNvPr>
            <p:cNvSpPr/>
            <p:nvPr/>
          </p:nvSpPr>
          <p:spPr>
            <a:xfrm>
              <a:off x="8900194" y="5159236"/>
              <a:ext cx="110937" cy="110990"/>
            </a:xfrm>
            <a:custGeom>
              <a:avLst/>
              <a:gdLst>
                <a:gd name="csX0" fmla="*/ 0 w 110937"/>
                <a:gd name="csY0" fmla="*/ 15080 h 110990"/>
                <a:gd name="csX1" fmla="*/ 15026 w 110937"/>
                <a:gd name="csY1" fmla="*/ 0 h 110990"/>
                <a:gd name="csX2" fmla="*/ 110937 w 110937"/>
                <a:gd name="csY2" fmla="*/ 95911 h 110990"/>
                <a:gd name="csX3" fmla="*/ 95911 w 110937"/>
                <a:gd name="csY3" fmla="*/ 110991 h 110990"/>
                <a:gd name="csX4" fmla="*/ 0 w 110937"/>
                <a:gd name="csY4" fmla="*/ 15080 h 110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937" h="110990">
                  <a:moveTo>
                    <a:pt x="0" y="15080"/>
                  </a:moveTo>
                  <a:lnTo>
                    <a:pt x="15026" y="0"/>
                  </a:lnTo>
                  <a:lnTo>
                    <a:pt x="110937" y="95911"/>
                  </a:lnTo>
                  <a:lnTo>
                    <a:pt x="95911" y="110991"/>
                  </a:lnTo>
                  <a:lnTo>
                    <a:pt x="0" y="1508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E178B903-E942-D59C-2C53-7F9153459896}"/>
              </a:ext>
            </a:extLst>
          </p:cNvPr>
          <p:cNvGrpSpPr/>
          <p:nvPr userDrawn="1"/>
        </p:nvGrpSpPr>
        <p:grpSpPr>
          <a:xfrm>
            <a:off x="11123236" y="4766632"/>
            <a:ext cx="287809" cy="287734"/>
            <a:chOff x="9840179" y="5070891"/>
            <a:chExt cx="287734" cy="287734"/>
          </a:xfrm>
        </p:grpSpPr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37A8B850-EAC6-1061-32B9-515484A79FDE}"/>
                </a:ext>
              </a:extLst>
            </p:cNvPr>
            <p:cNvSpPr/>
            <p:nvPr/>
          </p:nvSpPr>
          <p:spPr>
            <a:xfrm>
              <a:off x="9928578" y="5159236"/>
              <a:ext cx="110937" cy="110990"/>
            </a:xfrm>
            <a:custGeom>
              <a:avLst/>
              <a:gdLst>
                <a:gd name="csX0" fmla="*/ 15026 w 110937"/>
                <a:gd name="csY0" fmla="*/ 110991 h 110990"/>
                <a:gd name="csX1" fmla="*/ 0 w 110937"/>
                <a:gd name="csY1" fmla="*/ 95911 h 110990"/>
                <a:gd name="csX2" fmla="*/ 95911 w 110937"/>
                <a:gd name="csY2" fmla="*/ 0 h 110990"/>
                <a:gd name="csX3" fmla="*/ 110937 w 110937"/>
                <a:gd name="csY3" fmla="*/ 15080 h 110990"/>
                <a:gd name="csX4" fmla="*/ 15026 w 110937"/>
                <a:gd name="csY4" fmla="*/ 110991 h 110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937" h="110990">
                  <a:moveTo>
                    <a:pt x="15026" y="110991"/>
                  </a:moveTo>
                  <a:lnTo>
                    <a:pt x="0" y="95911"/>
                  </a:lnTo>
                  <a:lnTo>
                    <a:pt x="95911" y="0"/>
                  </a:lnTo>
                  <a:lnTo>
                    <a:pt x="110937" y="15080"/>
                  </a:lnTo>
                  <a:lnTo>
                    <a:pt x="15026" y="11099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4959F24F-F5C9-B5E9-D064-FE31AF8500E1}"/>
                </a:ext>
              </a:extLst>
            </p:cNvPr>
            <p:cNvSpPr/>
            <p:nvPr/>
          </p:nvSpPr>
          <p:spPr>
            <a:xfrm>
              <a:off x="9928578" y="5159236"/>
              <a:ext cx="110937" cy="110990"/>
            </a:xfrm>
            <a:custGeom>
              <a:avLst/>
              <a:gdLst>
                <a:gd name="csX0" fmla="*/ 0 w 110937"/>
                <a:gd name="csY0" fmla="*/ 15080 h 110990"/>
                <a:gd name="csX1" fmla="*/ 15026 w 110937"/>
                <a:gd name="csY1" fmla="*/ 0 h 110990"/>
                <a:gd name="csX2" fmla="*/ 110937 w 110937"/>
                <a:gd name="csY2" fmla="*/ 95911 h 110990"/>
                <a:gd name="csX3" fmla="*/ 95911 w 110937"/>
                <a:gd name="csY3" fmla="*/ 110991 h 110990"/>
                <a:gd name="csX4" fmla="*/ 0 w 110937"/>
                <a:gd name="csY4" fmla="*/ 15080 h 110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937" h="110990">
                  <a:moveTo>
                    <a:pt x="0" y="15080"/>
                  </a:moveTo>
                  <a:lnTo>
                    <a:pt x="15026" y="0"/>
                  </a:lnTo>
                  <a:lnTo>
                    <a:pt x="110937" y="95911"/>
                  </a:lnTo>
                  <a:lnTo>
                    <a:pt x="95911" y="110991"/>
                  </a:lnTo>
                  <a:lnTo>
                    <a:pt x="0" y="1508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DAB6DA1C-2B67-C457-D9BE-B73AA85C67BB}"/>
                </a:ext>
              </a:extLst>
            </p:cNvPr>
            <p:cNvSpPr/>
            <p:nvPr/>
          </p:nvSpPr>
          <p:spPr>
            <a:xfrm>
              <a:off x="9840179" y="5070891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77F26E81-41FB-EDF6-8879-0223573D21E1}"/>
              </a:ext>
            </a:extLst>
          </p:cNvPr>
          <p:cNvGrpSpPr/>
          <p:nvPr userDrawn="1"/>
        </p:nvGrpSpPr>
        <p:grpSpPr>
          <a:xfrm>
            <a:off x="3015667" y="3807517"/>
            <a:ext cx="287809" cy="287734"/>
            <a:chOff x="2630834" y="4111776"/>
            <a:chExt cx="287734" cy="287734"/>
          </a:xfrm>
        </p:grpSpPr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955A7574-DB44-80BC-2A8B-FA4D71F6A483}"/>
                </a:ext>
              </a:extLst>
            </p:cNvPr>
            <p:cNvSpPr/>
            <p:nvPr/>
          </p:nvSpPr>
          <p:spPr>
            <a:xfrm>
              <a:off x="2630834" y="4111776"/>
              <a:ext cx="287734" cy="79926"/>
            </a:xfrm>
            <a:custGeom>
              <a:avLst/>
              <a:gdLst>
                <a:gd name="csX0" fmla="*/ 266421 w 287734"/>
                <a:gd name="csY0" fmla="*/ 21314 h 79926"/>
                <a:gd name="csX1" fmla="*/ 21314 w 287734"/>
                <a:gd name="csY1" fmla="*/ 21314 h 79926"/>
                <a:gd name="csX2" fmla="*/ 21314 w 287734"/>
                <a:gd name="csY2" fmla="*/ 58613 h 79926"/>
                <a:gd name="csX3" fmla="*/ 266421 w 287734"/>
                <a:gd name="csY3" fmla="*/ 58613 h 79926"/>
                <a:gd name="csX4" fmla="*/ 266421 w 287734"/>
                <a:gd name="csY4" fmla="*/ 21314 h 79926"/>
                <a:gd name="csX5" fmla="*/ 287734 w 287734"/>
                <a:gd name="csY5" fmla="*/ 58613 h 79926"/>
                <a:gd name="csX6" fmla="*/ 266421 w 287734"/>
                <a:gd name="csY6" fmla="*/ 79926 h 79926"/>
                <a:gd name="csX7" fmla="*/ 21314 w 287734"/>
                <a:gd name="csY7" fmla="*/ 79926 h 79926"/>
                <a:gd name="csX8" fmla="*/ 0 w 287734"/>
                <a:gd name="csY8" fmla="*/ 58613 h 79926"/>
                <a:gd name="csX9" fmla="*/ 0 w 287734"/>
                <a:gd name="csY9" fmla="*/ 21314 h 79926"/>
                <a:gd name="csX10" fmla="*/ 21314 w 287734"/>
                <a:gd name="csY10" fmla="*/ 0 h 79926"/>
                <a:gd name="csX11" fmla="*/ 266421 w 287734"/>
                <a:gd name="csY11" fmla="*/ 0 h 79926"/>
                <a:gd name="csX12" fmla="*/ 287734 w 287734"/>
                <a:gd name="csY12" fmla="*/ 21314 h 79926"/>
                <a:gd name="csX13" fmla="*/ 287734 w 287734"/>
                <a:gd name="csY13" fmla="*/ 58613 h 799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79926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58613"/>
                  </a:lnTo>
                  <a:lnTo>
                    <a:pt x="266421" y="58613"/>
                  </a:lnTo>
                  <a:lnTo>
                    <a:pt x="266421" y="21314"/>
                  </a:lnTo>
                  <a:close/>
                  <a:moveTo>
                    <a:pt x="287734" y="58613"/>
                  </a:moveTo>
                  <a:lnTo>
                    <a:pt x="266421" y="79926"/>
                  </a:lnTo>
                  <a:lnTo>
                    <a:pt x="21314" y="79926"/>
                  </a:lnTo>
                  <a:lnTo>
                    <a:pt x="0" y="58613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58613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7FCE3702-6E1F-EF56-7151-F9983101D181}"/>
                </a:ext>
              </a:extLst>
            </p:cNvPr>
            <p:cNvSpPr/>
            <p:nvPr/>
          </p:nvSpPr>
          <p:spPr>
            <a:xfrm>
              <a:off x="2652147" y="4170389"/>
              <a:ext cx="245107" cy="229121"/>
            </a:xfrm>
            <a:custGeom>
              <a:avLst/>
              <a:gdLst>
                <a:gd name="csX0" fmla="*/ 223793 w 245107"/>
                <a:gd name="csY0" fmla="*/ 21314 h 229121"/>
                <a:gd name="csX1" fmla="*/ 21314 w 245107"/>
                <a:gd name="csY1" fmla="*/ 21314 h 229121"/>
                <a:gd name="csX2" fmla="*/ 21314 w 245107"/>
                <a:gd name="csY2" fmla="*/ 207808 h 229121"/>
                <a:gd name="csX3" fmla="*/ 223793 w 245107"/>
                <a:gd name="csY3" fmla="*/ 207808 h 229121"/>
                <a:gd name="csX4" fmla="*/ 223793 w 245107"/>
                <a:gd name="csY4" fmla="*/ 21314 h 229121"/>
                <a:gd name="csX5" fmla="*/ 245107 w 245107"/>
                <a:gd name="csY5" fmla="*/ 207808 h 229121"/>
                <a:gd name="csX6" fmla="*/ 223793 w 245107"/>
                <a:gd name="csY6" fmla="*/ 229122 h 229121"/>
                <a:gd name="csX7" fmla="*/ 21314 w 245107"/>
                <a:gd name="csY7" fmla="*/ 229122 h 229121"/>
                <a:gd name="csX8" fmla="*/ 0 w 245107"/>
                <a:gd name="csY8" fmla="*/ 207808 h 229121"/>
                <a:gd name="csX9" fmla="*/ 0 w 245107"/>
                <a:gd name="csY9" fmla="*/ 21314 h 229121"/>
                <a:gd name="csX10" fmla="*/ 21314 w 245107"/>
                <a:gd name="csY10" fmla="*/ 0 h 229121"/>
                <a:gd name="csX11" fmla="*/ 223793 w 245107"/>
                <a:gd name="csY11" fmla="*/ 0 h 229121"/>
                <a:gd name="csX12" fmla="*/ 245107 w 245107"/>
                <a:gd name="csY12" fmla="*/ 21314 h 229121"/>
                <a:gd name="csX13" fmla="*/ 245107 w 245107"/>
                <a:gd name="csY13" fmla="*/ 207808 h 2291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45107" h="229121">
                  <a:moveTo>
                    <a:pt x="223793" y="21314"/>
                  </a:moveTo>
                  <a:lnTo>
                    <a:pt x="21314" y="21314"/>
                  </a:lnTo>
                  <a:lnTo>
                    <a:pt x="21314" y="207808"/>
                  </a:lnTo>
                  <a:lnTo>
                    <a:pt x="223793" y="207808"/>
                  </a:lnTo>
                  <a:lnTo>
                    <a:pt x="223793" y="21314"/>
                  </a:lnTo>
                  <a:close/>
                  <a:moveTo>
                    <a:pt x="245107" y="207808"/>
                  </a:moveTo>
                  <a:lnTo>
                    <a:pt x="223793" y="229122"/>
                  </a:lnTo>
                  <a:lnTo>
                    <a:pt x="21314" y="229122"/>
                  </a:lnTo>
                  <a:lnTo>
                    <a:pt x="0" y="207808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23793" y="0"/>
                  </a:lnTo>
                  <a:lnTo>
                    <a:pt x="245107" y="21314"/>
                  </a:lnTo>
                  <a:lnTo>
                    <a:pt x="245107" y="20780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D1C4F2B0-D8CF-4DE9-0B01-A799A35724A3}"/>
                </a:ext>
              </a:extLst>
            </p:cNvPr>
            <p:cNvSpPr/>
            <p:nvPr/>
          </p:nvSpPr>
          <p:spPr>
            <a:xfrm>
              <a:off x="2738627" y="4259586"/>
              <a:ext cx="77741" cy="21313"/>
            </a:xfrm>
            <a:custGeom>
              <a:avLst/>
              <a:gdLst>
                <a:gd name="csX0" fmla="*/ 77742 w 77741"/>
                <a:gd name="csY0" fmla="*/ 0 h 21313"/>
                <a:gd name="csX1" fmla="*/ 77742 w 77741"/>
                <a:gd name="csY1" fmla="*/ 21314 h 21313"/>
                <a:gd name="csX2" fmla="*/ 0 w 77741"/>
                <a:gd name="csY2" fmla="*/ 21314 h 21313"/>
                <a:gd name="csX3" fmla="*/ 0 w 77741"/>
                <a:gd name="csY3" fmla="*/ 0 h 21313"/>
                <a:gd name="csX4" fmla="*/ 77742 w 77741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741" h="21313">
                  <a:moveTo>
                    <a:pt x="77742" y="0"/>
                  </a:moveTo>
                  <a:lnTo>
                    <a:pt x="77742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77742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E133018-1082-D7A0-C19C-F16DABF7F403}"/>
              </a:ext>
            </a:extLst>
          </p:cNvPr>
          <p:cNvGrpSpPr/>
          <p:nvPr userDrawn="1"/>
        </p:nvGrpSpPr>
        <p:grpSpPr>
          <a:xfrm>
            <a:off x="7653132" y="3807517"/>
            <a:ext cx="287809" cy="287734"/>
            <a:chOff x="6755027" y="4111776"/>
            <a:chExt cx="287734" cy="287734"/>
          </a:xfrm>
        </p:grpSpPr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B0243EEA-8300-D89D-BB3F-1FFDD67EFD7F}"/>
                </a:ext>
              </a:extLst>
            </p:cNvPr>
            <p:cNvSpPr/>
            <p:nvPr/>
          </p:nvSpPr>
          <p:spPr>
            <a:xfrm>
              <a:off x="6888237" y="4111776"/>
              <a:ext cx="21313" cy="287734"/>
            </a:xfrm>
            <a:custGeom>
              <a:avLst/>
              <a:gdLst>
                <a:gd name="csX0" fmla="*/ 21314 w 21313"/>
                <a:gd name="csY0" fmla="*/ 287734 h 287734"/>
                <a:gd name="csX1" fmla="*/ 0 w 21313"/>
                <a:gd name="csY1" fmla="*/ 287734 h 287734"/>
                <a:gd name="csX2" fmla="*/ 0 w 21313"/>
                <a:gd name="csY2" fmla="*/ 0 h 287734"/>
                <a:gd name="csX3" fmla="*/ 21314 w 21313"/>
                <a:gd name="csY3" fmla="*/ 0 h 287734"/>
                <a:gd name="csX4" fmla="*/ 21314 w 21313"/>
                <a:gd name="csY4" fmla="*/ 28773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287734">
                  <a:moveTo>
                    <a:pt x="21314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28773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72900190-0C7B-6CB6-6EAC-0A0816E48A3E}"/>
                </a:ext>
              </a:extLst>
            </p:cNvPr>
            <p:cNvSpPr/>
            <p:nvPr/>
          </p:nvSpPr>
          <p:spPr>
            <a:xfrm>
              <a:off x="6888237" y="4111776"/>
              <a:ext cx="21313" cy="287734"/>
            </a:xfrm>
            <a:custGeom>
              <a:avLst/>
              <a:gdLst>
                <a:gd name="csX0" fmla="*/ 21314 w 21313"/>
                <a:gd name="csY0" fmla="*/ 287734 h 287734"/>
                <a:gd name="csX1" fmla="*/ 0 w 21313"/>
                <a:gd name="csY1" fmla="*/ 287734 h 287734"/>
                <a:gd name="csX2" fmla="*/ 0 w 21313"/>
                <a:gd name="csY2" fmla="*/ 0 h 287734"/>
                <a:gd name="csX3" fmla="*/ 21314 w 21313"/>
                <a:gd name="csY3" fmla="*/ 0 h 287734"/>
                <a:gd name="csX4" fmla="*/ 21314 w 21313"/>
                <a:gd name="csY4" fmla="*/ 28773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287734">
                  <a:moveTo>
                    <a:pt x="21314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28773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EA12B5E1-340B-AB42-53D7-4831FB3DE336}"/>
                </a:ext>
              </a:extLst>
            </p:cNvPr>
            <p:cNvSpPr/>
            <p:nvPr/>
          </p:nvSpPr>
          <p:spPr>
            <a:xfrm>
              <a:off x="6755027" y="4244987"/>
              <a:ext cx="287734" cy="21313"/>
            </a:xfrm>
            <a:custGeom>
              <a:avLst/>
              <a:gdLst>
                <a:gd name="csX0" fmla="*/ 0 w 287734"/>
                <a:gd name="csY0" fmla="*/ 21314 h 21313"/>
                <a:gd name="csX1" fmla="*/ 0 w 287734"/>
                <a:gd name="csY1" fmla="*/ 0 h 21313"/>
                <a:gd name="csX2" fmla="*/ 287734 w 287734"/>
                <a:gd name="csY2" fmla="*/ 0 h 21313"/>
                <a:gd name="csX3" fmla="*/ 287734 w 287734"/>
                <a:gd name="csY3" fmla="*/ 21314 h 21313"/>
                <a:gd name="csX4" fmla="*/ 0 w 287734"/>
                <a:gd name="csY4" fmla="*/ 21314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734" h="21313">
                  <a:moveTo>
                    <a:pt x="0" y="21314"/>
                  </a:moveTo>
                  <a:lnTo>
                    <a:pt x="0" y="0"/>
                  </a:lnTo>
                  <a:lnTo>
                    <a:pt x="287734" y="0"/>
                  </a:lnTo>
                  <a:lnTo>
                    <a:pt x="287734" y="21314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EFC50D20-B673-7258-DD88-D875ED80171D}"/>
                </a:ext>
              </a:extLst>
            </p:cNvPr>
            <p:cNvSpPr/>
            <p:nvPr/>
          </p:nvSpPr>
          <p:spPr>
            <a:xfrm>
              <a:off x="6755027" y="4244987"/>
              <a:ext cx="287734" cy="21313"/>
            </a:xfrm>
            <a:custGeom>
              <a:avLst/>
              <a:gdLst>
                <a:gd name="csX0" fmla="*/ 0 w 287734"/>
                <a:gd name="csY0" fmla="*/ 21314 h 21313"/>
                <a:gd name="csX1" fmla="*/ 0 w 287734"/>
                <a:gd name="csY1" fmla="*/ 0 h 21313"/>
                <a:gd name="csX2" fmla="*/ 287734 w 287734"/>
                <a:gd name="csY2" fmla="*/ 0 h 21313"/>
                <a:gd name="csX3" fmla="*/ 287734 w 287734"/>
                <a:gd name="csY3" fmla="*/ 21314 h 21313"/>
                <a:gd name="csX4" fmla="*/ 0 w 287734"/>
                <a:gd name="csY4" fmla="*/ 21314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734" h="21313">
                  <a:moveTo>
                    <a:pt x="0" y="21314"/>
                  </a:moveTo>
                  <a:lnTo>
                    <a:pt x="0" y="0"/>
                  </a:lnTo>
                  <a:lnTo>
                    <a:pt x="287734" y="0"/>
                  </a:lnTo>
                  <a:lnTo>
                    <a:pt x="287734" y="21314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0959CF55-428F-9D52-E819-3554B46871B2}"/>
              </a:ext>
            </a:extLst>
          </p:cNvPr>
          <p:cNvGrpSpPr/>
          <p:nvPr userDrawn="1"/>
        </p:nvGrpSpPr>
        <p:grpSpPr>
          <a:xfrm>
            <a:off x="9965522" y="3807517"/>
            <a:ext cx="288821" cy="287734"/>
            <a:chOff x="8810783" y="4111776"/>
            <a:chExt cx="288746" cy="287734"/>
          </a:xfrm>
        </p:grpSpPr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C70D2382-3EEA-2B11-FF1D-01E5D131EEF0}"/>
                </a:ext>
              </a:extLst>
            </p:cNvPr>
            <p:cNvSpPr/>
            <p:nvPr/>
          </p:nvSpPr>
          <p:spPr>
            <a:xfrm>
              <a:off x="8811795" y="4111776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1EBFB432-5862-D949-393B-5E8EB0526412}"/>
                </a:ext>
              </a:extLst>
            </p:cNvPr>
            <p:cNvSpPr/>
            <p:nvPr/>
          </p:nvSpPr>
          <p:spPr>
            <a:xfrm>
              <a:off x="8810783" y="4202466"/>
              <a:ext cx="211911" cy="135608"/>
            </a:xfrm>
            <a:custGeom>
              <a:avLst/>
              <a:gdLst>
                <a:gd name="csX0" fmla="*/ 190598 w 211911"/>
                <a:gd name="csY0" fmla="*/ 66179 h 135608"/>
                <a:gd name="csX1" fmla="*/ 190598 w 211911"/>
                <a:gd name="csY1" fmla="*/ 34901 h 135608"/>
                <a:gd name="csX2" fmla="*/ 118983 w 211911"/>
                <a:gd name="csY2" fmla="*/ 100547 h 135608"/>
                <a:gd name="csX3" fmla="*/ 77688 w 211911"/>
                <a:gd name="csY3" fmla="*/ 72999 h 135608"/>
                <a:gd name="csX4" fmla="*/ 15026 w 211911"/>
                <a:gd name="csY4" fmla="*/ 135608 h 135608"/>
                <a:gd name="csX5" fmla="*/ 0 w 211911"/>
                <a:gd name="csY5" fmla="*/ 120529 h 135608"/>
                <a:gd name="csX6" fmla="*/ 74971 w 211911"/>
                <a:gd name="csY6" fmla="*/ 45558 h 135608"/>
                <a:gd name="csX7" fmla="*/ 116905 w 211911"/>
                <a:gd name="csY7" fmla="*/ 73532 h 135608"/>
                <a:gd name="csX8" fmla="*/ 173866 w 211911"/>
                <a:gd name="csY8" fmla="*/ 21314 h 135608"/>
                <a:gd name="csX9" fmla="*/ 145732 w 211911"/>
                <a:gd name="csY9" fmla="*/ 21314 h 135608"/>
                <a:gd name="csX10" fmla="*/ 145732 w 211911"/>
                <a:gd name="csY10" fmla="*/ 0 h 135608"/>
                <a:gd name="csX11" fmla="*/ 211911 w 211911"/>
                <a:gd name="csY11" fmla="*/ 0 h 135608"/>
                <a:gd name="csX12" fmla="*/ 211911 w 211911"/>
                <a:gd name="csY12" fmla="*/ 66179 h 135608"/>
                <a:gd name="csX13" fmla="*/ 190598 w 211911"/>
                <a:gd name="csY13" fmla="*/ 66179 h 1356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11911" h="135608">
                  <a:moveTo>
                    <a:pt x="190598" y="66179"/>
                  </a:moveTo>
                  <a:lnTo>
                    <a:pt x="190598" y="34901"/>
                  </a:lnTo>
                  <a:lnTo>
                    <a:pt x="118983" y="100547"/>
                  </a:lnTo>
                  <a:lnTo>
                    <a:pt x="77688" y="72999"/>
                  </a:lnTo>
                  <a:lnTo>
                    <a:pt x="15026" y="135608"/>
                  </a:lnTo>
                  <a:lnTo>
                    <a:pt x="0" y="120529"/>
                  </a:lnTo>
                  <a:lnTo>
                    <a:pt x="74971" y="45558"/>
                  </a:lnTo>
                  <a:lnTo>
                    <a:pt x="116905" y="73532"/>
                  </a:lnTo>
                  <a:lnTo>
                    <a:pt x="173866" y="21314"/>
                  </a:lnTo>
                  <a:lnTo>
                    <a:pt x="145732" y="21314"/>
                  </a:lnTo>
                  <a:lnTo>
                    <a:pt x="145732" y="0"/>
                  </a:lnTo>
                  <a:lnTo>
                    <a:pt x="211911" y="0"/>
                  </a:lnTo>
                  <a:lnTo>
                    <a:pt x="211911" y="66179"/>
                  </a:lnTo>
                  <a:lnTo>
                    <a:pt x="190598" y="6617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67" name="Graphic 2">
            <a:extLst>
              <a:ext uri="{FF2B5EF4-FFF2-40B4-BE49-F238E27FC236}">
                <a16:creationId xmlns:a16="http://schemas.microsoft.com/office/drawing/2014/main" id="{DC49F9A3-B430-40F1-7F8B-646E3175D036}"/>
              </a:ext>
            </a:extLst>
          </p:cNvPr>
          <p:cNvGrpSpPr/>
          <p:nvPr userDrawn="1"/>
        </p:nvGrpSpPr>
        <p:grpSpPr>
          <a:xfrm>
            <a:off x="11098133" y="3781143"/>
            <a:ext cx="312912" cy="340485"/>
            <a:chOff x="9815082" y="4085401"/>
            <a:chExt cx="312831" cy="340485"/>
          </a:xfrm>
          <a:solidFill>
            <a:srgbClr val="000000"/>
          </a:solidFill>
        </p:grpSpPr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6F3F1580-DB0A-3C83-8752-96C8BFE04C19}"/>
                </a:ext>
              </a:extLst>
            </p:cNvPr>
            <p:cNvSpPr/>
            <p:nvPr/>
          </p:nvSpPr>
          <p:spPr>
            <a:xfrm>
              <a:off x="9815082" y="4085401"/>
              <a:ext cx="312831" cy="340485"/>
            </a:xfrm>
            <a:custGeom>
              <a:avLst/>
              <a:gdLst>
                <a:gd name="csX0" fmla="*/ 7034 w 312831"/>
                <a:gd name="csY0" fmla="*/ 336862 h 340485"/>
                <a:gd name="csX1" fmla="*/ 0 w 312831"/>
                <a:gd name="csY1" fmla="*/ 340486 h 340485"/>
                <a:gd name="csX2" fmla="*/ 3410 w 312831"/>
                <a:gd name="csY2" fmla="*/ 333292 h 340485"/>
                <a:gd name="csX3" fmla="*/ 7034 w 312831"/>
                <a:gd name="csY3" fmla="*/ 336916 h 340485"/>
                <a:gd name="csX4" fmla="*/ 56108 w 312831"/>
                <a:gd name="csY4" fmla="*/ 28720 h 340485"/>
                <a:gd name="csX5" fmla="*/ 295887 w 312831"/>
                <a:gd name="csY5" fmla="*/ 151274 h 340485"/>
                <a:gd name="csX6" fmla="*/ 312831 w 312831"/>
                <a:gd name="csY6" fmla="*/ 159906 h 340485"/>
                <a:gd name="csX7" fmla="*/ 312831 w 312831"/>
                <a:gd name="csY7" fmla="*/ 180527 h 340485"/>
                <a:gd name="csX8" fmla="*/ 295887 w 312831"/>
                <a:gd name="csY8" fmla="*/ 189212 h 340485"/>
                <a:gd name="csX9" fmla="*/ 56108 w 312831"/>
                <a:gd name="csY9" fmla="*/ 311766 h 340485"/>
                <a:gd name="csX10" fmla="*/ 46944 w 312831"/>
                <a:gd name="csY10" fmla="*/ 316455 h 340485"/>
                <a:gd name="csX11" fmla="*/ 22912 w 312831"/>
                <a:gd name="csY11" fmla="*/ 292477 h 340485"/>
                <a:gd name="csX12" fmla="*/ 27175 w 312831"/>
                <a:gd name="csY12" fmla="*/ 283578 h 340485"/>
                <a:gd name="csX13" fmla="*/ 81418 w 312831"/>
                <a:gd name="csY13" fmla="*/ 170243 h 340485"/>
                <a:gd name="csX14" fmla="*/ 27175 w 312831"/>
                <a:gd name="csY14" fmla="*/ 56907 h 340485"/>
                <a:gd name="csX15" fmla="*/ 23498 w 312831"/>
                <a:gd name="csY15" fmla="*/ 49181 h 340485"/>
                <a:gd name="csX16" fmla="*/ 48062 w 312831"/>
                <a:gd name="csY16" fmla="*/ 24617 h 340485"/>
                <a:gd name="csX17" fmla="*/ 56108 w 312831"/>
                <a:gd name="csY17" fmla="*/ 28720 h 340485"/>
                <a:gd name="csX18" fmla="*/ 105023 w 312831"/>
                <a:gd name="csY18" fmla="*/ 170243 h 340485"/>
                <a:gd name="csX19" fmla="*/ 46410 w 312831"/>
                <a:gd name="csY19" fmla="*/ 292796 h 340485"/>
                <a:gd name="csX20" fmla="*/ 286189 w 312831"/>
                <a:gd name="csY20" fmla="*/ 170243 h 340485"/>
                <a:gd name="csX21" fmla="*/ 46410 w 312831"/>
                <a:gd name="csY21" fmla="*/ 47689 h 340485"/>
                <a:gd name="csX22" fmla="*/ 105023 w 312831"/>
                <a:gd name="csY22" fmla="*/ 170243 h 340485"/>
                <a:gd name="csX23" fmla="*/ 8153 w 312831"/>
                <a:gd name="csY23" fmla="*/ 4209 h 340485"/>
                <a:gd name="csX24" fmla="*/ 3996 w 312831"/>
                <a:gd name="csY24" fmla="*/ 8366 h 340485"/>
                <a:gd name="csX25" fmla="*/ 0 w 312831"/>
                <a:gd name="csY25" fmla="*/ 0 h 340485"/>
                <a:gd name="csX26" fmla="*/ 8153 w 312831"/>
                <a:gd name="csY26" fmla="*/ 4156 h 3404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312831" h="340485">
                  <a:moveTo>
                    <a:pt x="7034" y="336862"/>
                  </a:moveTo>
                  <a:lnTo>
                    <a:pt x="0" y="340486"/>
                  </a:lnTo>
                  <a:lnTo>
                    <a:pt x="3410" y="333292"/>
                  </a:lnTo>
                  <a:lnTo>
                    <a:pt x="7034" y="336916"/>
                  </a:lnTo>
                  <a:close/>
                  <a:moveTo>
                    <a:pt x="56108" y="28720"/>
                  </a:moveTo>
                  <a:lnTo>
                    <a:pt x="295887" y="151274"/>
                  </a:lnTo>
                  <a:lnTo>
                    <a:pt x="312831" y="159906"/>
                  </a:lnTo>
                  <a:lnTo>
                    <a:pt x="312831" y="180527"/>
                  </a:lnTo>
                  <a:lnTo>
                    <a:pt x="295887" y="189212"/>
                  </a:lnTo>
                  <a:lnTo>
                    <a:pt x="56108" y="311766"/>
                  </a:lnTo>
                  <a:lnTo>
                    <a:pt x="46944" y="316455"/>
                  </a:lnTo>
                  <a:lnTo>
                    <a:pt x="22912" y="292477"/>
                  </a:lnTo>
                  <a:lnTo>
                    <a:pt x="27175" y="283578"/>
                  </a:lnTo>
                  <a:lnTo>
                    <a:pt x="81418" y="170243"/>
                  </a:lnTo>
                  <a:lnTo>
                    <a:pt x="27175" y="56907"/>
                  </a:lnTo>
                  <a:lnTo>
                    <a:pt x="23498" y="49181"/>
                  </a:lnTo>
                  <a:lnTo>
                    <a:pt x="48062" y="24617"/>
                  </a:lnTo>
                  <a:lnTo>
                    <a:pt x="56108" y="28720"/>
                  </a:lnTo>
                  <a:close/>
                  <a:moveTo>
                    <a:pt x="105023" y="170243"/>
                  </a:moveTo>
                  <a:lnTo>
                    <a:pt x="46410" y="292796"/>
                  </a:lnTo>
                  <a:lnTo>
                    <a:pt x="286189" y="170243"/>
                  </a:lnTo>
                  <a:lnTo>
                    <a:pt x="46410" y="47689"/>
                  </a:lnTo>
                  <a:lnTo>
                    <a:pt x="105023" y="170243"/>
                  </a:lnTo>
                  <a:close/>
                  <a:moveTo>
                    <a:pt x="8153" y="4209"/>
                  </a:moveTo>
                  <a:lnTo>
                    <a:pt x="3996" y="8366"/>
                  </a:lnTo>
                  <a:lnTo>
                    <a:pt x="0" y="0"/>
                  </a:lnTo>
                  <a:lnTo>
                    <a:pt x="8153" y="415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F1A72B94-3EB1-700F-DE7C-B9FBD8410DED}"/>
                </a:ext>
              </a:extLst>
            </p:cNvPr>
            <p:cNvSpPr/>
            <p:nvPr/>
          </p:nvSpPr>
          <p:spPr>
            <a:xfrm>
              <a:off x="9904120" y="4244987"/>
              <a:ext cx="79926" cy="21313"/>
            </a:xfrm>
            <a:custGeom>
              <a:avLst/>
              <a:gdLst>
                <a:gd name="csX0" fmla="*/ 79926 w 79926"/>
                <a:gd name="csY0" fmla="*/ 0 h 21313"/>
                <a:gd name="csX1" fmla="*/ 79926 w 79926"/>
                <a:gd name="csY1" fmla="*/ 21314 h 21313"/>
                <a:gd name="csX2" fmla="*/ 0 w 79926"/>
                <a:gd name="csY2" fmla="*/ 21314 h 21313"/>
                <a:gd name="csX3" fmla="*/ 0 w 79926"/>
                <a:gd name="csY3" fmla="*/ 0 h 21313"/>
                <a:gd name="csX4" fmla="*/ 79926 w 79926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926" h="21313">
                  <a:moveTo>
                    <a:pt x="79926" y="0"/>
                  </a:moveTo>
                  <a:lnTo>
                    <a:pt x="79926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79926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972E4D95-FA45-8E60-78CB-01F0AD18636C}"/>
              </a:ext>
            </a:extLst>
          </p:cNvPr>
          <p:cNvGrpSpPr/>
          <p:nvPr userDrawn="1"/>
        </p:nvGrpSpPr>
        <p:grpSpPr>
          <a:xfrm>
            <a:off x="1869625" y="2848404"/>
            <a:ext cx="287809" cy="287733"/>
            <a:chOff x="1613106" y="3152662"/>
            <a:chExt cx="287734" cy="287733"/>
          </a:xfrm>
        </p:grpSpPr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F25C7DD4-1F38-8135-2E9E-C7CA2DF46AE6}"/>
                </a:ext>
              </a:extLst>
            </p:cNvPr>
            <p:cNvSpPr/>
            <p:nvPr/>
          </p:nvSpPr>
          <p:spPr>
            <a:xfrm>
              <a:off x="1709018" y="3248573"/>
              <a:ext cx="191822" cy="191822"/>
            </a:xfrm>
            <a:custGeom>
              <a:avLst/>
              <a:gdLst>
                <a:gd name="csX0" fmla="*/ 170509 w 191822"/>
                <a:gd name="csY0" fmla="*/ 21314 h 191822"/>
                <a:gd name="csX1" fmla="*/ 21314 w 191822"/>
                <a:gd name="csY1" fmla="*/ 21314 h 191822"/>
                <a:gd name="csX2" fmla="*/ 21314 w 191822"/>
                <a:gd name="csY2" fmla="*/ 170509 h 191822"/>
                <a:gd name="csX3" fmla="*/ 170509 w 191822"/>
                <a:gd name="csY3" fmla="*/ 170509 h 191822"/>
                <a:gd name="csX4" fmla="*/ 170509 w 191822"/>
                <a:gd name="csY4" fmla="*/ 21314 h 191822"/>
                <a:gd name="csX5" fmla="*/ 191823 w 191822"/>
                <a:gd name="csY5" fmla="*/ 170509 h 191822"/>
                <a:gd name="csX6" fmla="*/ 170509 w 191822"/>
                <a:gd name="csY6" fmla="*/ 191823 h 191822"/>
                <a:gd name="csX7" fmla="*/ 21314 w 191822"/>
                <a:gd name="csY7" fmla="*/ 191823 h 191822"/>
                <a:gd name="csX8" fmla="*/ 0 w 191822"/>
                <a:gd name="csY8" fmla="*/ 170509 h 191822"/>
                <a:gd name="csX9" fmla="*/ 0 w 191822"/>
                <a:gd name="csY9" fmla="*/ 21314 h 191822"/>
                <a:gd name="csX10" fmla="*/ 21314 w 191822"/>
                <a:gd name="csY10" fmla="*/ 0 h 191822"/>
                <a:gd name="csX11" fmla="*/ 170509 w 191822"/>
                <a:gd name="csY11" fmla="*/ 0 h 191822"/>
                <a:gd name="csX12" fmla="*/ 191823 w 191822"/>
                <a:gd name="csY12" fmla="*/ 21314 h 191822"/>
                <a:gd name="csX13" fmla="*/ 191823 w 191822"/>
                <a:gd name="csY13" fmla="*/ 170509 h 191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91822" h="191822">
                  <a:moveTo>
                    <a:pt x="170509" y="21314"/>
                  </a:moveTo>
                  <a:lnTo>
                    <a:pt x="21314" y="21314"/>
                  </a:lnTo>
                  <a:lnTo>
                    <a:pt x="21314" y="170509"/>
                  </a:lnTo>
                  <a:lnTo>
                    <a:pt x="170509" y="170509"/>
                  </a:lnTo>
                  <a:lnTo>
                    <a:pt x="170509" y="21314"/>
                  </a:lnTo>
                  <a:close/>
                  <a:moveTo>
                    <a:pt x="191823" y="170509"/>
                  </a:moveTo>
                  <a:lnTo>
                    <a:pt x="170509" y="191823"/>
                  </a:lnTo>
                  <a:lnTo>
                    <a:pt x="21314" y="191823"/>
                  </a:lnTo>
                  <a:lnTo>
                    <a:pt x="0" y="170509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70509" y="0"/>
                  </a:lnTo>
                  <a:lnTo>
                    <a:pt x="191823" y="21314"/>
                  </a:lnTo>
                  <a:lnTo>
                    <a:pt x="191823" y="17050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DAFAE49E-FEC6-4395-3FF5-F400927B2EA9}"/>
                </a:ext>
              </a:extLst>
            </p:cNvPr>
            <p:cNvSpPr/>
            <p:nvPr/>
          </p:nvSpPr>
          <p:spPr>
            <a:xfrm>
              <a:off x="1613106" y="3152662"/>
              <a:ext cx="191822" cy="191822"/>
            </a:xfrm>
            <a:custGeom>
              <a:avLst/>
              <a:gdLst>
                <a:gd name="csX0" fmla="*/ 170509 w 191822"/>
                <a:gd name="csY0" fmla="*/ 95911 h 191822"/>
                <a:gd name="csX1" fmla="*/ 95911 w 191822"/>
                <a:gd name="csY1" fmla="*/ 21314 h 191822"/>
                <a:gd name="csX2" fmla="*/ 21314 w 191822"/>
                <a:gd name="csY2" fmla="*/ 95911 h 191822"/>
                <a:gd name="csX3" fmla="*/ 95911 w 191822"/>
                <a:gd name="csY3" fmla="*/ 170509 h 191822"/>
                <a:gd name="csX4" fmla="*/ 170509 w 191822"/>
                <a:gd name="csY4" fmla="*/ 95911 h 191822"/>
                <a:gd name="csX5" fmla="*/ 191823 w 191822"/>
                <a:gd name="csY5" fmla="*/ 95911 h 191822"/>
                <a:gd name="csX6" fmla="*/ 95911 w 191822"/>
                <a:gd name="csY6" fmla="*/ 191823 h 191822"/>
                <a:gd name="csX7" fmla="*/ 0 w 191822"/>
                <a:gd name="csY7" fmla="*/ 95911 h 191822"/>
                <a:gd name="csX8" fmla="*/ 95911 w 191822"/>
                <a:gd name="csY8" fmla="*/ 0 h 191822"/>
                <a:gd name="csX9" fmla="*/ 191823 w 191822"/>
                <a:gd name="csY9" fmla="*/ 95911 h 191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91822" h="191822">
                  <a:moveTo>
                    <a:pt x="170509" y="95911"/>
                  </a:moveTo>
                  <a:cubicBezTo>
                    <a:pt x="170509" y="54723"/>
                    <a:pt x="137100" y="21314"/>
                    <a:pt x="95911" y="21314"/>
                  </a:cubicBezTo>
                  <a:cubicBezTo>
                    <a:pt x="54723" y="21314"/>
                    <a:pt x="21314" y="54723"/>
                    <a:pt x="21314" y="95911"/>
                  </a:cubicBezTo>
                  <a:cubicBezTo>
                    <a:pt x="21314" y="137100"/>
                    <a:pt x="54723" y="170509"/>
                    <a:pt x="95911" y="170509"/>
                  </a:cubicBezTo>
                  <a:cubicBezTo>
                    <a:pt x="137100" y="170509"/>
                    <a:pt x="170509" y="137100"/>
                    <a:pt x="170509" y="95911"/>
                  </a:cubicBezTo>
                  <a:close/>
                  <a:moveTo>
                    <a:pt x="191823" y="95911"/>
                  </a:moveTo>
                  <a:cubicBezTo>
                    <a:pt x="191823" y="148876"/>
                    <a:pt x="148876" y="191823"/>
                    <a:pt x="95911" y="191823"/>
                  </a:cubicBezTo>
                  <a:cubicBezTo>
                    <a:pt x="42947" y="191823"/>
                    <a:pt x="0" y="148876"/>
                    <a:pt x="0" y="95911"/>
                  </a:cubicBezTo>
                  <a:cubicBezTo>
                    <a:pt x="0" y="42947"/>
                    <a:pt x="42947" y="0"/>
                    <a:pt x="95911" y="0"/>
                  </a:cubicBezTo>
                  <a:cubicBezTo>
                    <a:pt x="148876" y="0"/>
                    <a:pt x="191823" y="42947"/>
                    <a:pt x="191823" y="95911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C147C444-5CFA-B135-1A59-F2B327FCBF47}"/>
              </a:ext>
            </a:extLst>
          </p:cNvPr>
          <p:cNvGrpSpPr/>
          <p:nvPr userDrawn="1"/>
        </p:nvGrpSpPr>
        <p:grpSpPr>
          <a:xfrm>
            <a:off x="5318410" y="2869663"/>
            <a:ext cx="287809" cy="266474"/>
            <a:chOff x="4676945" y="3173922"/>
            <a:chExt cx="287734" cy="266474"/>
          </a:xfrm>
        </p:grpSpPr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F66CD756-9265-08B5-3AB5-82C8EDEB8B15}"/>
                </a:ext>
              </a:extLst>
            </p:cNvPr>
            <p:cNvSpPr/>
            <p:nvPr/>
          </p:nvSpPr>
          <p:spPr>
            <a:xfrm>
              <a:off x="4788842" y="3291201"/>
              <a:ext cx="63940" cy="149195"/>
            </a:xfrm>
            <a:custGeom>
              <a:avLst/>
              <a:gdLst>
                <a:gd name="csX0" fmla="*/ 63941 w 63940"/>
                <a:gd name="csY0" fmla="*/ 21420 h 149195"/>
                <a:gd name="csX1" fmla="*/ 63941 w 63940"/>
                <a:gd name="csY1" fmla="*/ 51579 h 149195"/>
                <a:gd name="csX2" fmla="*/ 42627 w 63940"/>
                <a:gd name="csY2" fmla="*/ 30265 h 149195"/>
                <a:gd name="csX3" fmla="*/ 42627 w 63940"/>
                <a:gd name="csY3" fmla="*/ 149196 h 149195"/>
                <a:gd name="csX4" fmla="*/ 21314 w 63940"/>
                <a:gd name="csY4" fmla="*/ 149196 h 149195"/>
                <a:gd name="csX5" fmla="*/ 21314 w 63940"/>
                <a:gd name="csY5" fmla="*/ 30265 h 149195"/>
                <a:gd name="csX6" fmla="*/ 0 w 63940"/>
                <a:gd name="csY6" fmla="*/ 51579 h 149195"/>
                <a:gd name="csX7" fmla="*/ 0 w 63940"/>
                <a:gd name="csY7" fmla="*/ 21420 h 149195"/>
                <a:gd name="csX8" fmla="*/ 21420 w 63940"/>
                <a:gd name="csY8" fmla="*/ 0 h 149195"/>
                <a:gd name="csX9" fmla="*/ 42521 w 63940"/>
                <a:gd name="csY9" fmla="*/ 0 h 149195"/>
                <a:gd name="csX10" fmla="*/ 63941 w 63940"/>
                <a:gd name="csY10" fmla="*/ 21420 h 149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3940" h="149195">
                  <a:moveTo>
                    <a:pt x="63941" y="21420"/>
                  </a:moveTo>
                  <a:lnTo>
                    <a:pt x="63941" y="51579"/>
                  </a:lnTo>
                  <a:lnTo>
                    <a:pt x="42627" y="30265"/>
                  </a:lnTo>
                  <a:lnTo>
                    <a:pt x="42627" y="149196"/>
                  </a:lnTo>
                  <a:lnTo>
                    <a:pt x="21314" y="149196"/>
                  </a:lnTo>
                  <a:lnTo>
                    <a:pt x="21314" y="30265"/>
                  </a:lnTo>
                  <a:lnTo>
                    <a:pt x="0" y="51579"/>
                  </a:lnTo>
                  <a:lnTo>
                    <a:pt x="0" y="21420"/>
                  </a:lnTo>
                  <a:lnTo>
                    <a:pt x="21420" y="0"/>
                  </a:lnTo>
                  <a:lnTo>
                    <a:pt x="42521" y="0"/>
                  </a:lnTo>
                  <a:lnTo>
                    <a:pt x="63941" y="2142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BDAFA13F-B32A-7B5F-3021-9D4E1BE5CD4D}"/>
                </a:ext>
              </a:extLst>
            </p:cNvPr>
            <p:cNvSpPr/>
            <p:nvPr/>
          </p:nvSpPr>
          <p:spPr>
            <a:xfrm>
              <a:off x="4676945" y="3173922"/>
              <a:ext cx="287734" cy="223846"/>
            </a:xfrm>
            <a:custGeom>
              <a:avLst/>
              <a:gdLst>
                <a:gd name="csX0" fmla="*/ 143867 w 287734"/>
                <a:gd name="csY0" fmla="*/ 53 h 223846"/>
                <a:gd name="csX1" fmla="*/ 53657 w 287734"/>
                <a:gd name="csY1" fmla="*/ 68310 h 223846"/>
                <a:gd name="csX2" fmla="*/ 0 w 287734"/>
                <a:gd name="csY2" fmla="*/ 144293 h 223846"/>
                <a:gd name="csX3" fmla="*/ 76463 w 287734"/>
                <a:gd name="csY3" fmla="*/ 223847 h 223846"/>
                <a:gd name="csX4" fmla="*/ 111897 w 287734"/>
                <a:gd name="csY4" fmla="*/ 223847 h 223846"/>
                <a:gd name="csX5" fmla="*/ 111897 w 287734"/>
                <a:gd name="csY5" fmla="*/ 202533 h 223846"/>
                <a:gd name="csX6" fmla="*/ 73639 w 287734"/>
                <a:gd name="csY6" fmla="*/ 202533 h 223846"/>
                <a:gd name="csX7" fmla="*/ 21314 w 287734"/>
                <a:gd name="csY7" fmla="*/ 144293 h 223846"/>
                <a:gd name="csX8" fmla="*/ 71294 w 287734"/>
                <a:gd name="csY8" fmla="*/ 86320 h 223846"/>
                <a:gd name="csX9" fmla="*/ 143867 w 287734"/>
                <a:gd name="csY9" fmla="*/ 21367 h 223846"/>
                <a:gd name="csX10" fmla="*/ 216440 w 287734"/>
                <a:gd name="csY10" fmla="*/ 86320 h 223846"/>
                <a:gd name="csX11" fmla="*/ 266421 w 287734"/>
                <a:gd name="csY11" fmla="*/ 144293 h 223846"/>
                <a:gd name="csX12" fmla="*/ 214096 w 287734"/>
                <a:gd name="csY12" fmla="*/ 202426 h 223846"/>
                <a:gd name="csX13" fmla="*/ 211271 w 287734"/>
                <a:gd name="csY13" fmla="*/ 202426 h 223846"/>
                <a:gd name="csX14" fmla="*/ 175838 w 287734"/>
                <a:gd name="csY14" fmla="*/ 202480 h 223846"/>
                <a:gd name="csX15" fmla="*/ 175838 w 287734"/>
                <a:gd name="csY15" fmla="*/ 223793 h 223846"/>
                <a:gd name="csX16" fmla="*/ 211271 w 287734"/>
                <a:gd name="csY16" fmla="*/ 223793 h 223846"/>
                <a:gd name="csX17" fmla="*/ 287734 w 287734"/>
                <a:gd name="csY17" fmla="*/ 144240 h 223846"/>
                <a:gd name="csX18" fmla="*/ 234024 w 287734"/>
                <a:gd name="csY18" fmla="*/ 68257 h 223846"/>
                <a:gd name="csX19" fmla="*/ 143867 w 287734"/>
                <a:gd name="csY19" fmla="*/ 0 h 223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23846">
                  <a:moveTo>
                    <a:pt x="143867" y="53"/>
                  </a:moveTo>
                  <a:cubicBezTo>
                    <a:pt x="101080" y="53"/>
                    <a:pt x="65912" y="29253"/>
                    <a:pt x="53657" y="68310"/>
                  </a:cubicBezTo>
                  <a:cubicBezTo>
                    <a:pt x="22006" y="78541"/>
                    <a:pt x="0" y="109339"/>
                    <a:pt x="0" y="144293"/>
                  </a:cubicBezTo>
                  <a:cubicBezTo>
                    <a:pt x="0" y="187134"/>
                    <a:pt x="33143" y="223847"/>
                    <a:pt x="76463" y="223847"/>
                  </a:cubicBezTo>
                  <a:lnTo>
                    <a:pt x="111897" y="223847"/>
                  </a:lnTo>
                  <a:lnTo>
                    <a:pt x="111897" y="202533"/>
                  </a:lnTo>
                  <a:lnTo>
                    <a:pt x="73639" y="202533"/>
                  </a:lnTo>
                  <a:cubicBezTo>
                    <a:pt x="44492" y="200881"/>
                    <a:pt x="21314" y="175465"/>
                    <a:pt x="21314" y="144293"/>
                  </a:cubicBezTo>
                  <a:cubicBezTo>
                    <a:pt x="21314" y="113122"/>
                    <a:pt x="43267" y="89038"/>
                    <a:pt x="71294" y="86320"/>
                  </a:cubicBezTo>
                  <a:cubicBezTo>
                    <a:pt x="77049" y="49501"/>
                    <a:pt x="107314" y="21367"/>
                    <a:pt x="143867" y="21367"/>
                  </a:cubicBezTo>
                  <a:cubicBezTo>
                    <a:pt x="180420" y="21367"/>
                    <a:pt x="210685" y="49448"/>
                    <a:pt x="216440" y="86320"/>
                  </a:cubicBezTo>
                  <a:cubicBezTo>
                    <a:pt x="244468" y="89038"/>
                    <a:pt x="266421" y="113975"/>
                    <a:pt x="266421" y="144293"/>
                  </a:cubicBezTo>
                  <a:cubicBezTo>
                    <a:pt x="266421" y="174612"/>
                    <a:pt x="243242" y="200881"/>
                    <a:pt x="214096" y="202426"/>
                  </a:cubicBezTo>
                  <a:lnTo>
                    <a:pt x="211271" y="202426"/>
                  </a:lnTo>
                  <a:cubicBezTo>
                    <a:pt x="211271" y="202426"/>
                    <a:pt x="175838" y="202480"/>
                    <a:pt x="175838" y="202480"/>
                  </a:cubicBezTo>
                  <a:lnTo>
                    <a:pt x="175838" y="223793"/>
                  </a:lnTo>
                  <a:lnTo>
                    <a:pt x="211271" y="223793"/>
                  </a:lnTo>
                  <a:cubicBezTo>
                    <a:pt x="254592" y="223793"/>
                    <a:pt x="287734" y="187081"/>
                    <a:pt x="287734" y="144240"/>
                  </a:cubicBezTo>
                  <a:cubicBezTo>
                    <a:pt x="287734" y="109286"/>
                    <a:pt x="265728" y="78487"/>
                    <a:pt x="234024" y="68257"/>
                  </a:cubicBezTo>
                  <a:cubicBezTo>
                    <a:pt x="221769" y="29200"/>
                    <a:pt x="186654" y="0"/>
                    <a:pt x="143867" y="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9A057FEC-B488-87E6-AC42-8CE4F9BB5733}"/>
              </a:ext>
            </a:extLst>
          </p:cNvPr>
          <p:cNvGrpSpPr/>
          <p:nvPr userDrawn="1"/>
        </p:nvGrpSpPr>
        <p:grpSpPr>
          <a:xfrm>
            <a:off x="6496431" y="2888793"/>
            <a:ext cx="290314" cy="248091"/>
            <a:chOff x="5726643" y="3193051"/>
            <a:chExt cx="290238" cy="248091"/>
          </a:xfrm>
        </p:grpSpPr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7CCAA1F7-EB30-DB0B-D3DF-D192C7004A38}"/>
                </a:ext>
              </a:extLst>
            </p:cNvPr>
            <p:cNvSpPr/>
            <p:nvPr/>
          </p:nvSpPr>
          <p:spPr>
            <a:xfrm>
              <a:off x="5726643" y="3416685"/>
              <a:ext cx="290238" cy="24457"/>
            </a:xfrm>
            <a:custGeom>
              <a:avLst/>
              <a:gdLst>
                <a:gd name="csX0" fmla="*/ 290239 w 290238"/>
                <a:gd name="csY0" fmla="*/ 24457 h 24457"/>
                <a:gd name="csX1" fmla="*/ 0 w 290238"/>
                <a:gd name="csY1" fmla="*/ 24457 h 24457"/>
                <a:gd name="csX2" fmla="*/ 0 w 290238"/>
                <a:gd name="csY2" fmla="*/ 0 h 24457"/>
                <a:gd name="csX3" fmla="*/ 290239 w 290238"/>
                <a:gd name="csY3" fmla="*/ 0 h 24457"/>
                <a:gd name="csX4" fmla="*/ 290239 w 290238"/>
                <a:gd name="csY4" fmla="*/ 24457 h 24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0238" h="24457">
                  <a:moveTo>
                    <a:pt x="290239" y="24457"/>
                  </a:moveTo>
                  <a:lnTo>
                    <a:pt x="0" y="24457"/>
                  </a:lnTo>
                  <a:lnTo>
                    <a:pt x="0" y="0"/>
                  </a:lnTo>
                  <a:lnTo>
                    <a:pt x="290239" y="0"/>
                  </a:lnTo>
                  <a:lnTo>
                    <a:pt x="290239" y="2445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B22A26AA-5707-C2D7-31B9-3E9DF05EF087}"/>
                </a:ext>
              </a:extLst>
            </p:cNvPr>
            <p:cNvSpPr/>
            <p:nvPr/>
          </p:nvSpPr>
          <p:spPr>
            <a:xfrm>
              <a:off x="5727016" y="3193051"/>
              <a:ext cx="286881" cy="158946"/>
            </a:xfrm>
            <a:custGeom>
              <a:avLst/>
              <a:gdLst>
                <a:gd name="csX0" fmla="*/ 286882 w 286881"/>
                <a:gd name="csY0" fmla="*/ 15079 h 158946"/>
                <a:gd name="csX1" fmla="*/ 159000 w 286881"/>
                <a:gd name="csY1" fmla="*/ 142961 h 158946"/>
                <a:gd name="csX2" fmla="*/ 143921 w 286881"/>
                <a:gd name="csY2" fmla="*/ 142961 h 158946"/>
                <a:gd name="csX3" fmla="*/ 87493 w 286881"/>
                <a:gd name="csY3" fmla="*/ 86533 h 158946"/>
                <a:gd name="csX4" fmla="*/ 15079 w 286881"/>
                <a:gd name="csY4" fmla="*/ 158947 h 158946"/>
                <a:gd name="csX5" fmla="*/ 0 w 286881"/>
                <a:gd name="csY5" fmla="*/ 143867 h 158946"/>
                <a:gd name="csX6" fmla="*/ 79926 w 286881"/>
                <a:gd name="csY6" fmla="*/ 63941 h 158946"/>
                <a:gd name="csX7" fmla="*/ 95005 w 286881"/>
                <a:gd name="csY7" fmla="*/ 63941 h 158946"/>
                <a:gd name="csX8" fmla="*/ 151434 w 286881"/>
                <a:gd name="csY8" fmla="*/ 120369 h 158946"/>
                <a:gd name="csX9" fmla="*/ 271803 w 286881"/>
                <a:gd name="csY9" fmla="*/ 0 h 158946"/>
                <a:gd name="csX10" fmla="*/ 286828 w 286881"/>
                <a:gd name="csY10" fmla="*/ 15079 h 158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86881" h="158946">
                  <a:moveTo>
                    <a:pt x="286882" y="15079"/>
                  </a:moveTo>
                  <a:lnTo>
                    <a:pt x="159000" y="142961"/>
                  </a:lnTo>
                  <a:lnTo>
                    <a:pt x="143921" y="142961"/>
                  </a:lnTo>
                  <a:lnTo>
                    <a:pt x="87493" y="86533"/>
                  </a:lnTo>
                  <a:lnTo>
                    <a:pt x="15079" y="158947"/>
                  </a:lnTo>
                  <a:lnTo>
                    <a:pt x="0" y="143867"/>
                  </a:lnTo>
                  <a:lnTo>
                    <a:pt x="79926" y="63941"/>
                  </a:lnTo>
                  <a:lnTo>
                    <a:pt x="95005" y="63941"/>
                  </a:lnTo>
                  <a:lnTo>
                    <a:pt x="151434" y="120369"/>
                  </a:lnTo>
                  <a:lnTo>
                    <a:pt x="271803" y="0"/>
                  </a:lnTo>
                  <a:lnTo>
                    <a:pt x="286828" y="1507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CBE2AE9C-1923-89FA-E577-970518EF44BD}"/>
              </a:ext>
            </a:extLst>
          </p:cNvPr>
          <p:cNvGrpSpPr/>
          <p:nvPr userDrawn="1"/>
        </p:nvGrpSpPr>
        <p:grpSpPr>
          <a:xfrm>
            <a:off x="7653132" y="2864389"/>
            <a:ext cx="271819" cy="271749"/>
            <a:chOff x="6755027" y="3168647"/>
            <a:chExt cx="271748" cy="271749"/>
          </a:xfrm>
        </p:grpSpPr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76413D47-492D-BFB9-1553-E92519AE1AA6}"/>
                </a:ext>
              </a:extLst>
            </p:cNvPr>
            <p:cNvSpPr/>
            <p:nvPr/>
          </p:nvSpPr>
          <p:spPr>
            <a:xfrm>
              <a:off x="6755027" y="3195289"/>
              <a:ext cx="245107" cy="245107"/>
            </a:xfrm>
            <a:custGeom>
              <a:avLst/>
              <a:gdLst>
                <a:gd name="csX0" fmla="*/ 21314 w 245107"/>
                <a:gd name="csY0" fmla="*/ 0 h 245107"/>
                <a:gd name="csX1" fmla="*/ 0 w 245107"/>
                <a:gd name="csY1" fmla="*/ 21314 h 245107"/>
                <a:gd name="csX2" fmla="*/ 0 w 245107"/>
                <a:gd name="csY2" fmla="*/ 223793 h 245107"/>
                <a:gd name="csX3" fmla="*/ 21314 w 245107"/>
                <a:gd name="csY3" fmla="*/ 245107 h 245107"/>
                <a:gd name="csX4" fmla="*/ 223793 w 245107"/>
                <a:gd name="csY4" fmla="*/ 245107 h 245107"/>
                <a:gd name="csX5" fmla="*/ 245107 w 245107"/>
                <a:gd name="csY5" fmla="*/ 223793 h 245107"/>
                <a:gd name="csX6" fmla="*/ 245107 w 245107"/>
                <a:gd name="csY6" fmla="*/ 85255 h 245107"/>
                <a:gd name="csX7" fmla="*/ 223793 w 245107"/>
                <a:gd name="csY7" fmla="*/ 85255 h 245107"/>
                <a:gd name="csX8" fmla="*/ 223793 w 245107"/>
                <a:gd name="csY8" fmla="*/ 223793 h 245107"/>
                <a:gd name="csX9" fmla="*/ 21314 w 245107"/>
                <a:gd name="csY9" fmla="*/ 223793 h 245107"/>
                <a:gd name="csX10" fmla="*/ 21314 w 245107"/>
                <a:gd name="csY10" fmla="*/ 21314 h 245107"/>
                <a:gd name="csX11" fmla="*/ 159852 w 245107"/>
                <a:gd name="csY11" fmla="*/ 21314 h 245107"/>
                <a:gd name="csX12" fmla="*/ 159852 w 245107"/>
                <a:gd name="csY12" fmla="*/ 0 h 245107"/>
                <a:gd name="csX13" fmla="*/ 21314 w 245107"/>
                <a:gd name="csY13" fmla="*/ 0 h 245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45107" h="245107">
                  <a:moveTo>
                    <a:pt x="21314" y="0"/>
                  </a:moveTo>
                  <a:lnTo>
                    <a:pt x="0" y="21314"/>
                  </a:lnTo>
                  <a:lnTo>
                    <a:pt x="0" y="223793"/>
                  </a:lnTo>
                  <a:lnTo>
                    <a:pt x="21314" y="245107"/>
                  </a:lnTo>
                  <a:lnTo>
                    <a:pt x="223793" y="245107"/>
                  </a:lnTo>
                  <a:lnTo>
                    <a:pt x="245107" y="223793"/>
                  </a:lnTo>
                  <a:lnTo>
                    <a:pt x="245107" y="85255"/>
                  </a:lnTo>
                  <a:lnTo>
                    <a:pt x="223793" y="85255"/>
                  </a:lnTo>
                  <a:lnTo>
                    <a:pt x="223793" y="223793"/>
                  </a:lnTo>
                  <a:lnTo>
                    <a:pt x="21314" y="223793"/>
                  </a:lnTo>
                  <a:lnTo>
                    <a:pt x="21314" y="21314"/>
                  </a:lnTo>
                  <a:lnTo>
                    <a:pt x="159852" y="21314"/>
                  </a:lnTo>
                  <a:lnTo>
                    <a:pt x="159852" y="0"/>
                  </a:lnTo>
                  <a:lnTo>
                    <a:pt x="21314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6C44CBAE-D7C3-2695-808D-2020CD43EC3B}"/>
                </a:ext>
              </a:extLst>
            </p:cNvPr>
            <p:cNvSpPr/>
            <p:nvPr/>
          </p:nvSpPr>
          <p:spPr>
            <a:xfrm>
              <a:off x="6905128" y="3168647"/>
              <a:ext cx="121647" cy="121647"/>
            </a:xfrm>
            <a:custGeom>
              <a:avLst/>
              <a:gdLst>
                <a:gd name="csX0" fmla="*/ 41721 w 121647"/>
                <a:gd name="csY0" fmla="*/ 0 h 121647"/>
                <a:gd name="csX1" fmla="*/ 41721 w 121647"/>
                <a:gd name="csY1" fmla="*/ 21314 h 121647"/>
                <a:gd name="csX2" fmla="*/ 85255 w 121647"/>
                <a:gd name="csY2" fmla="*/ 21314 h 121647"/>
                <a:gd name="csX3" fmla="*/ 0 w 121647"/>
                <a:gd name="csY3" fmla="*/ 106568 h 121647"/>
                <a:gd name="csX4" fmla="*/ 15079 w 121647"/>
                <a:gd name="csY4" fmla="*/ 121648 h 121647"/>
                <a:gd name="csX5" fmla="*/ 100334 w 121647"/>
                <a:gd name="csY5" fmla="*/ 36393 h 121647"/>
                <a:gd name="csX6" fmla="*/ 100334 w 121647"/>
                <a:gd name="csY6" fmla="*/ 79926 h 121647"/>
                <a:gd name="csX7" fmla="*/ 121647 w 121647"/>
                <a:gd name="csY7" fmla="*/ 79926 h 121647"/>
                <a:gd name="csX8" fmla="*/ 121647 w 121647"/>
                <a:gd name="csY8" fmla="*/ 21527 h 121647"/>
                <a:gd name="csX9" fmla="*/ 100121 w 121647"/>
                <a:gd name="csY9" fmla="*/ 0 h 121647"/>
                <a:gd name="csX10" fmla="*/ 41721 w 121647"/>
                <a:gd name="csY10" fmla="*/ 0 h 121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1647" h="121647">
                  <a:moveTo>
                    <a:pt x="41721" y="0"/>
                  </a:moveTo>
                  <a:lnTo>
                    <a:pt x="41721" y="21314"/>
                  </a:lnTo>
                  <a:lnTo>
                    <a:pt x="85255" y="21314"/>
                  </a:lnTo>
                  <a:lnTo>
                    <a:pt x="0" y="106568"/>
                  </a:lnTo>
                  <a:lnTo>
                    <a:pt x="15079" y="121648"/>
                  </a:lnTo>
                  <a:lnTo>
                    <a:pt x="100334" y="36393"/>
                  </a:lnTo>
                  <a:lnTo>
                    <a:pt x="100334" y="79926"/>
                  </a:lnTo>
                  <a:lnTo>
                    <a:pt x="121647" y="79926"/>
                  </a:lnTo>
                  <a:lnTo>
                    <a:pt x="121647" y="21527"/>
                  </a:lnTo>
                  <a:lnTo>
                    <a:pt x="100121" y="0"/>
                  </a:lnTo>
                  <a:lnTo>
                    <a:pt x="41721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C6C918B-6E24-499D-14D5-33A6411F5452}"/>
              </a:ext>
            </a:extLst>
          </p:cNvPr>
          <p:cNvGrpSpPr/>
          <p:nvPr userDrawn="1"/>
        </p:nvGrpSpPr>
        <p:grpSpPr>
          <a:xfrm>
            <a:off x="8809833" y="2848403"/>
            <a:ext cx="287809" cy="287734"/>
            <a:chOff x="7783411" y="3152662"/>
            <a:chExt cx="287734" cy="287734"/>
          </a:xfrm>
        </p:grpSpPr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634828D8-1C40-BF78-BA02-8CD82B22FD32}"/>
                </a:ext>
              </a:extLst>
            </p:cNvPr>
            <p:cNvSpPr/>
            <p:nvPr/>
          </p:nvSpPr>
          <p:spPr>
            <a:xfrm>
              <a:off x="7783411" y="3152662"/>
              <a:ext cx="287734" cy="287734"/>
            </a:xfrm>
            <a:custGeom>
              <a:avLst/>
              <a:gdLst>
                <a:gd name="csX0" fmla="*/ 21314 w 287734"/>
                <a:gd name="csY0" fmla="*/ 0 h 287734"/>
                <a:gd name="csX1" fmla="*/ 223793 w 287734"/>
                <a:gd name="csY1" fmla="*/ 0 h 287734"/>
                <a:gd name="csX2" fmla="*/ 287734 w 287734"/>
                <a:gd name="csY2" fmla="*/ 64047 h 287734"/>
                <a:gd name="csX3" fmla="*/ 287734 w 287734"/>
                <a:gd name="csY3" fmla="*/ 266421 h 287734"/>
                <a:gd name="csX4" fmla="*/ 266421 w 287734"/>
                <a:gd name="csY4" fmla="*/ 287734 h 287734"/>
                <a:gd name="csX5" fmla="*/ 21314 w 287734"/>
                <a:gd name="csY5" fmla="*/ 287734 h 287734"/>
                <a:gd name="csX6" fmla="*/ 0 w 287734"/>
                <a:gd name="csY6" fmla="*/ 266421 h 287734"/>
                <a:gd name="csX7" fmla="*/ 0 w 287734"/>
                <a:gd name="csY7" fmla="*/ 21314 h 287734"/>
                <a:gd name="csX8" fmla="*/ 21314 w 287734"/>
                <a:gd name="csY8" fmla="*/ 0 h 287734"/>
                <a:gd name="csX9" fmla="*/ 21314 w 287734"/>
                <a:gd name="csY9" fmla="*/ 266421 h 287734"/>
                <a:gd name="csX10" fmla="*/ 266421 w 287734"/>
                <a:gd name="csY10" fmla="*/ 266421 h 287734"/>
                <a:gd name="csX11" fmla="*/ 266421 w 287734"/>
                <a:gd name="csY11" fmla="*/ 72839 h 287734"/>
                <a:gd name="csX12" fmla="*/ 214949 w 287734"/>
                <a:gd name="csY12" fmla="*/ 21314 h 287734"/>
                <a:gd name="csX13" fmla="*/ 21314 w 287734"/>
                <a:gd name="csY13" fmla="*/ 21314 h 287734"/>
                <a:gd name="csX14" fmla="*/ 21314 w 287734"/>
                <a:gd name="csY14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7734" h="287734">
                  <a:moveTo>
                    <a:pt x="21314" y="0"/>
                  </a:moveTo>
                  <a:lnTo>
                    <a:pt x="223793" y="0"/>
                  </a:lnTo>
                  <a:lnTo>
                    <a:pt x="287734" y="64047"/>
                  </a:lnTo>
                  <a:lnTo>
                    <a:pt x="287734" y="266421"/>
                  </a:ln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close/>
                  <a:moveTo>
                    <a:pt x="21314" y="266421"/>
                  </a:moveTo>
                  <a:lnTo>
                    <a:pt x="266421" y="266421"/>
                  </a:lnTo>
                  <a:lnTo>
                    <a:pt x="266421" y="72839"/>
                  </a:lnTo>
                  <a:lnTo>
                    <a:pt x="214949" y="21314"/>
                  </a:lnTo>
                  <a:lnTo>
                    <a:pt x="21314" y="21314"/>
                  </a:lnTo>
                  <a:lnTo>
                    <a:pt x="2131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2A0B13EB-C162-2F19-B300-9E4E9D7B1A41}"/>
                </a:ext>
              </a:extLst>
            </p:cNvPr>
            <p:cNvSpPr/>
            <p:nvPr/>
          </p:nvSpPr>
          <p:spPr>
            <a:xfrm>
              <a:off x="7847352" y="3152662"/>
              <a:ext cx="159852" cy="85254"/>
            </a:xfrm>
            <a:custGeom>
              <a:avLst/>
              <a:gdLst>
                <a:gd name="csX0" fmla="*/ 138539 w 159852"/>
                <a:gd name="csY0" fmla="*/ 21314 h 85254"/>
                <a:gd name="csX1" fmla="*/ 21314 w 159852"/>
                <a:gd name="csY1" fmla="*/ 21314 h 85254"/>
                <a:gd name="csX2" fmla="*/ 21314 w 159852"/>
                <a:gd name="csY2" fmla="*/ 63941 h 85254"/>
                <a:gd name="csX3" fmla="*/ 138539 w 159852"/>
                <a:gd name="csY3" fmla="*/ 63941 h 85254"/>
                <a:gd name="csX4" fmla="*/ 138539 w 159852"/>
                <a:gd name="csY4" fmla="*/ 21314 h 85254"/>
                <a:gd name="csX5" fmla="*/ 159852 w 159852"/>
                <a:gd name="csY5" fmla="*/ 63941 h 85254"/>
                <a:gd name="csX6" fmla="*/ 138539 w 159852"/>
                <a:gd name="csY6" fmla="*/ 85255 h 85254"/>
                <a:gd name="csX7" fmla="*/ 21314 w 159852"/>
                <a:gd name="csY7" fmla="*/ 85255 h 85254"/>
                <a:gd name="csX8" fmla="*/ 0 w 159852"/>
                <a:gd name="csY8" fmla="*/ 63941 h 85254"/>
                <a:gd name="csX9" fmla="*/ 0 w 159852"/>
                <a:gd name="csY9" fmla="*/ 0 h 85254"/>
                <a:gd name="csX10" fmla="*/ 138539 w 159852"/>
                <a:gd name="csY10" fmla="*/ 0 h 85254"/>
                <a:gd name="csX11" fmla="*/ 159852 w 159852"/>
                <a:gd name="csY11" fmla="*/ 21314 h 85254"/>
                <a:gd name="csX12" fmla="*/ 159852 w 159852"/>
                <a:gd name="csY12" fmla="*/ 63941 h 85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9852" h="85254">
                  <a:moveTo>
                    <a:pt x="138539" y="21314"/>
                  </a:moveTo>
                  <a:lnTo>
                    <a:pt x="21314" y="21314"/>
                  </a:lnTo>
                  <a:lnTo>
                    <a:pt x="21314" y="63941"/>
                  </a:lnTo>
                  <a:lnTo>
                    <a:pt x="138539" y="63941"/>
                  </a:lnTo>
                  <a:lnTo>
                    <a:pt x="138539" y="21314"/>
                  </a:lnTo>
                  <a:close/>
                  <a:moveTo>
                    <a:pt x="159852" y="63941"/>
                  </a:moveTo>
                  <a:lnTo>
                    <a:pt x="138539" y="85255"/>
                  </a:lnTo>
                  <a:lnTo>
                    <a:pt x="21314" y="85255"/>
                  </a:lnTo>
                  <a:lnTo>
                    <a:pt x="0" y="63941"/>
                  </a:lnTo>
                  <a:lnTo>
                    <a:pt x="0" y="0"/>
                  </a:lnTo>
                  <a:lnTo>
                    <a:pt x="138539" y="0"/>
                  </a:lnTo>
                  <a:lnTo>
                    <a:pt x="159852" y="21314"/>
                  </a:lnTo>
                  <a:lnTo>
                    <a:pt x="159852" y="6394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DC39A0C4-3126-1C70-92F1-B6A5629EC451}"/>
                </a:ext>
              </a:extLst>
            </p:cNvPr>
            <p:cNvSpPr/>
            <p:nvPr/>
          </p:nvSpPr>
          <p:spPr>
            <a:xfrm>
              <a:off x="7847352" y="3312514"/>
              <a:ext cx="165180" cy="127881"/>
            </a:xfrm>
            <a:custGeom>
              <a:avLst/>
              <a:gdLst>
                <a:gd name="csX0" fmla="*/ 21314 w 165180"/>
                <a:gd name="csY0" fmla="*/ 106568 h 127881"/>
                <a:gd name="csX1" fmla="*/ 143867 w 165180"/>
                <a:gd name="csY1" fmla="*/ 106568 h 127881"/>
                <a:gd name="csX2" fmla="*/ 143867 w 165180"/>
                <a:gd name="csY2" fmla="*/ 21314 h 127881"/>
                <a:gd name="csX3" fmla="*/ 21314 w 165180"/>
                <a:gd name="csY3" fmla="*/ 21314 h 127881"/>
                <a:gd name="csX4" fmla="*/ 21314 w 165180"/>
                <a:gd name="csY4" fmla="*/ 106568 h 127881"/>
                <a:gd name="csX5" fmla="*/ 0 w 165180"/>
                <a:gd name="csY5" fmla="*/ 21314 h 127881"/>
                <a:gd name="csX6" fmla="*/ 21314 w 165180"/>
                <a:gd name="csY6" fmla="*/ 0 h 127881"/>
                <a:gd name="csX7" fmla="*/ 143867 w 165180"/>
                <a:gd name="csY7" fmla="*/ 0 h 127881"/>
                <a:gd name="csX8" fmla="*/ 165181 w 165180"/>
                <a:gd name="csY8" fmla="*/ 21314 h 127881"/>
                <a:gd name="csX9" fmla="*/ 165181 w 165180"/>
                <a:gd name="csY9" fmla="*/ 127882 h 127881"/>
                <a:gd name="csX10" fmla="*/ 0 w 165180"/>
                <a:gd name="csY10" fmla="*/ 127882 h 127881"/>
                <a:gd name="csX11" fmla="*/ 0 w 165180"/>
                <a:gd name="csY11" fmla="*/ 21314 h 127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65180" h="127881">
                  <a:moveTo>
                    <a:pt x="21314" y="106568"/>
                  </a:moveTo>
                  <a:lnTo>
                    <a:pt x="143867" y="106568"/>
                  </a:lnTo>
                  <a:lnTo>
                    <a:pt x="143867" y="21314"/>
                  </a:lnTo>
                  <a:lnTo>
                    <a:pt x="21314" y="21314"/>
                  </a:lnTo>
                  <a:lnTo>
                    <a:pt x="21314" y="106568"/>
                  </a:lnTo>
                  <a:close/>
                  <a:moveTo>
                    <a:pt x="0" y="21314"/>
                  </a:moveTo>
                  <a:lnTo>
                    <a:pt x="21314" y="0"/>
                  </a:lnTo>
                  <a:lnTo>
                    <a:pt x="143867" y="0"/>
                  </a:lnTo>
                  <a:lnTo>
                    <a:pt x="165181" y="21314"/>
                  </a:lnTo>
                  <a:lnTo>
                    <a:pt x="165181" y="127882"/>
                  </a:lnTo>
                  <a:lnTo>
                    <a:pt x="0" y="127882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F33978D1-3FD4-60C6-1FE3-354808EF84E1}"/>
              </a:ext>
            </a:extLst>
          </p:cNvPr>
          <p:cNvGrpSpPr/>
          <p:nvPr userDrawn="1"/>
        </p:nvGrpSpPr>
        <p:grpSpPr>
          <a:xfrm>
            <a:off x="9966534" y="2850268"/>
            <a:ext cx="286583" cy="285868"/>
            <a:chOff x="8811795" y="3154527"/>
            <a:chExt cx="286508" cy="285868"/>
          </a:xfrm>
        </p:grpSpPr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F7B971B0-E743-B828-0908-C4FB687CDEE8}"/>
                </a:ext>
              </a:extLst>
            </p:cNvPr>
            <p:cNvSpPr/>
            <p:nvPr/>
          </p:nvSpPr>
          <p:spPr>
            <a:xfrm>
              <a:off x="8811795" y="3184632"/>
              <a:ext cx="255763" cy="255763"/>
            </a:xfrm>
            <a:custGeom>
              <a:avLst/>
              <a:gdLst>
                <a:gd name="csX0" fmla="*/ 21314 w 255763"/>
                <a:gd name="csY0" fmla="*/ 0 h 255763"/>
                <a:gd name="csX1" fmla="*/ 0 w 255763"/>
                <a:gd name="csY1" fmla="*/ 21314 h 255763"/>
                <a:gd name="csX2" fmla="*/ 0 w 255763"/>
                <a:gd name="csY2" fmla="*/ 234450 h 255763"/>
                <a:gd name="csX3" fmla="*/ 21314 w 255763"/>
                <a:gd name="csY3" fmla="*/ 255764 h 255763"/>
                <a:gd name="csX4" fmla="*/ 234450 w 255763"/>
                <a:gd name="csY4" fmla="*/ 255764 h 255763"/>
                <a:gd name="csX5" fmla="*/ 255764 w 255763"/>
                <a:gd name="csY5" fmla="*/ 234450 h 255763"/>
                <a:gd name="csX6" fmla="*/ 255764 w 255763"/>
                <a:gd name="csY6" fmla="*/ 111897 h 255763"/>
                <a:gd name="csX7" fmla="*/ 234450 w 255763"/>
                <a:gd name="csY7" fmla="*/ 111897 h 255763"/>
                <a:gd name="csX8" fmla="*/ 234450 w 255763"/>
                <a:gd name="csY8" fmla="*/ 234450 h 255763"/>
                <a:gd name="csX9" fmla="*/ 21314 w 255763"/>
                <a:gd name="csY9" fmla="*/ 234450 h 255763"/>
                <a:gd name="csX10" fmla="*/ 21314 w 255763"/>
                <a:gd name="csY10" fmla="*/ 21314 h 255763"/>
                <a:gd name="csX11" fmla="*/ 144347 w 255763"/>
                <a:gd name="csY11" fmla="*/ 21314 h 255763"/>
                <a:gd name="csX12" fmla="*/ 144347 w 255763"/>
                <a:gd name="csY12" fmla="*/ 0 h 255763"/>
                <a:gd name="csX13" fmla="*/ 21314 w 255763"/>
                <a:gd name="csY13" fmla="*/ 0 h 2557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55763" h="255763">
                  <a:moveTo>
                    <a:pt x="21314" y="0"/>
                  </a:moveTo>
                  <a:lnTo>
                    <a:pt x="0" y="21314"/>
                  </a:lnTo>
                  <a:lnTo>
                    <a:pt x="0" y="234450"/>
                  </a:lnTo>
                  <a:lnTo>
                    <a:pt x="21314" y="255764"/>
                  </a:lnTo>
                  <a:lnTo>
                    <a:pt x="234450" y="255764"/>
                  </a:lnTo>
                  <a:lnTo>
                    <a:pt x="255764" y="234450"/>
                  </a:lnTo>
                  <a:lnTo>
                    <a:pt x="255764" y="111897"/>
                  </a:lnTo>
                  <a:lnTo>
                    <a:pt x="234450" y="111897"/>
                  </a:lnTo>
                  <a:lnTo>
                    <a:pt x="234450" y="234450"/>
                  </a:lnTo>
                  <a:lnTo>
                    <a:pt x="21314" y="234450"/>
                  </a:lnTo>
                  <a:lnTo>
                    <a:pt x="21314" y="21314"/>
                  </a:lnTo>
                  <a:lnTo>
                    <a:pt x="144347" y="21314"/>
                  </a:lnTo>
                  <a:lnTo>
                    <a:pt x="144347" y="0"/>
                  </a:lnTo>
                  <a:lnTo>
                    <a:pt x="21314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C340ED45-B99D-B70D-16FA-4835FBADB39D}"/>
                </a:ext>
              </a:extLst>
            </p:cNvPr>
            <p:cNvSpPr/>
            <p:nvPr/>
          </p:nvSpPr>
          <p:spPr>
            <a:xfrm>
              <a:off x="8903710" y="3154527"/>
              <a:ext cx="194593" cy="194593"/>
            </a:xfrm>
            <a:custGeom>
              <a:avLst/>
              <a:gdLst>
                <a:gd name="csX0" fmla="*/ 149356 w 194593"/>
                <a:gd name="csY0" fmla="*/ 30106 h 194593"/>
                <a:gd name="csX1" fmla="*/ 22220 w 194593"/>
                <a:gd name="csY1" fmla="*/ 157295 h 194593"/>
                <a:gd name="csX2" fmla="*/ 21261 w 194593"/>
                <a:gd name="csY2" fmla="*/ 173280 h 194593"/>
                <a:gd name="csX3" fmla="*/ 37299 w 194593"/>
                <a:gd name="csY3" fmla="*/ 172321 h 194593"/>
                <a:gd name="csX4" fmla="*/ 164435 w 194593"/>
                <a:gd name="csY4" fmla="*/ 45185 h 194593"/>
                <a:gd name="csX5" fmla="*/ 149356 w 194593"/>
                <a:gd name="csY5" fmla="*/ 30106 h 194593"/>
                <a:gd name="csX6" fmla="*/ 46624 w 194593"/>
                <a:gd name="csY6" fmla="*/ 193155 h 194593"/>
                <a:gd name="csX7" fmla="*/ 22540 w 194593"/>
                <a:gd name="csY7" fmla="*/ 194594 h 194593"/>
                <a:gd name="csX8" fmla="*/ 0 w 194593"/>
                <a:gd name="csY8" fmla="*/ 172055 h 194593"/>
                <a:gd name="csX9" fmla="*/ 1439 w 194593"/>
                <a:gd name="csY9" fmla="*/ 147970 h 194593"/>
                <a:gd name="csX10" fmla="*/ 149356 w 194593"/>
                <a:gd name="csY10" fmla="*/ 0 h 194593"/>
                <a:gd name="csX11" fmla="*/ 194594 w 194593"/>
                <a:gd name="csY11" fmla="*/ 45238 h 194593"/>
                <a:gd name="csX12" fmla="*/ 46624 w 194593"/>
                <a:gd name="csY12" fmla="*/ 193208 h 1945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94593" h="194593">
                  <a:moveTo>
                    <a:pt x="149356" y="30106"/>
                  </a:moveTo>
                  <a:lnTo>
                    <a:pt x="22220" y="157295"/>
                  </a:lnTo>
                  <a:lnTo>
                    <a:pt x="21261" y="173280"/>
                  </a:lnTo>
                  <a:lnTo>
                    <a:pt x="37299" y="172321"/>
                  </a:lnTo>
                  <a:lnTo>
                    <a:pt x="164435" y="45185"/>
                  </a:lnTo>
                  <a:lnTo>
                    <a:pt x="149356" y="30106"/>
                  </a:lnTo>
                  <a:close/>
                  <a:moveTo>
                    <a:pt x="46624" y="193155"/>
                  </a:moveTo>
                  <a:lnTo>
                    <a:pt x="22540" y="194594"/>
                  </a:lnTo>
                  <a:lnTo>
                    <a:pt x="0" y="172055"/>
                  </a:lnTo>
                  <a:lnTo>
                    <a:pt x="1439" y="147970"/>
                  </a:lnTo>
                  <a:lnTo>
                    <a:pt x="149356" y="0"/>
                  </a:lnTo>
                  <a:lnTo>
                    <a:pt x="194594" y="45238"/>
                  </a:lnTo>
                  <a:lnTo>
                    <a:pt x="46624" y="19320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E847FC3-AE1C-B03F-9FD6-775C1117513A}"/>
              </a:ext>
            </a:extLst>
          </p:cNvPr>
          <p:cNvGrpSpPr/>
          <p:nvPr userDrawn="1"/>
        </p:nvGrpSpPr>
        <p:grpSpPr>
          <a:xfrm>
            <a:off x="4167038" y="1889288"/>
            <a:ext cx="287809" cy="287734"/>
            <a:chOff x="3653889" y="2193547"/>
            <a:chExt cx="287734" cy="287734"/>
          </a:xfrm>
        </p:grpSpPr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EA384C31-3DB1-BA93-E7BA-C08681448B33}"/>
                </a:ext>
              </a:extLst>
            </p:cNvPr>
            <p:cNvSpPr/>
            <p:nvPr/>
          </p:nvSpPr>
          <p:spPr>
            <a:xfrm>
              <a:off x="3653889" y="2193547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1C1EE707-CE1F-9848-10AC-583AC49937C2}"/>
                </a:ext>
              </a:extLst>
            </p:cNvPr>
            <p:cNvSpPr/>
            <p:nvPr/>
          </p:nvSpPr>
          <p:spPr>
            <a:xfrm>
              <a:off x="3660124" y="2199728"/>
              <a:ext cx="275266" cy="275265"/>
            </a:xfrm>
            <a:custGeom>
              <a:avLst/>
              <a:gdLst>
                <a:gd name="csX0" fmla="*/ 260187 w 275266"/>
                <a:gd name="csY0" fmla="*/ 137686 h 275265"/>
                <a:gd name="csX1" fmla="*/ 137633 w 275266"/>
                <a:gd name="csY1" fmla="*/ 15133 h 275265"/>
                <a:gd name="csX2" fmla="*/ 15080 w 275266"/>
                <a:gd name="csY2" fmla="*/ 137686 h 275265"/>
                <a:gd name="csX3" fmla="*/ 137633 w 275266"/>
                <a:gd name="csY3" fmla="*/ 260240 h 275265"/>
                <a:gd name="csX4" fmla="*/ 260187 w 275266"/>
                <a:gd name="csY4" fmla="*/ 137686 h 275265"/>
                <a:gd name="csX5" fmla="*/ 152713 w 275266"/>
                <a:gd name="csY5" fmla="*/ 275266 h 275265"/>
                <a:gd name="csX6" fmla="*/ 122554 w 275266"/>
                <a:gd name="csY6" fmla="*/ 275266 h 275265"/>
                <a:gd name="csX7" fmla="*/ 0 w 275266"/>
                <a:gd name="csY7" fmla="*/ 152712 h 275265"/>
                <a:gd name="csX8" fmla="*/ 0 w 275266"/>
                <a:gd name="csY8" fmla="*/ 122554 h 275265"/>
                <a:gd name="csX9" fmla="*/ 122554 w 275266"/>
                <a:gd name="csY9" fmla="*/ 0 h 275265"/>
                <a:gd name="csX10" fmla="*/ 152713 w 275266"/>
                <a:gd name="csY10" fmla="*/ 0 h 275265"/>
                <a:gd name="csX11" fmla="*/ 275266 w 275266"/>
                <a:gd name="csY11" fmla="*/ 122554 h 275265"/>
                <a:gd name="csX12" fmla="*/ 275266 w 275266"/>
                <a:gd name="csY12" fmla="*/ 152712 h 275265"/>
                <a:gd name="csX13" fmla="*/ 152713 w 275266"/>
                <a:gd name="csY13" fmla="*/ 275266 h 2752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75266" h="275265">
                  <a:moveTo>
                    <a:pt x="260187" y="137686"/>
                  </a:moveTo>
                  <a:lnTo>
                    <a:pt x="137633" y="15133"/>
                  </a:lnTo>
                  <a:lnTo>
                    <a:pt x="15080" y="137686"/>
                  </a:lnTo>
                  <a:lnTo>
                    <a:pt x="137633" y="260240"/>
                  </a:lnTo>
                  <a:lnTo>
                    <a:pt x="260187" y="137686"/>
                  </a:lnTo>
                  <a:close/>
                  <a:moveTo>
                    <a:pt x="152713" y="275266"/>
                  </a:moveTo>
                  <a:lnTo>
                    <a:pt x="122554" y="275266"/>
                  </a:lnTo>
                  <a:lnTo>
                    <a:pt x="0" y="152712"/>
                  </a:lnTo>
                  <a:lnTo>
                    <a:pt x="0" y="122554"/>
                  </a:lnTo>
                  <a:lnTo>
                    <a:pt x="122554" y="0"/>
                  </a:lnTo>
                  <a:lnTo>
                    <a:pt x="152713" y="0"/>
                  </a:lnTo>
                  <a:lnTo>
                    <a:pt x="275266" y="122554"/>
                  </a:lnTo>
                  <a:lnTo>
                    <a:pt x="275266" y="152712"/>
                  </a:lnTo>
                  <a:lnTo>
                    <a:pt x="152713" y="27526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2F6AD172-1E4A-4471-AA02-B3A0A80D1D0C}"/>
              </a:ext>
            </a:extLst>
          </p:cNvPr>
          <p:cNvGrpSpPr/>
          <p:nvPr userDrawn="1"/>
        </p:nvGrpSpPr>
        <p:grpSpPr>
          <a:xfrm>
            <a:off x="6496431" y="1889289"/>
            <a:ext cx="287809" cy="287735"/>
            <a:chOff x="5726643" y="2193547"/>
            <a:chExt cx="287734" cy="287735"/>
          </a:xfrm>
        </p:grpSpPr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CC0D1038-0801-D930-378C-92FAFB26AF1C}"/>
                </a:ext>
              </a:extLst>
            </p:cNvPr>
            <p:cNvSpPr/>
            <p:nvPr/>
          </p:nvSpPr>
          <p:spPr>
            <a:xfrm>
              <a:off x="5859853" y="2193547"/>
              <a:ext cx="154524" cy="154524"/>
            </a:xfrm>
            <a:custGeom>
              <a:avLst/>
              <a:gdLst>
                <a:gd name="csX0" fmla="*/ 133210 w 154524"/>
                <a:gd name="csY0" fmla="*/ 21314 h 154524"/>
                <a:gd name="csX1" fmla="*/ 21314 w 154524"/>
                <a:gd name="csY1" fmla="*/ 21314 h 154524"/>
                <a:gd name="csX2" fmla="*/ 21314 w 154524"/>
                <a:gd name="csY2" fmla="*/ 133210 h 154524"/>
                <a:gd name="csX3" fmla="*/ 133210 w 154524"/>
                <a:gd name="csY3" fmla="*/ 133210 h 154524"/>
                <a:gd name="csX4" fmla="*/ 133210 w 154524"/>
                <a:gd name="csY4" fmla="*/ 21314 h 154524"/>
                <a:gd name="csX5" fmla="*/ 154524 w 154524"/>
                <a:gd name="csY5" fmla="*/ 133210 h 154524"/>
                <a:gd name="csX6" fmla="*/ 133210 w 154524"/>
                <a:gd name="csY6" fmla="*/ 154524 h 154524"/>
                <a:gd name="csX7" fmla="*/ 21314 w 154524"/>
                <a:gd name="csY7" fmla="*/ 154524 h 154524"/>
                <a:gd name="csX8" fmla="*/ 0 w 154524"/>
                <a:gd name="csY8" fmla="*/ 133210 h 154524"/>
                <a:gd name="csX9" fmla="*/ 0 w 154524"/>
                <a:gd name="csY9" fmla="*/ 21314 h 154524"/>
                <a:gd name="csX10" fmla="*/ 21314 w 154524"/>
                <a:gd name="csY10" fmla="*/ 0 h 154524"/>
                <a:gd name="csX11" fmla="*/ 133210 w 154524"/>
                <a:gd name="csY11" fmla="*/ 0 h 154524"/>
                <a:gd name="csX12" fmla="*/ 154524 w 154524"/>
                <a:gd name="csY12" fmla="*/ 21314 h 154524"/>
                <a:gd name="csX13" fmla="*/ 154524 w 154524"/>
                <a:gd name="csY13" fmla="*/ 133210 h 154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4524" h="154524">
                  <a:moveTo>
                    <a:pt x="133210" y="21314"/>
                  </a:moveTo>
                  <a:lnTo>
                    <a:pt x="21314" y="21314"/>
                  </a:lnTo>
                  <a:lnTo>
                    <a:pt x="21314" y="133210"/>
                  </a:lnTo>
                  <a:lnTo>
                    <a:pt x="133210" y="133210"/>
                  </a:lnTo>
                  <a:lnTo>
                    <a:pt x="133210" y="21314"/>
                  </a:lnTo>
                  <a:close/>
                  <a:moveTo>
                    <a:pt x="154524" y="133210"/>
                  </a:moveTo>
                  <a:lnTo>
                    <a:pt x="133210" y="154524"/>
                  </a:lnTo>
                  <a:lnTo>
                    <a:pt x="21314" y="154524"/>
                  </a:lnTo>
                  <a:lnTo>
                    <a:pt x="0" y="133210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33210" y="0"/>
                  </a:lnTo>
                  <a:lnTo>
                    <a:pt x="154524" y="21314"/>
                  </a:lnTo>
                  <a:lnTo>
                    <a:pt x="154524" y="13321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972407A8-DA54-EBAA-A6D9-8C6E5A42AA01}"/>
                </a:ext>
              </a:extLst>
            </p:cNvPr>
            <p:cNvSpPr/>
            <p:nvPr/>
          </p:nvSpPr>
          <p:spPr>
            <a:xfrm>
              <a:off x="5726643" y="2326758"/>
              <a:ext cx="154523" cy="154524"/>
            </a:xfrm>
            <a:custGeom>
              <a:avLst/>
              <a:gdLst>
                <a:gd name="csX0" fmla="*/ 133210 w 154523"/>
                <a:gd name="csY0" fmla="*/ 21314 h 154524"/>
                <a:gd name="csX1" fmla="*/ 21313 w 154523"/>
                <a:gd name="csY1" fmla="*/ 21314 h 154524"/>
                <a:gd name="csX2" fmla="*/ 21313 w 154523"/>
                <a:gd name="csY2" fmla="*/ 133210 h 154524"/>
                <a:gd name="csX3" fmla="*/ 133210 w 154523"/>
                <a:gd name="csY3" fmla="*/ 133210 h 154524"/>
                <a:gd name="csX4" fmla="*/ 133210 w 154523"/>
                <a:gd name="csY4" fmla="*/ 21314 h 154524"/>
                <a:gd name="csX5" fmla="*/ 154524 w 154523"/>
                <a:gd name="csY5" fmla="*/ 133210 h 154524"/>
                <a:gd name="csX6" fmla="*/ 133210 w 154523"/>
                <a:gd name="csY6" fmla="*/ 154524 h 154524"/>
                <a:gd name="csX7" fmla="*/ 21313 w 154523"/>
                <a:gd name="csY7" fmla="*/ 154524 h 154524"/>
                <a:gd name="csX8" fmla="*/ 0 w 154523"/>
                <a:gd name="csY8" fmla="*/ 133210 h 154524"/>
                <a:gd name="csX9" fmla="*/ 0 w 154523"/>
                <a:gd name="csY9" fmla="*/ 21314 h 154524"/>
                <a:gd name="csX10" fmla="*/ 21313 w 154523"/>
                <a:gd name="csY10" fmla="*/ 0 h 154524"/>
                <a:gd name="csX11" fmla="*/ 133210 w 154523"/>
                <a:gd name="csY11" fmla="*/ 0 h 154524"/>
                <a:gd name="csX12" fmla="*/ 154524 w 154523"/>
                <a:gd name="csY12" fmla="*/ 21314 h 154524"/>
                <a:gd name="csX13" fmla="*/ 154524 w 154523"/>
                <a:gd name="csY13" fmla="*/ 133210 h 154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4523" h="154524">
                  <a:moveTo>
                    <a:pt x="133210" y="21314"/>
                  </a:moveTo>
                  <a:lnTo>
                    <a:pt x="21313" y="21314"/>
                  </a:lnTo>
                  <a:lnTo>
                    <a:pt x="21313" y="133210"/>
                  </a:lnTo>
                  <a:lnTo>
                    <a:pt x="133210" y="133210"/>
                  </a:lnTo>
                  <a:lnTo>
                    <a:pt x="133210" y="21314"/>
                  </a:lnTo>
                  <a:close/>
                  <a:moveTo>
                    <a:pt x="154524" y="133210"/>
                  </a:moveTo>
                  <a:lnTo>
                    <a:pt x="133210" y="154524"/>
                  </a:lnTo>
                  <a:lnTo>
                    <a:pt x="21313" y="154524"/>
                  </a:lnTo>
                  <a:lnTo>
                    <a:pt x="0" y="133210"/>
                  </a:lnTo>
                  <a:lnTo>
                    <a:pt x="0" y="21314"/>
                  </a:lnTo>
                  <a:lnTo>
                    <a:pt x="21313" y="0"/>
                  </a:lnTo>
                  <a:lnTo>
                    <a:pt x="133210" y="0"/>
                  </a:lnTo>
                  <a:lnTo>
                    <a:pt x="154524" y="21314"/>
                  </a:lnTo>
                  <a:lnTo>
                    <a:pt x="154524" y="13321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C4BD63FD-ABD7-3E2A-AFCE-FE184F19A103}"/>
              </a:ext>
            </a:extLst>
          </p:cNvPr>
          <p:cNvGrpSpPr/>
          <p:nvPr userDrawn="1"/>
        </p:nvGrpSpPr>
        <p:grpSpPr>
          <a:xfrm>
            <a:off x="7659101" y="1889288"/>
            <a:ext cx="275871" cy="287734"/>
            <a:chOff x="6760994" y="2193547"/>
            <a:chExt cx="275799" cy="287734"/>
          </a:xfrm>
        </p:grpSpPr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0FB51D99-3255-D534-47DE-A1FE8EFE339E}"/>
                </a:ext>
              </a:extLst>
            </p:cNvPr>
            <p:cNvSpPr/>
            <p:nvPr/>
          </p:nvSpPr>
          <p:spPr>
            <a:xfrm>
              <a:off x="6786997" y="2228661"/>
              <a:ext cx="223793" cy="217452"/>
            </a:xfrm>
            <a:custGeom>
              <a:avLst/>
              <a:gdLst>
                <a:gd name="csX0" fmla="*/ 192729 w 223793"/>
                <a:gd name="csY0" fmla="*/ 186122 h 217452"/>
                <a:gd name="csX1" fmla="*/ 138539 w 223793"/>
                <a:gd name="csY1" fmla="*/ 217453 h 217452"/>
                <a:gd name="csX2" fmla="*/ 138539 w 223793"/>
                <a:gd name="csY2" fmla="*/ 195340 h 217452"/>
                <a:gd name="csX3" fmla="*/ 173654 w 223793"/>
                <a:gd name="csY3" fmla="*/ 175038 h 217452"/>
                <a:gd name="csX4" fmla="*/ 192729 w 223793"/>
                <a:gd name="csY4" fmla="*/ 186175 h 217452"/>
                <a:gd name="csX5" fmla="*/ 50141 w 223793"/>
                <a:gd name="csY5" fmla="*/ 174985 h 217452"/>
                <a:gd name="csX6" fmla="*/ 85255 w 223793"/>
                <a:gd name="csY6" fmla="*/ 195286 h 217452"/>
                <a:gd name="csX7" fmla="*/ 85255 w 223793"/>
                <a:gd name="csY7" fmla="*/ 217399 h 217452"/>
                <a:gd name="csX8" fmla="*/ 31065 w 223793"/>
                <a:gd name="csY8" fmla="*/ 186122 h 217452"/>
                <a:gd name="csX9" fmla="*/ 50141 w 223793"/>
                <a:gd name="csY9" fmla="*/ 174985 h 217452"/>
                <a:gd name="csX10" fmla="*/ 23552 w 223793"/>
                <a:gd name="csY10" fmla="*/ 88558 h 217452"/>
                <a:gd name="csX11" fmla="*/ 21314 w 223793"/>
                <a:gd name="csY11" fmla="*/ 108700 h 217452"/>
                <a:gd name="csX12" fmla="*/ 23552 w 223793"/>
                <a:gd name="csY12" fmla="*/ 128841 h 217452"/>
                <a:gd name="csX13" fmla="*/ 4423 w 223793"/>
                <a:gd name="csY13" fmla="*/ 139977 h 217452"/>
                <a:gd name="csX14" fmla="*/ 0 w 223793"/>
                <a:gd name="csY14" fmla="*/ 108700 h 217452"/>
                <a:gd name="csX15" fmla="*/ 4423 w 223793"/>
                <a:gd name="csY15" fmla="*/ 77369 h 217452"/>
                <a:gd name="csX16" fmla="*/ 23552 w 223793"/>
                <a:gd name="csY16" fmla="*/ 88505 h 217452"/>
                <a:gd name="csX17" fmla="*/ 219371 w 223793"/>
                <a:gd name="csY17" fmla="*/ 77422 h 217452"/>
                <a:gd name="csX18" fmla="*/ 223793 w 223793"/>
                <a:gd name="csY18" fmla="*/ 108700 h 217452"/>
                <a:gd name="csX19" fmla="*/ 219371 w 223793"/>
                <a:gd name="csY19" fmla="*/ 139977 h 217452"/>
                <a:gd name="csX20" fmla="*/ 200242 w 223793"/>
                <a:gd name="csY20" fmla="*/ 128841 h 217452"/>
                <a:gd name="csX21" fmla="*/ 202480 w 223793"/>
                <a:gd name="csY21" fmla="*/ 108700 h 217452"/>
                <a:gd name="csX22" fmla="*/ 200242 w 223793"/>
                <a:gd name="csY22" fmla="*/ 88558 h 217452"/>
                <a:gd name="csX23" fmla="*/ 219371 w 223793"/>
                <a:gd name="csY23" fmla="*/ 77422 h 217452"/>
                <a:gd name="csX24" fmla="*/ 85255 w 223793"/>
                <a:gd name="csY24" fmla="*/ 22113 h 217452"/>
                <a:gd name="csX25" fmla="*/ 50087 w 223793"/>
                <a:gd name="csY25" fmla="*/ 42467 h 217452"/>
                <a:gd name="csX26" fmla="*/ 31012 w 223793"/>
                <a:gd name="csY26" fmla="*/ 31331 h 217452"/>
                <a:gd name="csX27" fmla="*/ 85255 w 223793"/>
                <a:gd name="csY27" fmla="*/ 0 h 217452"/>
                <a:gd name="csX28" fmla="*/ 85255 w 223793"/>
                <a:gd name="csY28" fmla="*/ 22113 h 217452"/>
                <a:gd name="csX29" fmla="*/ 138539 w 223793"/>
                <a:gd name="csY29" fmla="*/ 53 h 217452"/>
                <a:gd name="csX30" fmla="*/ 192676 w 223793"/>
                <a:gd name="csY30" fmla="*/ 31331 h 217452"/>
                <a:gd name="csX31" fmla="*/ 173600 w 223793"/>
                <a:gd name="csY31" fmla="*/ 42467 h 217452"/>
                <a:gd name="csX32" fmla="*/ 138539 w 223793"/>
                <a:gd name="csY32" fmla="*/ 22166 h 217452"/>
                <a:gd name="csX33" fmla="*/ 138539 w 223793"/>
                <a:gd name="csY33" fmla="*/ 53 h 2174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223793" h="217452">
                  <a:moveTo>
                    <a:pt x="192729" y="186122"/>
                  </a:moveTo>
                  <a:cubicBezTo>
                    <a:pt x="178236" y="201254"/>
                    <a:pt x="159533" y="212284"/>
                    <a:pt x="138539" y="217453"/>
                  </a:cubicBezTo>
                  <a:lnTo>
                    <a:pt x="138539" y="195340"/>
                  </a:lnTo>
                  <a:cubicBezTo>
                    <a:pt x="151807" y="191290"/>
                    <a:pt x="163743" y="184257"/>
                    <a:pt x="173654" y="175038"/>
                  </a:cubicBezTo>
                  <a:lnTo>
                    <a:pt x="192729" y="186175"/>
                  </a:lnTo>
                  <a:close/>
                  <a:moveTo>
                    <a:pt x="50141" y="174985"/>
                  </a:moveTo>
                  <a:cubicBezTo>
                    <a:pt x="60051" y="184203"/>
                    <a:pt x="71987" y="191237"/>
                    <a:pt x="85255" y="195286"/>
                  </a:cubicBezTo>
                  <a:lnTo>
                    <a:pt x="85255" y="217399"/>
                  </a:lnTo>
                  <a:cubicBezTo>
                    <a:pt x="64261" y="212284"/>
                    <a:pt x="45558" y="201201"/>
                    <a:pt x="31065" y="186122"/>
                  </a:cubicBezTo>
                  <a:lnTo>
                    <a:pt x="50141" y="174985"/>
                  </a:lnTo>
                  <a:close/>
                  <a:moveTo>
                    <a:pt x="23552" y="88558"/>
                  </a:moveTo>
                  <a:cubicBezTo>
                    <a:pt x="22113" y="95059"/>
                    <a:pt x="21314" y="101773"/>
                    <a:pt x="21314" y="108700"/>
                  </a:cubicBezTo>
                  <a:cubicBezTo>
                    <a:pt x="21314" y="115627"/>
                    <a:pt x="22113" y="122340"/>
                    <a:pt x="23552" y="128841"/>
                  </a:cubicBezTo>
                  <a:lnTo>
                    <a:pt x="4423" y="139977"/>
                  </a:lnTo>
                  <a:cubicBezTo>
                    <a:pt x="1545" y="130067"/>
                    <a:pt x="0" y="119570"/>
                    <a:pt x="0" y="108700"/>
                  </a:cubicBezTo>
                  <a:cubicBezTo>
                    <a:pt x="0" y="97830"/>
                    <a:pt x="1545" y="87333"/>
                    <a:pt x="4423" y="77369"/>
                  </a:cubicBezTo>
                  <a:lnTo>
                    <a:pt x="23552" y="88505"/>
                  </a:lnTo>
                  <a:close/>
                  <a:moveTo>
                    <a:pt x="219371" y="77422"/>
                  </a:moveTo>
                  <a:cubicBezTo>
                    <a:pt x="222249" y="87333"/>
                    <a:pt x="223793" y="97830"/>
                    <a:pt x="223793" y="108700"/>
                  </a:cubicBezTo>
                  <a:cubicBezTo>
                    <a:pt x="223793" y="119570"/>
                    <a:pt x="222249" y="130067"/>
                    <a:pt x="219371" y="139977"/>
                  </a:cubicBezTo>
                  <a:lnTo>
                    <a:pt x="200242" y="128841"/>
                  </a:lnTo>
                  <a:cubicBezTo>
                    <a:pt x="201681" y="122394"/>
                    <a:pt x="202480" y="115627"/>
                    <a:pt x="202480" y="108700"/>
                  </a:cubicBezTo>
                  <a:cubicBezTo>
                    <a:pt x="202480" y="101773"/>
                    <a:pt x="201681" y="95006"/>
                    <a:pt x="200242" y="88558"/>
                  </a:cubicBezTo>
                  <a:lnTo>
                    <a:pt x="219371" y="77422"/>
                  </a:lnTo>
                  <a:close/>
                  <a:moveTo>
                    <a:pt x="85255" y="22113"/>
                  </a:moveTo>
                  <a:cubicBezTo>
                    <a:pt x="71987" y="26216"/>
                    <a:pt x="59998" y="33249"/>
                    <a:pt x="50087" y="42467"/>
                  </a:cubicBezTo>
                  <a:lnTo>
                    <a:pt x="31012" y="31331"/>
                  </a:lnTo>
                  <a:cubicBezTo>
                    <a:pt x="45505" y="16198"/>
                    <a:pt x="64208" y="5115"/>
                    <a:pt x="85255" y="0"/>
                  </a:cubicBezTo>
                  <a:lnTo>
                    <a:pt x="85255" y="22113"/>
                  </a:lnTo>
                  <a:close/>
                  <a:moveTo>
                    <a:pt x="138539" y="53"/>
                  </a:moveTo>
                  <a:cubicBezTo>
                    <a:pt x="159533" y="5169"/>
                    <a:pt x="178236" y="16252"/>
                    <a:pt x="192676" y="31331"/>
                  </a:cubicBezTo>
                  <a:lnTo>
                    <a:pt x="173600" y="42467"/>
                  </a:lnTo>
                  <a:cubicBezTo>
                    <a:pt x="163743" y="33249"/>
                    <a:pt x="151807" y="26216"/>
                    <a:pt x="138539" y="22166"/>
                  </a:cubicBezTo>
                  <a:lnTo>
                    <a:pt x="138539" y="53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862E096E-C233-E285-582F-94B490FB105E}"/>
                </a:ext>
              </a:extLst>
            </p:cNvPr>
            <p:cNvSpPr/>
            <p:nvPr/>
          </p:nvSpPr>
          <p:spPr>
            <a:xfrm>
              <a:off x="6850938" y="2193547"/>
              <a:ext cx="95911" cy="63834"/>
            </a:xfrm>
            <a:custGeom>
              <a:avLst/>
              <a:gdLst>
                <a:gd name="csX0" fmla="*/ 95911 w 95911"/>
                <a:gd name="csY0" fmla="*/ 21314 h 63834"/>
                <a:gd name="csX1" fmla="*/ 95911 w 95911"/>
                <a:gd name="csY1" fmla="*/ 63834 h 63834"/>
                <a:gd name="csX2" fmla="*/ 74598 w 95911"/>
                <a:gd name="csY2" fmla="*/ 54243 h 63834"/>
                <a:gd name="csX3" fmla="*/ 74598 w 95911"/>
                <a:gd name="csY3" fmla="*/ 21314 h 63834"/>
                <a:gd name="csX4" fmla="*/ 21314 w 95911"/>
                <a:gd name="csY4" fmla="*/ 21314 h 63834"/>
                <a:gd name="csX5" fmla="*/ 21314 w 95911"/>
                <a:gd name="csY5" fmla="*/ 54243 h 63834"/>
                <a:gd name="csX6" fmla="*/ 0 w 95911"/>
                <a:gd name="csY6" fmla="*/ 63834 h 63834"/>
                <a:gd name="csX7" fmla="*/ 0 w 95911"/>
                <a:gd name="csY7" fmla="*/ 21314 h 63834"/>
                <a:gd name="csX8" fmla="*/ 21314 w 95911"/>
                <a:gd name="csY8" fmla="*/ 0 h 63834"/>
                <a:gd name="csX9" fmla="*/ 74598 w 95911"/>
                <a:gd name="csY9" fmla="*/ 0 h 63834"/>
                <a:gd name="csX10" fmla="*/ 95911 w 95911"/>
                <a:gd name="csY10" fmla="*/ 21314 h 638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5911" h="63834">
                  <a:moveTo>
                    <a:pt x="95911" y="21314"/>
                  </a:moveTo>
                  <a:lnTo>
                    <a:pt x="95911" y="63834"/>
                  </a:lnTo>
                  <a:cubicBezTo>
                    <a:pt x="89304" y="59785"/>
                    <a:pt x="82164" y="56534"/>
                    <a:pt x="74598" y="54243"/>
                  </a:cubicBezTo>
                  <a:lnTo>
                    <a:pt x="74598" y="21314"/>
                  </a:lnTo>
                  <a:lnTo>
                    <a:pt x="21314" y="21314"/>
                  </a:lnTo>
                  <a:lnTo>
                    <a:pt x="21314" y="54243"/>
                  </a:lnTo>
                  <a:cubicBezTo>
                    <a:pt x="13748" y="56534"/>
                    <a:pt x="6608" y="59785"/>
                    <a:pt x="0" y="63834"/>
                  </a:cubicBezTo>
                  <a:lnTo>
                    <a:pt x="0" y="21314"/>
                  </a:lnTo>
                  <a:lnTo>
                    <a:pt x="21314" y="0"/>
                  </a:lnTo>
                  <a:lnTo>
                    <a:pt x="74598" y="0"/>
                  </a:lnTo>
                  <a:lnTo>
                    <a:pt x="95911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3BBDA500-D436-557F-19AB-85EFE205EA48}"/>
                </a:ext>
              </a:extLst>
            </p:cNvPr>
            <p:cNvSpPr/>
            <p:nvPr/>
          </p:nvSpPr>
          <p:spPr>
            <a:xfrm>
              <a:off x="6850938" y="2417447"/>
              <a:ext cx="95911" cy="63834"/>
            </a:xfrm>
            <a:custGeom>
              <a:avLst/>
              <a:gdLst>
                <a:gd name="csX0" fmla="*/ 95911 w 95911"/>
                <a:gd name="csY0" fmla="*/ 42521 h 63834"/>
                <a:gd name="csX1" fmla="*/ 95911 w 95911"/>
                <a:gd name="csY1" fmla="*/ 0 h 63834"/>
                <a:gd name="csX2" fmla="*/ 74598 w 95911"/>
                <a:gd name="csY2" fmla="*/ 9538 h 63834"/>
                <a:gd name="csX3" fmla="*/ 74598 w 95911"/>
                <a:gd name="csY3" fmla="*/ 42467 h 63834"/>
                <a:gd name="csX4" fmla="*/ 21314 w 95911"/>
                <a:gd name="csY4" fmla="*/ 42467 h 63834"/>
                <a:gd name="csX5" fmla="*/ 21314 w 95911"/>
                <a:gd name="csY5" fmla="*/ 9538 h 63834"/>
                <a:gd name="csX6" fmla="*/ 0 w 95911"/>
                <a:gd name="csY6" fmla="*/ 0 h 63834"/>
                <a:gd name="csX7" fmla="*/ 0 w 95911"/>
                <a:gd name="csY7" fmla="*/ 42521 h 63834"/>
                <a:gd name="csX8" fmla="*/ 21314 w 95911"/>
                <a:gd name="csY8" fmla="*/ 63834 h 63834"/>
                <a:gd name="csX9" fmla="*/ 74598 w 95911"/>
                <a:gd name="csY9" fmla="*/ 63834 h 63834"/>
                <a:gd name="csX10" fmla="*/ 95911 w 95911"/>
                <a:gd name="csY10" fmla="*/ 42521 h 638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5911" h="63834">
                  <a:moveTo>
                    <a:pt x="95911" y="42521"/>
                  </a:moveTo>
                  <a:lnTo>
                    <a:pt x="95911" y="0"/>
                  </a:lnTo>
                  <a:cubicBezTo>
                    <a:pt x="89304" y="4050"/>
                    <a:pt x="82164" y="7300"/>
                    <a:pt x="74598" y="9538"/>
                  </a:cubicBezTo>
                  <a:lnTo>
                    <a:pt x="74598" y="42467"/>
                  </a:lnTo>
                  <a:lnTo>
                    <a:pt x="21314" y="42467"/>
                  </a:lnTo>
                  <a:lnTo>
                    <a:pt x="21314" y="9538"/>
                  </a:lnTo>
                  <a:cubicBezTo>
                    <a:pt x="13748" y="7247"/>
                    <a:pt x="6608" y="3996"/>
                    <a:pt x="0" y="0"/>
                  </a:cubicBezTo>
                  <a:lnTo>
                    <a:pt x="0" y="42521"/>
                  </a:lnTo>
                  <a:lnTo>
                    <a:pt x="21314" y="63834"/>
                  </a:lnTo>
                  <a:lnTo>
                    <a:pt x="74598" y="63834"/>
                  </a:lnTo>
                  <a:lnTo>
                    <a:pt x="95911" y="425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EF5FBB18-1EAE-5D87-CB25-6934EEDBF1C1}"/>
                </a:ext>
              </a:extLst>
            </p:cNvPr>
            <p:cNvSpPr/>
            <p:nvPr/>
          </p:nvSpPr>
          <p:spPr>
            <a:xfrm>
              <a:off x="6944239" y="2234576"/>
              <a:ext cx="92554" cy="104330"/>
            </a:xfrm>
            <a:custGeom>
              <a:avLst/>
              <a:gdLst>
                <a:gd name="csX0" fmla="*/ 84775 w 92554"/>
                <a:gd name="csY0" fmla="*/ 83070 h 104330"/>
                <a:gd name="csX1" fmla="*/ 47956 w 92554"/>
                <a:gd name="csY1" fmla="*/ 104330 h 104330"/>
                <a:gd name="csX2" fmla="*/ 45558 w 92554"/>
                <a:gd name="csY2" fmla="*/ 81098 h 104330"/>
                <a:gd name="csX3" fmla="*/ 74118 w 92554"/>
                <a:gd name="csY3" fmla="*/ 64634 h 104330"/>
                <a:gd name="csX4" fmla="*/ 47476 w 92554"/>
                <a:gd name="csY4" fmla="*/ 18490 h 104330"/>
                <a:gd name="csX5" fmla="*/ 18916 w 92554"/>
                <a:gd name="csY5" fmla="*/ 34954 h 104330"/>
                <a:gd name="csX6" fmla="*/ 0 w 92554"/>
                <a:gd name="csY6" fmla="*/ 21260 h 104330"/>
                <a:gd name="csX7" fmla="*/ 36820 w 92554"/>
                <a:gd name="csY7" fmla="*/ 0 h 104330"/>
                <a:gd name="csX8" fmla="*/ 65912 w 92554"/>
                <a:gd name="csY8" fmla="*/ 7780 h 104330"/>
                <a:gd name="csX9" fmla="*/ 92555 w 92554"/>
                <a:gd name="csY9" fmla="*/ 53924 h 104330"/>
                <a:gd name="csX10" fmla="*/ 84775 w 92554"/>
                <a:gd name="csY10" fmla="*/ 83017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2554" h="104330">
                  <a:moveTo>
                    <a:pt x="84775" y="83070"/>
                  </a:moveTo>
                  <a:lnTo>
                    <a:pt x="47956" y="104330"/>
                  </a:lnTo>
                  <a:cubicBezTo>
                    <a:pt x="48116" y="96604"/>
                    <a:pt x="47370" y="88771"/>
                    <a:pt x="45558" y="81098"/>
                  </a:cubicBezTo>
                  <a:lnTo>
                    <a:pt x="74118" y="64634"/>
                  </a:lnTo>
                  <a:lnTo>
                    <a:pt x="47476" y="18490"/>
                  </a:lnTo>
                  <a:lnTo>
                    <a:pt x="18916" y="34954"/>
                  </a:lnTo>
                  <a:cubicBezTo>
                    <a:pt x="13162" y="29573"/>
                    <a:pt x="6767" y="24990"/>
                    <a:pt x="0" y="21260"/>
                  </a:cubicBezTo>
                  <a:lnTo>
                    <a:pt x="36820" y="0"/>
                  </a:lnTo>
                  <a:lnTo>
                    <a:pt x="65912" y="7780"/>
                  </a:lnTo>
                  <a:lnTo>
                    <a:pt x="92555" y="53924"/>
                  </a:lnTo>
                  <a:lnTo>
                    <a:pt x="84775" y="8301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2837E3A3-5D4B-0FF0-EEA6-444C592B9884}"/>
                </a:ext>
              </a:extLst>
            </p:cNvPr>
            <p:cNvSpPr/>
            <p:nvPr/>
          </p:nvSpPr>
          <p:spPr>
            <a:xfrm>
              <a:off x="6760994" y="2335869"/>
              <a:ext cx="92555" cy="104330"/>
            </a:xfrm>
            <a:custGeom>
              <a:avLst/>
              <a:gdLst>
                <a:gd name="csX0" fmla="*/ 55736 w 92555"/>
                <a:gd name="csY0" fmla="*/ 104330 h 104330"/>
                <a:gd name="csX1" fmla="*/ 92555 w 92555"/>
                <a:gd name="csY1" fmla="*/ 83070 h 104330"/>
                <a:gd name="csX2" fmla="*/ 73639 w 92555"/>
                <a:gd name="csY2" fmla="*/ 69376 h 104330"/>
                <a:gd name="csX3" fmla="*/ 45079 w 92555"/>
                <a:gd name="csY3" fmla="*/ 85841 h 104330"/>
                <a:gd name="csX4" fmla="*/ 18437 w 92555"/>
                <a:gd name="csY4" fmla="*/ 39697 h 104330"/>
                <a:gd name="csX5" fmla="*/ 46997 w 92555"/>
                <a:gd name="csY5" fmla="*/ 23232 h 104330"/>
                <a:gd name="csX6" fmla="*/ 44599 w 92555"/>
                <a:gd name="csY6" fmla="*/ 0 h 104330"/>
                <a:gd name="csX7" fmla="*/ 7780 w 92555"/>
                <a:gd name="csY7" fmla="*/ 21260 h 104330"/>
                <a:gd name="csX8" fmla="*/ 0 w 92555"/>
                <a:gd name="csY8" fmla="*/ 50353 h 104330"/>
                <a:gd name="csX9" fmla="*/ 26642 w 92555"/>
                <a:gd name="csY9" fmla="*/ 96498 h 104330"/>
                <a:gd name="csX10" fmla="*/ 55736 w 92555"/>
                <a:gd name="csY10" fmla="*/ 104277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2555" h="104330">
                  <a:moveTo>
                    <a:pt x="55736" y="104330"/>
                  </a:moveTo>
                  <a:lnTo>
                    <a:pt x="92555" y="83070"/>
                  </a:lnTo>
                  <a:cubicBezTo>
                    <a:pt x="85735" y="79393"/>
                    <a:pt x="79394" y="74811"/>
                    <a:pt x="73639" y="69376"/>
                  </a:cubicBezTo>
                  <a:lnTo>
                    <a:pt x="45079" y="85841"/>
                  </a:lnTo>
                  <a:lnTo>
                    <a:pt x="18437" y="39697"/>
                  </a:lnTo>
                  <a:lnTo>
                    <a:pt x="46997" y="23232"/>
                  </a:lnTo>
                  <a:cubicBezTo>
                    <a:pt x="45186" y="15559"/>
                    <a:pt x="44386" y="7726"/>
                    <a:pt x="44599" y="0"/>
                  </a:cubicBezTo>
                  <a:lnTo>
                    <a:pt x="7780" y="21260"/>
                  </a:lnTo>
                  <a:lnTo>
                    <a:pt x="0" y="50353"/>
                  </a:lnTo>
                  <a:lnTo>
                    <a:pt x="26642" y="96498"/>
                  </a:lnTo>
                  <a:lnTo>
                    <a:pt x="55736" y="10427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88BEAA9E-3B83-B7D4-33F6-41812A6E9943}"/>
                </a:ext>
              </a:extLst>
            </p:cNvPr>
            <p:cNvSpPr/>
            <p:nvPr/>
          </p:nvSpPr>
          <p:spPr>
            <a:xfrm>
              <a:off x="6944239" y="2335869"/>
              <a:ext cx="92554" cy="104330"/>
            </a:xfrm>
            <a:custGeom>
              <a:avLst/>
              <a:gdLst>
                <a:gd name="csX0" fmla="*/ 36820 w 92554"/>
                <a:gd name="csY0" fmla="*/ 104330 h 104330"/>
                <a:gd name="csX1" fmla="*/ 0 w 92554"/>
                <a:gd name="csY1" fmla="*/ 83070 h 104330"/>
                <a:gd name="csX2" fmla="*/ 18916 w 92554"/>
                <a:gd name="csY2" fmla="*/ 69376 h 104330"/>
                <a:gd name="csX3" fmla="*/ 47476 w 92554"/>
                <a:gd name="csY3" fmla="*/ 85841 h 104330"/>
                <a:gd name="csX4" fmla="*/ 74118 w 92554"/>
                <a:gd name="csY4" fmla="*/ 39697 h 104330"/>
                <a:gd name="csX5" fmla="*/ 45558 w 92554"/>
                <a:gd name="csY5" fmla="*/ 23232 h 104330"/>
                <a:gd name="csX6" fmla="*/ 47956 w 92554"/>
                <a:gd name="csY6" fmla="*/ 0 h 104330"/>
                <a:gd name="csX7" fmla="*/ 84775 w 92554"/>
                <a:gd name="csY7" fmla="*/ 21260 h 104330"/>
                <a:gd name="csX8" fmla="*/ 92555 w 92554"/>
                <a:gd name="csY8" fmla="*/ 50353 h 104330"/>
                <a:gd name="csX9" fmla="*/ 65912 w 92554"/>
                <a:gd name="csY9" fmla="*/ 96498 h 104330"/>
                <a:gd name="csX10" fmla="*/ 36820 w 92554"/>
                <a:gd name="csY10" fmla="*/ 104277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2554" h="104330">
                  <a:moveTo>
                    <a:pt x="36820" y="104330"/>
                  </a:moveTo>
                  <a:lnTo>
                    <a:pt x="0" y="83070"/>
                  </a:lnTo>
                  <a:cubicBezTo>
                    <a:pt x="6767" y="79393"/>
                    <a:pt x="13162" y="74811"/>
                    <a:pt x="18916" y="69376"/>
                  </a:cubicBezTo>
                  <a:lnTo>
                    <a:pt x="47476" y="85841"/>
                  </a:lnTo>
                  <a:lnTo>
                    <a:pt x="74118" y="39697"/>
                  </a:lnTo>
                  <a:lnTo>
                    <a:pt x="45558" y="23232"/>
                  </a:lnTo>
                  <a:cubicBezTo>
                    <a:pt x="47370" y="15559"/>
                    <a:pt x="48116" y="7726"/>
                    <a:pt x="47956" y="0"/>
                  </a:cubicBezTo>
                  <a:lnTo>
                    <a:pt x="84775" y="21260"/>
                  </a:lnTo>
                  <a:lnTo>
                    <a:pt x="92555" y="50353"/>
                  </a:lnTo>
                  <a:lnTo>
                    <a:pt x="65912" y="96498"/>
                  </a:lnTo>
                  <a:lnTo>
                    <a:pt x="36820" y="10427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94BE7179-C093-B881-4DE4-A1956E68ED74}"/>
                </a:ext>
              </a:extLst>
            </p:cNvPr>
            <p:cNvSpPr/>
            <p:nvPr/>
          </p:nvSpPr>
          <p:spPr>
            <a:xfrm>
              <a:off x="6760994" y="2234576"/>
              <a:ext cx="92555" cy="104330"/>
            </a:xfrm>
            <a:custGeom>
              <a:avLst/>
              <a:gdLst>
                <a:gd name="csX0" fmla="*/ 7780 w 92555"/>
                <a:gd name="csY0" fmla="*/ 83070 h 104330"/>
                <a:gd name="csX1" fmla="*/ 44599 w 92555"/>
                <a:gd name="csY1" fmla="*/ 104330 h 104330"/>
                <a:gd name="csX2" fmla="*/ 46997 w 92555"/>
                <a:gd name="csY2" fmla="*/ 81098 h 104330"/>
                <a:gd name="csX3" fmla="*/ 18437 w 92555"/>
                <a:gd name="csY3" fmla="*/ 64634 h 104330"/>
                <a:gd name="csX4" fmla="*/ 45079 w 92555"/>
                <a:gd name="csY4" fmla="*/ 18490 h 104330"/>
                <a:gd name="csX5" fmla="*/ 73639 w 92555"/>
                <a:gd name="csY5" fmla="*/ 34954 h 104330"/>
                <a:gd name="csX6" fmla="*/ 92555 w 92555"/>
                <a:gd name="csY6" fmla="*/ 21260 h 104330"/>
                <a:gd name="csX7" fmla="*/ 55736 w 92555"/>
                <a:gd name="csY7" fmla="*/ 0 h 104330"/>
                <a:gd name="csX8" fmla="*/ 26642 w 92555"/>
                <a:gd name="csY8" fmla="*/ 7780 h 104330"/>
                <a:gd name="csX9" fmla="*/ 0 w 92555"/>
                <a:gd name="csY9" fmla="*/ 53924 h 104330"/>
                <a:gd name="csX10" fmla="*/ 7780 w 92555"/>
                <a:gd name="csY10" fmla="*/ 83017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2555" h="104330">
                  <a:moveTo>
                    <a:pt x="7780" y="83070"/>
                  </a:moveTo>
                  <a:lnTo>
                    <a:pt x="44599" y="104330"/>
                  </a:lnTo>
                  <a:cubicBezTo>
                    <a:pt x="44386" y="96604"/>
                    <a:pt x="45186" y="88771"/>
                    <a:pt x="46997" y="81098"/>
                  </a:cubicBezTo>
                  <a:lnTo>
                    <a:pt x="18437" y="64634"/>
                  </a:lnTo>
                  <a:lnTo>
                    <a:pt x="45079" y="18490"/>
                  </a:lnTo>
                  <a:lnTo>
                    <a:pt x="73639" y="34954"/>
                  </a:lnTo>
                  <a:cubicBezTo>
                    <a:pt x="79394" y="29573"/>
                    <a:pt x="85735" y="24990"/>
                    <a:pt x="92555" y="21260"/>
                  </a:cubicBezTo>
                  <a:lnTo>
                    <a:pt x="55736" y="0"/>
                  </a:lnTo>
                  <a:lnTo>
                    <a:pt x="26642" y="7780"/>
                  </a:lnTo>
                  <a:lnTo>
                    <a:pt x="0" y="53924"/>
                  </a:lnTo>
                  <a:lnTo>
                    <a:pt x="7780" y="8301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90C57342-7619-972E-BB09-4007FE12D5F6}"/>
                </a:ext>
              </a:extLst>
            </p:cNvPr>
            <p:cNvSpPr/>
            <p:nvPr/>
          </p:nvSpPr>
          <p:spPr>
            <a:xfrm>
              <a:off x="6861595" y="2300116"/>
              <a:ext cx="74597" cy="74597"/>
            </a:xfrm>
            <a:custGeom>
              <a:avLst/>
              <a:gdLst>
                <a:gd name="csX0" fmla="*/ 53284 w 74597"/>
                <a:gd name="csY0" fmla="*/ 37299 h 74597"/>
                <a:gd name="csX1" fmla="*/ 37299 w 74597"/>
                <a:gd name="csY1" fmla="*/ 21314 h 74597"/>
                <a:gd name="csX2" fmla="*/ 21314 w 74597"/>
                <a:gd name="csY2" fmla="*/ 37299 h 74597"/>
                <a:gd name="csX3" fmla="*/ 37299 w 74597"/>
                <a:gd name="csY3" fmla="*/ 53284 h 74597"/>
                <a:gd name="csX4" fmla="*/ 53284 w 74597"/>
                <a:gd name="csY4" fmla="*/ 37299 h 74597"/>
                <a:gd name="csX5" fmla="*/ 74598 w 74597"/>
                <a:gd name="csY5" fmla="*/ 37299 h 74597"/>
                <a:gd name="csX6" fmla="*/ 37299 w 74597"/>
                <a:gd name="csY6" fmla="*/ 74598 h 74597"/>
                <a:gd name="csX7" fmla="*/ 0 w 74597"/>
                <a:gd name="csY7" fmla="*/ 37299 h 74597"/>
                <a:gd name="csX8" fmla="*/ 37299 w 74597"/>
                <a:gd name="csY8" fmla="*/ 0 h 74597"/>
                <a:gd name="csX9" fmla="*/ 74598 w 74597"/>
                <a:gd name="csY9" fmla="*/ 37299 h 74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4597" h="74597">
                  <a:moveTo>
                    <a:pt x="53284" y="37299"/>
                  </a:moveTo>
                  <a:cubicBezTo>
                    <a:pt x="53284" y="28454"/>
                    <a:pt x="46144" y="21314"/>
                    <a:pt x="37299" y="21314"/>
                  </a:cubicBezTo>
                  <a:cubicBezTo>
                    <a:pt x="28454" y="21314"/>
                    <a:pt x="21314" y="28454"/>
                    <a:pt x="21314" y="37299"/>
                  </a:cubicBezTo>
                  <a:cubicBezTo>
                    <a:pt x="21314" y="46144"/>
                    <a:pt x="28454" y="53284"/>
                    <a:pt x="37299" y="53284"/>
                  </a:cubicBezTo>
                  <a:cubicBezTo>
                    <a:pt x="46144" y="53284"/>
                    <a:pt x="53284" y="46144"/>
                    <a:pt x="53284" y="37299"/>
                  </a:cubicBezTo>
                  <a:close/>
                  <a:moveTo>
                    <a:pt x="74598" y="37299"/>
                  </a:moveTo>
                  <a:cubicBezTo>
                    <a:pt x="74598" y="57920"/>
                    <a:pt x="57920" y="74598"/>
                    <a:pt x="37299" y="74598"/>
                  </a:cubicBezTo>
                  <a:cubicBezTo>
                    <a:pt x="16678" y="74598"/>
                    <a:pt x="0" y="57920"/>
                    <a:pt x="0" y="37299"/>
                  </a:cubicBezTo>
                  <a:cubicBezTo>
                    <a:pt x="0" y="16678"/>
                    <a:pt x="16678" y="0"/>
                    <a:pt x="37299" y="0"/>
                  </a:cubicBezTo>
                  <a:cubicBezTo>
                    <a:pt x="57920" y="0"/>
                    <a:pt x="74598" y="16678"/>
                    <a:pt x="74598" y="3729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C45C756A-5ADC-67C1-6025-A1EF5068E5FB}"/>
              </a:ext>
            </a:extLst>
          </p:cNvPr>
          <p:cNvGrpSpPr/>
          <p:nvPr userDrawn="1"/>
        </p:nvGrpSpPr>
        <p:grpSpPr>
          <a:xfrm>
            <a:off x="8819108" y="1888116"/>
            <a:ext cx="269314" cy="288906"/>
            <a:chOff x="7792683" y="2192375"/>
            <a:chExt cx="269244" cy="288906"/>
          </a:xfrm>
        </p:grpSpPr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C1B7E5D2-4BEF-7D0E-25E1-F4D5E51467A8}"/>
                </a:ext>
              </a:extLst>
            </p:cNvPr>
            <p:cNvSpPr/>
            <p:nvPr/>
          </p:nvSpPr>
          <p:spPr>
            <a:xfrm>
              <a:off x="7792683" y="2192375"/>
              <a:ext cx="269244" cy="86426"/>
            </a:xfrm>
            <a:custGeom>
              <a:avLst/>
              <a:gdLst>
                <a:gd name="csX0" fmla="*/ 269244 w 269244"/>
                <a:gd name="csY0" fmla="*/ 44865 h 86426"/>
                <a:gd name="csX1" fmla="*/ 262477 w 269244"/>
                <a:gd name="csY1" fmla="*/ 86427 h 86426"/>
                <a:gd name="csX2" fmla="*/ 6713 w 269244"/>
                <a:gd name="csY2" fmla="*/ 86427 h 86426"/>
                <a:gd name="csX3" fmla="*/ 0 w 269244"/>
                <a:gd name="csY3" fmla="*/ 44865 h 86426"/>
                <a:gd name="csX4" fmla="*/ 134595 w 269244"/>
                <a:gd name="csY4" fmla="*/ 0 h 86426"/>
                <a:gd name="csX5" fmla="*/ 269244 w 269244"/>
                <a:gd name="csY5" fmla="*/ 44865 h 86426"/>
                <a:gd name="csX6" fmla="*/ 6713 w 269244"/>
                <a:gd name="csY6" fmla="*/ 65113 h 86426"/>
                <a:gd name="csX7" fmla="*/ 262477 w 269244"/>
                <a:gd name="csY7" fmla="*/ 65113 h 86426"/>
                <a:gd name="csX8" fmla="*/ 134595 w 269244"/>
                <a:gd name="csY8" fmla="*/ 22486 h 86426"/>
                <a:gd name="csX9" fmla="*/ 6713 w 269244"/>
                <a:gd name="csY9" fmla="*/ 65113 h 86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69244" h="86426">
                  <a:moveTo>
                    <a:pt x="269244" y="44865"/>
                  </a:moveTo>
                  <a:lnTo>
                    <a:pt x="262477" y="86427"/>
                  </a:lnTo>
                  <a:lnTo>
                    <a:pt x="6713" y="86427"/>
                  </a:lnTo>
                  <a:lnTo>
                    <a:pt x="0" y="44865"/>
                  </a:lnTo>
                  <a:lnTo>
                    <a:pt x="134595" y="0"/>
                  </a:lnTo>
                  <a:lnTo>
                    <a:pt x="269244" y="44865"/>
                  </a:lnTo>
                  <a:close/>
                  <a:moveTo>
                    <a:pt x="6713" y="65113"/>
                  </a:moveTo>
                  <a:lnTo>
                    <a:pt x="262477" y="65113"/>
                  </a:lnTo>
                  <a:lnTo>
                    <a:pt x="134595" y="22486"/>
                  </a:lnTo>
                  <a:lnTo>
                    <a:pt x="6713" y="65113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5E827501-AF0A-2577-1E21-B0E5B7D08DA3}"/>
                </a:ext>
              </a:extLst>
            </p:cNvPr>
            <p:cNvSpPr/>
            <p:nvPr/>
          </p:nvSpPr>
          <p:spPr>
            <a:xfrm>
              <a:off x="7820710" y="2300116"/>
              <a:ext cx="21313" cy="138538"/>
            </a:xfrm>
            <a:custGeom>
              <a:avLst/>
              <a:gdLst>
                <a:gd name="csX0" fmla="*/ 21314 w 21313"/>
                <a:gd name="csY0" fmla="*/ 138539 h 138538"/>
                <a:gd name="csX1" fmla="*/ 0 w 21313"/>
                <a:gd name="csY1" fmla="*/ 138539 h 138538"/>
                <a:gd name="csX2" fmla="*/ 0 w 21313"/>
                <a:gd name="csY2" fmla="*/ 0 h 138538"/>
                <a:gd name="csX3" fmla="*/ 21314 w 21313"/>
                <a:gd name="csY3" fmla="*/ 0 h 138538"/>
                <a:gd name="csX4" fmla="*/ 21314 w 21313"/>
                <a:gd name="csY4" fmla="*/ 138539 h 138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38538">
                  <a:moveTo>
                    <a:pt x="21314" y="138539"/>
                  </a:moveTo>
                  <a:lnTo>
                    <a:pt x="0" y="138539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50BDCCB8-0FD8-6360-42EB-132C990EE119}"/>
                </a:ext>
              </a:extLst>
            </p:cNvPr>
            <p:cNvSpPr/>
            <p:nvPr/>
          </p:nvSpPr>
          <p:spPr>
            <a:xfrm>
              <a:off x="7799396" y="2459968"/>
              <a:ext cx="255763" cy="21313"/>
            </a:xfrm>
            <a:custGeom>
              <a:avLst/>
              <a:gdLst>
                <a:gd name="csX0" fmla="*/ 0 w 255763"/>
                <a:gd name="csY0" fmla="*/ 21314 h 21313"/>
                <a:gd name="csX1" fmla="*/ 0 w 255763"/>
                <a:gd name="csY1" fmla="*/ 0 h 21313"/>
                <a:gd name="csX2" fmla="*/ 255764 w 255763"/>
                <a:gd name="csY2" fmla="*/ 0 h 21313"/>
                <a:gd name="csX3" fmla="*/ 255764 w 255763"/>
                <a:gd name="csY3" fmla="*/ 21314 h 21313"/>
                <a:gd name="csX4" fmla="*/ 0 w 255763"/>
                <a:gd name="csY4" fmla="*/ 21314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5763" h="21313">
                  <a:moveTo>
                    <a:pt x="0" y="21314"/>
                  </a:moveTo>
                  <a:lnTo>
                    <a:pt x="0" y="0"/>
                  </a:lnTo>
                  <a:lnTo>
                    <a:pt x="255764" y="0"/>
                  </a:lnTo>
                  <a:lnTo>
                    <a:pt x="255764" y="21314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A3A70CF0-438B-D9C0-1240-21771863BF12}"/>
                </a:ext>
              </a:extLst>
            </p:cNvPr>
            <p:cNvSpPr/>
            <p:nvPr/>
          </p:nvSpPr>
          <p:spPr>
            <a:xfrm>
              <a:off x="7884651" y="2300116"/>
              <a:ext cx="21313" cy="138538"/>
            </a:xfrm>
            <a:custGeom>
              <a:avLst/>
              <a:gdLst>
                <a:gd name="csX0" fmla="*/ 21314 w 21313"/>
                <a:gd name="csY0" fmla="*/ 138539 h 138538"/>
                <a:gd name="csX1" fmla="*/ 0 w 21313"/>
                <a:gd name="csY1" fmla="*/ 138539 h 138538"/>
                <a:gd name="csX2" fmla="*/ 0 w 21313"/>
                <a:gd name="csY2" fmla="*/ 0 h 138538"/>
                <a:gd name="csX3" fmla="*/ 21314 w 21313"/>
                <a:gd name="csY3" fmla="*/ 0 h 138538"/>
                <a:gd name="csX4" fmla="*/ 21314 w 21313"/>
                <a:gd name="csY4" fmla="*/ 138539 h 138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38538">
                  <a:moveTo>
                    <a:pt x="21314" y="138539"/>
                  </a:moveTo>
                  <a:lnTo>
                    <a:pt x="0" y="138539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FD705708-DD69-1633-4379-8BAA77D12448}"/>
                </a:ext>
              </a:extLst>
            </p:cNvPr>
            <p:cNvSpPr/>
            <p:nvPr/>
          </p:nvSpPr>
          <p:spPr>
            <a:xfrm>
              <a:off x="7948592" y="2300116"/>
              <a:ext cx="21313" cy="138538"/>
            </a:xfrm>
            <a:custGeom>
              <a:avLst/>
              <a:gdLst>
                <a:gd name="csX0" fmla="*/ 21314 w 21313"/>
                <a:gd name="csY0" fmla="*/ 138539 h 138538"/>
                <a:gd name="csX1" fmla="*/ 0 w 21313"/>
                <a:gd name="csY1" fmla="*/ 138539 h 138538"/>
                <a:gd name="csX2" fmla="*/ 0 w 21313"/>
                <a:gd name="csY2" fmla="*/ 0 h 138538"/>
                <a:gd name="csX3" fmla="*/ 21314 w 21313"/>
                <a:gd name="csY3" fmla="*/ 0 h 138538"/>
                <a:gd name="csX4" fmla="*/ 21314 w 21313"/>
                <a:gd name="csY4" fmla="*/ 138539 h 138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38538">
                  <a:moveTo>
                    <a:pt x="21314" y="138539"/>
                  </a:moveTo>
                  <a:lnTo>
                    <a:pt x="0" y="138539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F1B679C4-4039-4761-8F6E-B270F7BAADDA}"/>
                </a:ext>
              </a:extLst>
            </p:cNvPr>
            <p:cNvSpPr/>
            <p:nvPr/>
          </p:nvSpPr>
          <p:spPr>
            <a:xfrm>
              <a:off x="8012533" y="2300116"/>
              <a:ext cx="21313" cy="138538"/>
            </a:xfrm>
            <a:custGeom>
              <a:avLst/>
              <a:gdLst>
                <a:gd name="csX0" fmla="*/ 21314 w 21313"/>
                <a:gd name="csY0" fmla="*/ 138539 h 138538"/>
                <a:gd name="csX1" fmla="*/ 0 w 21313"/>
                <a:gd name="csY1" fmla="*/ 138539 h 138538"/>
                <a:gd name="csX2" fmla="*/ 0 w 21313"/>
                <a:gd name="csY2" fmla="*/ 0 h 138538"/>
                <a:gd name="csX3" fmla="*/ 21314 w 21313"/>
                <a:gd name="csY3" fmla="*/ 0 h 138538"/>
                <a:gd name="csX4" fmla="*/ 21314 w 21313"/>
                <a:gd name="csY4" fmla="*/ 138539 h 138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38538">
                  <a:moveTo>
                    <a:pt x="21314" y="138539"/>
                  </a:moveTo>
                  <a:lnTo>
                    <a:pt x="0" y="138539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80E521D9-A8E4-6E10-41BF-4185A2F8BA65}"/>
                </a:ext>
              </a:extLst>
            </p:cNvPr>
            <p:cNvSpPr/>
            <p:nvPr/>
          </p:nvSpPr>
          <p:spPr>
            <a:xfrm>
              <a:off x="7796732" y="2214861"/>
              <a:ext cx="130546" cy="55948"/>
            </a:xfrm>
            <a:custGeom>
              <a:avLst/>
              <a:gdLst>
                <a:gd name="csX0" fmla="*/ 2664 w 130546"/>
                <a:gd name="csY0" fmla="*/ 55948 h 55948"/>
                <a:gd name="csX1" fmla="*/ 55948 w 130546"/>
                <a:gd name="csY1" fmla="*/ 42627 h 55948"/>
                <a:gd name="csX2" fmla="*/ 13321 w 130546"/>
                <a:gd name="csY2" fmla="*/ 42627 h 55948"/>
                <a:gd name="csX3" fmla="*/ 130546 w 130546"/>
                <a:gd name="csY3" fmla="*/ 0 h 55948"/>
                <a:gd name="csX4" fmla="*/ 0 w 130546"/>
                <a:gd name="csY4" fmla="*/ 31970 h 55948"/>
                <a:gd name="csX5" fmla="*/ 2664 w 130546"/>
                <a:gd name="csY5" fmla="*/ 55948 h 55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546" h="55948">
                  <a:moveTo>
                    <a:pt x="2664" y="55948"/>
                  </a:moveTo>
                  <a:lnTo>
                    <a:pt x="55948" y="42627"/>
                  </a:lnTo>
                  <a:lnTo>
                    <a:pt x="13321" y="42627"/>
                  </a:lnTo>
                  <a:lnTo>
                    <a:pt x="130546" y="0"/>
                  </a:lnTo>
                  <a:lnTo>
                    <a:pt x="0" y="31970"/>
                  </a:lnTo>
                  <a:lnTo>
                    <a:pt x="2664" y="5594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61333921-DF03-F25E-099E-460305736E4B}"/>
                </a:ext>
              </a:extLst>
            </p:cNvPr>
            <p:cNvSpPr/>
            <p:nvPr/>
          </p:nvSpPr>
          <p:spPr>
            <a:xfrm>
              <a:off x="7927278" y="2214861"/>
              <a:ext cx="130546" cy="55948"/>
            </a:xfrm>
            <a:custGeom>
              <a:avLst/>
              <a:gdLst>
                <a:gd name="csX0" fmla="*/ 127882 w 130546"/>
                <a:gd name="csY0" fmla="*/ 55948 h 55948"/>
                <a:gd name="csX1" fmla="*/ 74598 w 130546"/>
                <a:gd name="csY1" fmla="*/ 42627 h 55948"/>
                <a:gd name="csX2" fmla="*/ 117225 w 130546"/>
                <a:gd name="csY2" fmla="*/ 42627 h 55948"/>
                <a:gd name="csX3" fmla="*/ 0 w 130546"/>
                <a:gd name="csY3" fmla="*/ 0 h 55948"/>
                <a:gd name="csX4" fmla="*/ 130546 w 130546"/>
                <a:gd name="csY4" fmla="*/ 31970 h 55948"/>
                <a:gd name="csX5" fmla="*/ 127882 w 130546"/>
                <a:gd name="csY5" fmla="*/ 55948 h 55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546" h="55948">
                  <a:moveTo>
                    <a:pt x="127882" y="55948"/>
                  </a:moveTo>
                  <a:lnTo>
                    <a:pt x="74598" y="42627"/>
                  </a:lnTo>
                  <a:lnTo>
                    <a:pt x="117225" y="42627"/>
                  </a:lnTo>
                  <a:lnTo>
                    <a:pt x="0" y="0"/>
                  </a:lnTo>
                  <a:lnTo>
                    <a:pt x="130546" y="31970"/>
                  </a:lnTo>
                  <a:lnTo>
                    <a:pt x="127882" y="5594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1D5A8493-7771-CDEB-A5EA-DD79E875D84B}"/>
              </a:ext>
            </a:extLst>
          </p:cNvPr>
          <p:cNvGrpSpPr/>
          <p:nvPr userDrawn="1"/>
        </p:nvGrpSpPr>
        <p:grpSpPr>
          <a:xfrm>
            <a:off x="9966534" y="1889289"/>
            <a:ext cx="287809" cy="287735"/>
            <a:chOff x="8811795" y="2193547"/>
            <a:chExt cx="287734" cy="287735"/>
          </a:xfrm>
        </p:grpSpPr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80BFF42B-D334-96EA-B487-33EF7C61B1D7}"/>
                </a:ext>
              </a:extLst>
            </p:cNvPr>
            <p:cNvSpPr/>
            <p:nvPr/>
          </p:nvSpPr>
          <p:spPr>
            <a:xfrm>
              <a:off x="8811795" y="2300116"/>
              <a:ext cx="287734" cy="181166"/>
            </a:xfrm>
            <a:custGeom>
              <a:avLst/>
              <a:gdLst>
                <a:gd name="csX0" fmla="*/ 266421 w 287734"/>
                <a:gd name="csY0" fmla="*/ 21314 h 181166"/>
                <a:gd name="csX1" fmla="*/ 21314 w 287734"/>
                <a:gd name="csY1" fmla="*/ 21314 h 181166"/>
                <a:gd name="csX2" fmla="*/ 21314 w 287734"/>
                <a:gd name="csY2" fmla="*/ 159852 h 181166"/>
                <a:gd name="csX3" fmla="*/ 266421 w 287734"/>
                <a:gd name="csY3" fmla="*/ 159852 h 181166"/>
                <a:gd name="csX4" fmla="*/ 266421 w 287734"/>
                <a:gd name="csY4" fmla="*/ 21314 h 181166"/>
                <a:gd name="csX5" fmla="*/ 287734 w 287734"/>
                <a:gd name="csY5" fmla="*/ 159852 h 181166"/>
                <a:gd name="csX6" fmla="*/ 266421 w 287734"/>
                <a:gd name="csY6" fmla="*/ 181166 h 181166"/>
                <a:gd name="csX7" fmla="*/ 21314 w 287734"/>
                <a:gd name="csY7" fmla="*/ 181166 h 181166"/>
                <a:gd name="csX8" fmla="*/ 0 w 287734"/>
                <a:gd name="csY8" fmla="*/ 159852 h 181166"/>
                <a:gd name="csX9" fmla="*/ 0 w 287734"/>
                <a:gd name="csY9" fmla="*/ 0 h 181166"/>
                <a:gd name="csX10" fmla="*/ 287734 w 287734"/>
                <a:gd name="csY10" fmla="*/ 0 h 181166"/>
                <a:gd name="csX11" fmla="*/ 287734 w 287734"/>
                <a:gd name="csY11" fmla="*/ 159852 h 181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87734" h="181166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159852"/>
                  </a:lnTo>
                  <a:lnTo>
                    <a:pt x="266421" y="159852"/>
                  </a:lnTo>
                  <a:lnTo>
                    <a:pt x="266421" y="21314"/>
                  </a:lnTo>
                  <a:close/>
                  <a:moveTo>
                    <a:pt x="287734" y="159852"/>
                  </a:moveTo>
                  <a:lnTo>
                    <a:pt x="266421" y="181166"/>
                  </a:lnTo>
                  <a:lnTo>
                    <a:pt x="21314" y="181166"/>
                  </a:lnTo>
                  <a:lnTo>
                    <a:pt x="0" y="159852"/>
                  </a:lnTo>
                  <a:lnTo>
                    <a:pt x="0" y="0"/>
                  </a:lnTo>
                  <a:lnTo>
                    <a:pt x="287734" y="0"/>
                  </a:lnTo>
                  <a:lnTo>
                    <a:pt x="287734" y="159852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01C4002C-648F-3769-CCB1-1896E55C4201}"/>
                </a:ext>
              </a:extLst>
            </p:cNvPr>
            <p:cNvSpPr/>
            <p:nvPr/>
          </p:nvSpPr>
          <p:spPr>
            <a:xfrm>
              <a:off x="8849094" y="2193547"/>
              <a:ext cx="213136" cy="106568"/>
            </a:xfrm>
            <a:custGeom>
              <a:avLst/>
              <a:gdLst>
                <a:gd name="csX0" fmla="*/ 106568 w 213136"/>
                <a:gd name="csY0" fmla="*/ 0 h 106568"/>
                <a:gd name="csX1" fmla="*/ 0 w 213136"/>
                <a:gd name="csY1" fmla="*/ 106568 h 106568"/>
                <a:gd name="csX2" fmla="*/ 21314 w 213136"/>
                <a:gd name="csY2" fmla="*/ 106568 h 106568"/>
                <a:gd name="csX3" fmla="*/ 106568 w 213136"/>
                <a:gd name="csY3" fmla="*/ 21314 h 106568"/>
                <a:gd name="csX4" fmla="*/ 191823 w 213136"/>
                <a:gd name="csY4" fmla="*/ 106568 h 106568"/>
                <a:gd name="csX5" fmla="*/ 213137 w 213136"/>
                <a:gd name="csY5" fmla="*/ 106568 h 106568"/>
                <a:gd name="csX6" fmla="*/ 106568 w 213136"/>
                <a:gd name="csY6" fmla="*/ 0 h 106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3136" h="106568">
                  <a:moveTo>
                    <a:pt x="106568" y="0"/>
                  </a:moveTo>
                  <a:cubicBezTo>
                    <a:pt x="47743" y="0"/>
                    <a:pt x="0" y="47689"/>
                    <a:pt x="0" y="106568"/>
                  </a:cubicBezTo>
                  <a:lnTo>
                    <a:pt x="21314" y="106568"/>
                  </a:lnTo>
                  <a:cubicBezTo>
                    <a:pt x="21314" y="59465"/>
                    <a:pt x="59465" y="21314"/>
                    <a:pt x="106568" y="21314"/>
                  </a:cubicBezTo>
                  <a:cubicBezTo>
                    <a:pt x="153672" y="21314"/>
                    <a:pt x="191823" y="59465"/>
                    <a:pt x="191823" y="106568"/>
                  </a:cubicBezTo>
                  <a:lnTo>
                    <a:pt x="213137" y="106568"/>
                  </a:lnTo>
                  <a:cubicBezTo>
                    <a:pt x="213137" y="47689"/>
                    <a:pt x="165448" y="0"/>
                    <a:pt x="106568" y="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A6B9789F-7476-9A4D-9034-4C366D8864C0}"/>
              </a:ext>
            </a:extLst>
          </p:cNvPr>
          <p:cNvGrpSpPr/>
          <p:nvPr userDrawn="1"/>
        </p:nvGrpSpPr>
        <p:grpSpPr>
          <a:xfrm>
            <a:off x="11123236" y="1889288"/>
            <a:ext cx="287809" cy="287734"/>
            <a:chOff x="9840179" y="2193547"/>
            <a:chExt cx="287734" cy="287734"/>
          </a:xfrm>
        </p:grpSpPr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6933C6E3-7066-8C76-4F65-5AFAC65D0592}"/>
                </a:ext>
              </a:extLst>
            </p:cNvPr>
            <p:cNvSpPr/>
            <p:nvPr/>
          </p:nvSpPr>
          <p:spPr>
            <a:xfrm>
              <a:off x="9840179" y="2193547"/>
              <a:ext cx="159852" cy="287734"/>
            </a:xfrm>
            <a:custGeom>
              <a:avLst/>
              <a:gdLst>
                <a:gd name="csX0" fmla="*/ 21314 w 159852"/>
                <a:gd name="csY0" fmla="*/ 266421 h 287734"/>
                <a:gd name="csX1" fmla="*/ 138539 w 159852"/>
                <a:gd name="csY1" fmla="*/ 266421 h 287734"/>
                <a:gd name="csX2" fmla="*/ 138539 w 159852"/>
                <a:gd name="csY2" fmla="*/ 21314 h 287734"/>
                <a:gd name="csX3" fmla="*/ 21314 w 159852"/>
                <a:gd name="csY3" fmla="*/ 21314 h 287734"/>
                <a:gd name="csX4" fmla="*/ 21314 w 159852"/>
                <a:gd name="csY4" fmla="*/ 266421 h 287734"/>
                <a:gd name="csX5" fmla="*/ 0 w 159852"/>
                <a:gd name="csY5" fmla="*/ 21314 h 287734"/>
                <a:gd name="csX6" fmla="*/ 21314 w 159852"/>
                <a:gd name="csY6" fmla="*/ 0 h 287734"/>
                <a:gd name="csX7" fmla="*/ 138539 w 159852"/>
                <a:gd name="csY7" fmla="*/ 0 h 287734"/>
                <a:gd name="csX8" fmla="*/ 159852 w 159852"/>
                <a:gd name="csY8" fmla="*/ 21314 h 287734"/>
                <a:gd name="csX9" fmla="*/ 159852 w 159852"/>
                <a:gd name="csY9" fmla="*/ 287734 h 287734"/>
                <a:gd name="csX10" fmla="*/ 0 w 159852"/>
                <a:gd name="csY10" fmla="*/ 287734 h 287734"/>
                <a:gd name="csX11" fmla="*/ 0 w 159852"/>
                <a:gd name="csY11" fmla="*/ 2131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59852" h="287734">
                  <a:moveTo>
                    <a:pt x="21314" y="266421"/>
                  </a:moveTo>
                  <a:lnTo>
                    <a:pt x="138539" y="266421"/>
                  </a:lnTo>
                  <a:lnTo>
                    <a:pt x="138539" y="21314"/>
                  </a:lnTo>
                  <a:lnTo>
                    <a:pt x="21314" y="21314"/>
                  </a:lnTo>
                  <a:lnTo>
                    <a:pt x="21314" y="266421"/>
                  </a:lnTo>
                  <a:close/>
                  <a:moveTo>
                    <a:pt x="0" y="21314"/>
                  </a:moveTo>
                  <a:lnTo>
                    <a:pt x="21314" y="0"/>
                  </a:lnTo>
                  <a:lnTo>
                    <a:pt x="138539" y="0"/>
                  </a:lnTo>
                  <a:lnTo>
                    <a:pt x="159852" y="21314"/>
                  </a:lnTo>
                  <a:lnTo>
                    <a:pt x="159852" y="287734"/>
                  </a:lnTo>
                  <a:lnTo>
                    <a:pt x="0" y="287734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7F5CD685-696B-306F-E30E-DF3D22E25CEB}"/>
                </a:ext>
              </a:extLst>
            </p:cNvPr>
            <p:cNvSpPr/>
            <p:nvPr/>
          </p:nvSpPr>
          <p:spPr>
            <a:xfrm>
              <a:off x="9978718" y="2305444"/>
              <a:ext cx="149195" cy="175837"/>
            </a:xfrm>
            <a:custGeom>
              <a:avLst/>
              <a:gdLst>
                <a:gd name="csX0" fmla="*/ 21314 w 149195"/>
                <a:gd name="csY0" fmla="*/ 154524 h 175837"/>
                <a:gd name="csX1" fmla="*/ 127882 w 149195"/>
                <a:gd name="csY1" fmla="*/ 154524 h 175837"/>
                <a:gd name="csX2" fmla="*/ 127882 w 149195"/>
                <a:gd name="csY2" fmla="*/ 21314 h 175837"/>
                <a:gd name="csX3" fmla="*/ 21314 w 149195"/>
                <a:gd name="csY3" fmla="*/ 21314 h 175837"/>
                <a:gd name="csX4" fmla="*/ 21314 w 149195"/>
                <a:gd name="csY4" fmla="*/ 154524 h 175837"/>
                <a:gd name="csX5" fmla="*/ 0 w 149195"/>
                <a:gd name="csY5" fmla="*/ 21314 h 175837"/>
                <a:gd name="csX6" fmla="*/ 21314 w 149195"/>
                <a:gd name="csY6" fmla="*/ 0 h 175837"/>
                <a:gd name="csX7" fmla="*/ 127882 w 149195"/>
                <a:gd name="csY7" fmla="*/ 0 h 175837"/>
                <a:gd name="csX8" fmla="*/ 149196 w 149195"/>
                <a:gd name="csY8" fmla="*/ 21314 h 175837"/>
                <a:gd name="csX9" fmla="*/ 149196 w 149195"/>
                <a:gd name="csY9" fmla="*/ 175838 h 175837"/>
                <a:gd name="csX10" fmla="*/ 0 w 149195"/>
                <a:gd name="csY10" fmla="*/ 175838 h 175837"/>
                <a:gd name="csX11" fmla="*/ 0 w 149195"/>
                <a:gd name="csY11" fmla="*/ 21314 h 175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9195" h="175837">
                  <a:moveTo>
                    <a:pt x="21314" y="154524"/>
                  </a:moveTo>
                  <a:lnTo>
                    <a:pt x="127882" y="154524"/>
                  </a:lnTo>
                  <a:lnTo>
                    <a:pt x="127882" y="21314"/>
                  </a:lnTo>
                  <a:lnTo>
                    <a:pt x="21314" y="21314"/>
                  </a:lnTo>
                  <a:lnTo>
                    <a:pt x="21314" y="154524"/>
                  </a:lnTo>
                  <a:close/>
                  <a:moveTo>
                    <a:pt x="0" y="21314"/>
                  </a:moveTo>
                  <a:lnTo>
                    <a:pt x="21314" y="0"/>
                  </a:lnTo>
                  <a:lnTo>
                    <a:pt x="127882" y="0"/>
                  </a:lnTo>
                  <a:lnTo>
                    <a:pt x="149196" y="21314"/>
                  </a:lnTo>
                  <a:lnTo>
                    <a:pt x="149196" y="175838"/>
                  </a:lnTo>
                  <a:lnTo>
                    <a:pt x="0" y="175838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953DC759-B992-B304-30B5-5B0E84018F37}"/>
                </a:ext>
              </a:extLst>
            </p:cNvPr>
            <p:cNvSpPr/>
            <p:nvPr/>
          </p:nvSpPr>
          <p:spPr>
            <a:xfrm>
              <a:off x="9888135" y="2262817"/>
              <a:ext cx="63940" cy="21313"/>
            </a:xfrm>
            <a:custGeom>
              <a:avLst/>
              <a:gdLst>
                <a:gd name="csX0" fmla="*/ 63941 w 63940"/>
                <a:gd name="csY0" fmla="*/ 0 h 21313"/>
                <a:gd name="csX1" fmla="*/ 63941 w 63940"/>
                <a:gd name="csY1" fmla="*/ 21314 h 21313"/>
                <a:gd name="csX2" fmla="*/ 0 w 63940"/>
                <a:gd name="csY2" fmla="*/ 21314 h 21313"/>
                <a:gd name="csX3" fmla="*/ 0 w 63940"/>
                <a:gd name="csY3" fmla="*/ 0 h 21313"/>
                <a:gd name="csX4" fmla="*/ 63941 w 63940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940" h="21313">
                  <a:moveTo>
                    <a:pt x="63941" y="0"/>
                  </a:moveTo>
                  <a:lnTo>
                    <a:pt x="63941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63941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287DE703-306D-4FDF-DBB2-C7844DB8D837}"/>
                </a:ext>
              </a:extLst>
            </p:cNvPr>
            <p:cNvSpPr/>
            <p:nvPr/>
          </p:nvSpPr>
          <p:spPr>
            <a:xfrm>
              <a:off x="9888135" y="2305444"/>
              <a:ext cx="63940" cy="21313"/>
            </a:xfrm>
            <a:custGeom>
              <a:avLst/>
              <a:gdLst>
                <a:gd name="csX0" fmla="*/ 63941 w 63940"/>
                <a:gd name="csY0" fmla="*/ 0 h 21313"/>
                <a:gd name="csX1" fmla="*/ 63941 w 63940"/>
                <a:gd name="csY1" fmla="*/ 21314 h 21313"/>
                <a:gd name="csX2" fmla="*/ 0 w 63940"/>
                <a:gd name="csY2" fmla="*/ 21314 h 21313"/>
                <a:gd name="csX3" fmla="*/ 0 w 63940"/>
                <a:gd name="csY3" fmla="*/ 0 h 21313"/>
                <a:gd name="csX4" fmla="*/ 63941 w 63940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940" h="21313">
                  <a:moveTo>
                    <a:pt x="63941" y="0"/>
                  </a:moveTo>
                  <a:lnTo>
                    <a:pt x="63941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63941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4354E904-334E-17B6-F040-1B2F64359CDF}"/>
                </a:ext>
              </a:extLst>
            </p:cNvPr>
            <p:cNvSpPr/>
            <p:nvPr/>
          </p:nvSpPr>
          <p:spPr>
            <a:xfrm>
              <a:off x="9888135" y="2348071"/>
              <a:ext cx="63940" cy="21313"/>
            </a:xfrm>
            <a:custGeom>
              <a:avLst/>
              <a:gdLst>
                <a:gd name="csX0" fmla="*/ 63941 w 63940"/>
                <a:gd name="csY0" fmla="*/ 0 h 21313"/>
                <a:gd name="csX1" fmla="*/ 63941 w 63940"/>
                <a:gd name="csY1" fmla="*/ 21314 h 21313"/>
                <a:gd name="csX2" fmla="*/ 0 w 63940"/>
                <a:gd name="csY2" fmla="*/ 21314 h 21313"/>
                <a:gd name="csX3" fmla="*/ 0 w 63940"/>
                <a:gd name="csY3" fmla="*/ 0 h 21313"/>
                <a:gd name="csX4" fmla="*/ 63941 w 63940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940" h="21313">
                  <a:moveTo>
                    <a:pt x="63941" y="0"/>
                  </a:moveTo>
                  <a:lnTo>
                    <a:pt x="63941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63941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50FBA530-6348-3610-4F30-7933B4DCC849}"/>
              </a:ext>
            </a:extLst>
          </p:cNvPr>
          <p:cNvGrpSpPr/>
          <p:nvPr userDrawn="1"/>
        </p:nvGrpSpPr>
        <p:grpSpPr>
          <a:xfrm>
            <a:off x="5350389" y="1889288"/>
            <a:ext cx="287809" cy="287734"/>
            <a:chOff x="4708916" y="2193547"/>
            <a:chExt cx="287734" cy="287734"/>
          </a:xfrm>
        </p:grpSpPr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24577007-D7C7-3314-61BB-D82DA4CD4003}"/>
                </a:ext>
              </a:extLst>
            </p:cNvPr>
            <p:cNvSpPr/>
            <p:nvPr/>
          </p:nvSpPr>
          <p:spPr>
            <a:xfrm>
              <a:off x="4708916" y="2193547"/>
              <a:ext cx="287734" cy="287734"/>
            </a:xfrm>
            <a:custGeom>
              <a:avLst/>
              <a:gdLst>
                <a:gd name="csX0" fmla="*/ 266421 w 287734"/>
                <a:gd name="csY0" fmla="*/ 106568 h 287734"/>
                <a:gd name="csX1" fmla="*/ 181166 w 287734"/>
                <a:gd name="csY1" fmla="*/ 21314 h 287734"/>
                <a:gd name="csX2" fmla="*/ 181166 w 287734"/>
                <a:gd name="csY2" fmla="*/ 0 h 287734"/>
                <a:gd name="csX3" fmla="*/ 287734 w 287734"/>
                <a:gd name="csY3" fmla="*/ 106568 h 287734"/>
                <a:gd name="csX4" fmla="*/ 287734 w 287734"/>
                <a:gd name="csY4" fmla="*/ 266421 h 287734"/>
                <a:gd name="csX5" fmla="*/ 266421 w 287734"/>
                <a:gd name="csY5" fmla="*/ 287734 h 287734"/>
                <a:gd name="csX6" fmla="*/ 106568 w 287734"/>
                <a:gd name="csY6" fmla="*/ 287734 h 287734"/>
                <a:gd name="csX7" fmla="*/ 0 w 287734"/>
                <a:gd name="csY7" fmla="*/ 181166 h 287734"/>
                <a:gd name="csX8" fmla="*/ 0 w 287734"/>
                <a:gd name="csY8" fmla="*/ 21314 h 287734"/>
                <a:gd name="csX9" fmla="*/ 21314 w 287734"/>
                <a:gd name="csY9" fmla="*/ 0 h 287734"/>
                <a:gd name="csX10" fmla="*/ 181166 w 287734"/>
                <a:gd name="csY10" fmla="*/ 0 h 287734"/>
                <a:gd name="csX11" fmla="*/ 181166 w 287734"/>
                <a:gd name="csY11" fmla="*/ 21314 h 287734"/>
                <a:gd name="csX12" fmla="*/ 21314 w 287734"/>
                <a:gd name="csY12" fmla="*/ 21314 h 287734"/>
                <a:gd name="csX13" fmla="*/ 21314 w 287734"/>
                <a:gd name="csY13" fmla="*/ 183351 h 287734"/>
                <a:gd name="csX14" fmla="*/ 104383 w 287734"/>
                <a:gd name="csY14" fmla="*/ 266367 h 287734"/>
                <a:gd name="csX15" fmla="*/ 106568 w 287734"/>
                <a:gd name="csY15" fmla="*/ 266367 h 287734"/>
                <a:gd name="csX16" fmla="*/ 266421 w 287734"/>
                <a:gd name="csY16" fmla="*/ 266367 h 287734"/>
                <a:gd name="csX17" fmla="*/ 266421 w 287734"/>
                <a:gd name="csY17" fmla="*/ 106515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266421" y="106568"/>
                  </a:moveTo>
                  <a:cubicBezTo>
                    <a:pt x="266421" y="59465"/>
                    <a:pt x="228269" y="21314"/>
                    <a:pt x="181166" y="21314"/>
                  </a:cubicBezTo>
                  <a:lnTo>
                    <a:pt x="181166" y="0"/>
                  </a:lnTo>
                  <a:cubicBezTo>
                    <a:pt x="240045" y="0"/>
                    <a:pt x="287734" y="47689"/>
                    <a:pt x="287734" y="106568"/>
                  </a:cubicBezTo>
                  <a:lnTo>
                    <a:pt x="287734" y="266421"/>
                  </a:lnTo>
                  <a:lnTo>
                    <a:pt x="266421" y="287734"/>
                  </a:lnTo>
                  <a:lnTo>
                    <a:pt x="106568" y="287734"/>
                  </a:lnTo>
                  <a:cubicBezTo>
                    <a:pt x="47689" y="287734"/>
                    <a:pt x="0" y="240045"/>
                    <a:pt x="0" y="181166"/>
                  </a:cubicBezTo>
                  <a:lnTo>
                    <a:pt x="0" y="21314"/>
                  </a:lnTo>
                  <a:lnTo>
                    <a:pt x="21314" y="0"/>
                  </a:lnTo>
                  <a:lnTo>
                    <a:pt x="181166" y="0"/>
                  </a:lnTo>
                  <a:lnTo>
                    <a:pt x="181166" y="21314"/>
                  </a:lnTo>
                  <a:lnTo>
                    <a:pt x="21314" y="21314"/>
                  </a:lnTo>
                  <a:lnTo>
                    <a:pt x="21314" y="183351"/>
                  </a:lnTo>
                  <a:cubicBezTo>
                    <a:pt x="22486" y="228696"/>
                    <a:pt x="59039" y="265248"/>
                    <a:pt x="104383" y="266367"/>
                  </a:cubicBezTo>
                  <a:lnTo>
                    <a:pt x="106568" y="266367"/>
                  </a:lnTo>
                  <a:cubicBezTo>
                    <a:pt x="106568" y="266367"/>
                    <a:pt x="266421" y="266367"/>
                    <a:pt x="266421" y="266367"/>
                  </a:cubicBezTo>
                  <a:lnTo>
                    <a:pt x="266421" y="10651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09FA6488-410F-8B22-93C9-A7C9D288E231}"/>
                </a:ext>
              </a:extLst>
            </p:cNvPr>
            <p:cNvSpPr/>
            <p:nvPr/>
          </p:nvSpPr>
          <p:spPr>
            <a:xfrm>
              <a:off x="4804827" y="2289459"/>
              <a:ext cx="191822" cy="191822"/>
            </a:xfrm>
            <a:custGeom>
              <a:avLst/>
              <a:gdLst>
                <a:gd name="csX0" fmla="*/ 170509 w 191822"/>
                <a:gd name="csY0" fmla="*/ 63941 h 191822"/>
                <a:gd name="csX1" fmla="*/ 127882 w 191822"/>
                <a:gd name="csY1" fmla="*/ 21314 h 191822"/>
                <a:gd name="csX2" fmla="*/ 127882 w 191822"/>
                <a:gd name="csY2" fmla="*/ 0 h 191822"/>
                <a:gd name="csX3" fmla="*/ 191823 w 191822"/>
                <a:gd name="csY3" fmla="*/ 63941 h 191822"/>
                <a:gd name="csX4" fmla="*/ 191823 w 191822"/>
                <a:gd name="csY4" fmla="*/ 170509 h 191822"/>
                <a:gd name="csX5" fmla="*/ 170509 w 191822"/>
                <a:gd name="csY5" fmla="*/ 191823 h 191822"/>
                <a:gd name="csX6" fmla="*/ 63941 w 191822"/>
                <a:gd name="csY6" fmla="*/ 191823 h 191822"/>
                <a:gd name="csX7" fmla="*/ 0 w 191822"/>
                <a:gd name="csY7" fmla="*/ 127882 h 191822"/>
                <a:gd name="csX8" fmla="*/ 0 w 191822"/>
                <a:gd name="csY8" fmla="*/ 0 h 191822"/>
                <a:gd name="csX9" fmla="*/ 127882 w 191822"/>
                <a:gd name="csY9" fmla="*/ 0 h 191822"/>
                <a:gd name="csX10" fmla="*/ 127882 w 191822"/>
                <a:gd name="csY10" fmla="*/ 21314 h 191822"/>
                <a:gd name="csX11" fmla="*/ 21314 w 191822"/>
                <a:gd name="csY11" fmla="*/ 21314 h 191822"/>
                <a:gd name="csX12" fmla="*/ 21314 w 191822"/>
                <a:gd name="csY12" fmla="*/ 130067 h 191822"/>
                <a:gd name="csX13" fmla="*/ 61756 w 191822"/>
                <a:gd name="csY13" fmla="*/ 170456 h 191822"/>
                <a:gd name="csX14" fmla="*/ 63941 w 191822"/>
                <a:gd name="csY14" fmla="*/ 170456 h 191822"/>
                <a:gd name="csX15" fmla="*/ 170509 w 191822"/>
                <a:gd name="csY15" fmla="*/ 170509 h 191822"/>
                <a:gd name="csX16" fmla="*/ 170509 w 191822"/>
                <a:gd name="csY16" fmla="*/ 63941 h 191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91822" h="191822">
                  <a:moveTo>
                    <a:pt x="170509" y="63941"/>
                  </a:moveTo>
                  <a:cubicBezTo>
                    <a:pt x="170509" y="40389"/>
                    <a:pt x="151433" y="21314"/>
                    <a:pt x="127882" y="21314"/>
                  </a:cubicBezTo>
                  <a:lnTo>
                    <a:pt x="127882" y="0"/>
                  </a:lnTo>
                  <a:cubicBezTo>
                    <a:pt x="163209" y="0"/>
                    <a:pt x="191823" y="28614"/>
                    <a:pt x="191823" y="63941"/>
                  </a:cubicBezTo>
                  <a:lnTo>
                    <a:pt x="191823" y="170509"/>
                  </a:lnTo>
                  <a:lnTo>
                    <a:pt x="170509" y="191823"/>
                  </a:lnTo>
                  <a:lnTo>
                    <a:pt x="63941" y="191823"/>
                  </a:lnTo>
                  <a:cubicBezTo>
                    <a:pt x="28614" y="191823"/>
                    <a:pt x="0" y="163209"/>
                    <a:pt x="0" y="127882"/>
                  </a:cubicBezTo>
                  <a:lnTo>
                    <a:pt x="0" y="0"/>
                  </a:lnTo>
                  <a:lnTo>
                    <a:pt x="127882" y="0"/>
                  </a:lnTo>
                  <a:lnTo>
                    <a:pt x="127882" y="21314"/>
                  </a:lnTo>
                  <a:lnTo>
                    <a:pt x="21314" y="21314"/>
                  </a:lnTo>
                  <a:lnTo>
                    <a:pt x="21314" y="130067"/>
                  </a:lnTo>
                  <a:cubicBezTo>
                    <a:pt x="22486" y="151860"/>
                    <a:pt x="39963" y="169337"/>
                    <a:pt x="61756" y="170456"/>
                  </a:cubicBezTo>
                  <a:lnTo>
                    <a:pt x="63941" y="170456"/>
                  </a:lnTo>
                  <a:cubicBezTo>
                    <a:pt x="63941" y="170456"/>
                    <a:pt x="170509" y="170509"/>
                    <a:pt x="170509" y="170509"/>
                  </a:cubicBezTo>
                  <a:lnTo>
                    <a:pt x="170509" y="6394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08988A7A-D8F2-FC8A-E223-404EA48ACAAF}"/>
              </a:ext>
            </a:extLst>
          </p:cNvPr>
          <p:cNvGrpSpPr/>
          <p:nvPr userDrawn="1"/>
        </p:nvGrpSpPr>
        <p:grpSpPr>
          <a:xfrm>
            <a:off x="1853636" y="1889288"/>
            <a:ext cx="287809" cy="287734"/>
            <a:chOff x="1597121" y="2193547"/>
            <a:chExt cx="287734" cy="287734"/>
          </a:xfrm>
        </p:grpSpPr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00B5C97D-6BD6-ACF6-FF3E-FEEB05358832}"/>
                </a:ext>
              </a:extLst>
            </p:cNvPr>
            <p:cNvSpPr/>
            <p:nvPr/>
          </p:nvSpPr>
          <p:spPr>
            <a:xfrm>
              <a:off x="1597121" y="2193547"/>
              <a:ext cx="287734" cy="287734"/>
            </a:xfrm>
            <a:custGeom>
              <a:avLst/>
              <a:gdLst>
                <a:gd name="csX0" fmla="*/ 0 w 287734"/>
                <a:gd name="csY0" fmla="*/ 21314 h 287734"/>
                <a:gd name="csX1" fmla="*/ 0 w 287734"/>
                <a:gd name="csY1" fmla="*/ 266421 h 287734"/>
                <a:gd name="csX2" fmla="*/ 21314 w 287734"/>
                <a:gd name="csY2" fmla="*/ 287734 h 287734"/>
                <a:gd name="csX3" fmla="*/ 79926 w 287734"/>
                <a:gd name="csY3" fmla="*/ 287734 h 287734"/>
                <a:gd name="csX4" fmla="*/ 79926 w 287734"/>
                <a:gd name="csY4" fmla="*/ 266421 h 287734"/>
                <a:gd name="csX5" fmla="*/ 21314 w 287734"/>
                <a:gd name="csY5" fmla="*/ 266421 h 287734"/>
                <a:gd name="csX6" fmla="*/ 21314 w 287734"/>
                <a:gd name="csY6" fmla="*/ 21314 h 287734"/>
                <a:gd name="csX7" fmla="*/ 266421 w 287734"/>
                <a:gd name="csY7" fmla="*/ 21314 h 287734"/>
                <a:gd name="csX8" fmla="*/ 266421 w 287734"/>
                <a:gd name="csY8" fmla="*/ 79926 h 287734"/>
                <a:gd name="csX9" fmla="*/ 287734 w 287734"/>
                <a:gd name="csY9" fmla="*/ 79926 h 287734"/>
                <a:gd name="csX10" fmla="*/ 287734 w 287734"/>
                <a:gd name="csY10" fmla="*/ 21314 h 287734"/>
                <a:gd name="csX11" fmla="*/ 266421 w 287734"/>
                <a:gd name="csY11" fmla="*/ 0 h 287734"/>
                <a:gd name="csX12" fmla="*/ 21314 w 287734"/>
                <a:gd name="csY12" fmla="*/ 0 h 287734"/>
                <a:gd name="csX13" fmla="*/ 0 w 287734"/>
                <a:gd name="csY13" fmla="*/ 2131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0" y="21314"/>
                  </a:moveTo>
                  <a:lnTo>
                    <a:pt x="0" y="266421"/>
                  </a:lnTo>
                  <a:lnTo>
                    <a:pt x="21314" y="287734"/>
                  </a:lnTo>
                  <a:lnTo>
                    <a:pt x="79926" y="287734"/>
                  </a:lnTo>
                  <a:lnTo>
                    <a:pt x="79926" y="266421"/>
                  </a:lnTo>
                  <a:lnTo>
                    <a:pt x="21314" y="266421"/>
                  </a:lnTo>
                  <a:lnTo>
                    <a:pt x="21314" y="21314"/>
                  </a:lnTo>
                  <a:lnTo>
                    <a:pt x="266421" y="21314"/>
                  </a:lnTo>
                  <a:lnTo>
                    <a:pt x="266421" y="79926"/>
                  </a:lnTo>
                  <a:lnTo>
                    <a:pt x="287734" y="79926"/>
                  </a:lnTo>
                  <a:lnTo>
                    <a:pt x="287734" y="21314"/>
                  </a:lnTo>
                  <a:lnTo>
                    <a:pt x="266421" y="0"/>
                  </a:lnTo>
                  <a:lnTo>
                    <a:pt x="21314" y="0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D7D1BAEE-A9EB-6807-729F-4DEA25A88F87}"/>
                </a:ext>
              </a:extLst>
            </p:cNvPr>
            <p:cNvSpPr/>
            <p:nvPr/>
          </p:nvSpPr>
          <p:spPr>
            <a:xfrm>
              <a:off x="1709018" y="2305444"/>
              <a:ext cx="175837" cy="175837"/>
            </a:xfrm>
            <a:custGeom>
              <a:avLst/>
              <a:gdLst>
                <a:gd name="csX0" fmla="*/ 175838 w 175837"/>
                <a:gd name="csY0" fmla="*/ 0 h 175837"/>
                <a:gd name="csX1" fmla="*/ 0 w 175837"/>
                <a:gd name="csY1" fmla="*/ 175838 h 175837"/>
                <a:gd name="csX2" fmla="*/ 21314 w 175837"/>
                <a:gd name="csY2" fmla="*/ 175838 h 175837"/>
                <a:gd name="csX3" fmla="*/ 175838 w 175837"/>
                <a:gd name="csY3" fmla="*/ 21314 h 175837"/>
                <a:gd name="csX4" fmla="*/ 175838 w 175837"/>
                <a:gd name="csY4" fmla="*/ 0 h 175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5837" h="175837">
                  <a:moveTo>
                    <a:pt x="175838" y="0"/>
                  </a:moveTo>
                  <a:cubicBezTo>
                    <a:pt x="78701" y="0"/>
                    <a:pt x="0" y="78701"/>
                    <a:pt x="0" y="175838"/>
                  </a:cubicBezTo>
                  <a:lnTo>
                    <a:pt x="21314" y="175838"/>
                  </a:lnTo>
                  <a:cubicBezTo>
                    <a:pt x="21314" y="90476"/>
                    <a:pt x="90476" y="21314"/>
                    <a:pt x="175838" y="21314"/>
                  </a:cubicBezTo>
                  <a:lnTo>
                    <a:pt x="175838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61F8FC6C-636C-F0BD-4B75-65263DAF25D5}"/>
                </a:ext>
              </a:extLst>
            </p:cNvPr>
            <p:cNvSpPr/>
            <p:nvPr/>
          </p:nvSpPr>
          <p:spPr>
            <a:xfrm>
              <a:off x="1762302" y="2358728"/>
              <a:ext cx="122553" cy="122553"/>
            </a:xfrm>
            <a:custGeom>
              <a:avLst/>
              <a:gdLst>
                <a:gd name="csX0" fmla="*/ 122554 w 122553"/>
                <a:gd name="csY0" fmla="*/ 0 h 122553"/>
                <a:gd name="csX1" fmla="*/ 0 w 122553"/>
                <a:gd name="csY1" fmla="*/ 122554 h 122553"/>
                <a:gd name="csX2" fmla="*/ 21314 w 122553"/>
                <a:gd name="csY2" fmla="*/ 122554 h 122553"/>
                <a:gd name="csX3" fmla="*/ 122554 w 122553"/>
                <a:gd name="csY3" fmla="*/ 21314 h 122553"/>
                <a:gd name="csX4" fmla="*/ 122554 w 122553"/>
                <a:gd name="csY4" fmla="*/ 0 h 122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53" h="122553">
                  <a:moveTo>
                    <a:pt x="122554" y="0"/>
                  </a:moveTo>
                  <a:cubicBezTo>
                    <a:pt x="54883" y="0"/>
                    <a:pt x="0" y="54883"/>
                    <a:pt x="0" y="122554"/>
                  </a:cubicBezTo>
                  <a:lnTo>
                    <a:pt x="21314" y="122554"/>
                  </a:lnTo>
                  <a:cubicBezTo>
                    <a:pt x="21314" y="66658"/>
                    <a:pt x="66658" y="21314"/>
                    <a:pt x="122554" y="21314"/>
                  </a:cubicBezTo>
                  <a:lnTo>
                    <a:pt x="122554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FECB6E16-CE7E-69B1-90DD-15988E437B4F}"/>
                </a:ext>
              </a:extLst>
            </p:cNvPr>
            <p:cNvSpPr/>
            <p:nvPr/>
          </p:nvSpPr>
          <p:spPr>
            <a:xfrm>
              <a:off x="1815586" y="2412012"/>
              <a:ext cx="69269" cy="69269"/>
            </a:xfrm>
            <a:custGeom>
              <a:avLst/>
              <a:gdLst>
                <a:gd name="csX0" fmla="*/ 69269 w 69269"/>
                <a:gd name="csY0" fmla="*/ 0 h 69269"/>
                <a:gd name="csX1" fmla="*/ 0 w 69269"/>
                <a:gd name="csY1" fmla="*/ 69269 h 69269"/>
                <a:gd name="csX2" fmla="*/ 21314 w 69269"/>
                <a:gd name="csY2" fmla="*/ 69269 h 69269"/>
                <a:gd name="csX3" fmla="*/ 69269 w 69269"/>
                <a:gd name="csY3" fmla="*/ 21314 h 69269"/>
                <a:gd name="csX4" fmla="*/ 69269 w 69269"/>
                <a:gd name="csY4" fmla="*/ 0 h 692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269" h="69269">
                  <a:moveTo>
                    <a:pt x="69269" y="0"/>
                  </a:moveTo>
                  <a:cubicBezTo>
                    <a:pt x="31011" y="0"/>
                    <a:pt x="0" y="31011"/>
                    <a:pt x="0" y="69269"/>
                  </a:cubicBezTo>
                  <a:lnTo>
                    <a:pt x="21314" y="69269"/>
                  </a:lnTo>
                  <a:cubicBezTo>
                    <a:pt x="21314" y="42787"/>
                    <a:pt x="42787" y="21314"/>
                    <a:pt x="69269" y="21314"/>
                  </a:cubicBezTo>
                  <a:lnTo>
                    <a:pt x="69269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A41F3B4-ADA3-768B-0ABF-D22627A14919}"/>
              </a:ext>
            </a:extLst>
          </p:cNvPr>
          <p:cNvGrpSpPr/>
          <p:nvPr userDrawn="1"/>
        </p:nvGrpSpPr>
        <p:grpSpPr>
          <a:xfrm>
            <a:off x="11123236" y="5725746"/>
            <a:ext cx="287809" cy="285922"/>
            <a:chOff x="9840179" y="6030005"/>
            <a:chExt cx="287734" cy="285922"/>
          </a:xfrm>
        </p:grpSpPr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7EDDA328-6906-E71C-D27E-693F4F8C7061}"/>
                </a:ext>
              </a:extLst>
            </p:cNvPr>
            <p:cNvSpPr/>
            <p:nvPr/>
          </p:nvSpPr>
          <p:spPr>
            <a:xfrm>
              <a:off x="9840179" y="6133536"/>
              <a:ext cx="287734" cy="182391"/>
            </a:xfrm>
            <a:custGeom>
              <a:avLst/>
              <a:gdLst>
                <a:gd name="csX0" fmla="*/ 280488 w 287734"/>
                <a:gd name="csY0" fmla="*/ 32663 h 182391"/>
                <a:gd name="csX1" fmla="*/ 287734 w 287734"/>
                <a:gd name="csY1" fmla="*/ 35913 h 182391"/>
                <a:gd name="csX2" fmla="*/ 287734 w 287734"/>
                <a:gd name="csY2" fmla="*/ 68470 h 182391"/>
                <a:gd name="csX3" fmla="*/ 280062 w 287734"/>
                <a:gd name="csY3" fmla="*/ 71721 h 182391"/>
                <a:gd name="csX4" fmla="*/ 260880 w 287734"/>
                <a:gd name="csY4" fmla="*/ 79873 h 182391"/>
                <a:gd name="csX5" fmla="*/ 280168 w 287734"/>
                <a:gd name="csY5" fmla="*/ 88132 h 182391"/>
                <a:gd name="csX6" fmla="*/ 287734 w 287734"/>
                <a:gd name="csY6" fmla="*/ 91382 h 182391"/>
                <a:gd name="csX7" fmla="*/ 287734 w 287734"/>
                <a:gd name="csY7" fmla="*/ 124259 h 182391"/>
                <a:gd name="csX8" fmla="*/ 279742 w 287734"/>
                <a:gd name="csY8" fmla="*/ 127509 h 182391"/>
                <a:gd name="csX9" fmla="*/ 151860 w 287734"/>
                <a:gd name="csY9" fmla="*/ 179195 h 182391"/>
                <a:gd name="csX10" fmla="*/ 143867 w 287734"/>
                <a:gd name="csY10" fmla="*/ 182392 h 182391"/>
                <a:gd name="csX11" fmla="*/ 135875 w 287734"/>
                <a:gd name="csY11" fmla="*/ 179195 h 182391"/>
                <a:gd name="csX12" fmla="*/ 7993 w 287734"/>
                <a:gd name="csY12" fmla="*/ 127509 h 182391"/>
                <a:gd name="csX13" fmla="*/ 0 w 287734"/>
                <a:gd name="csY13" fmla="*/ 124259 h 182391"/>
                <a:gd name="csX14" fmla="*/ 0 w 287734"/>
                <a:gd name="csY14" fmla="*/ 91382 h 182391"/>
                <a:gd name="csX15" fmla="*/ 7567 w 287734"/>
                <a:gd name="csY15" fmla="*/ 88132 h 182391"/>
                <a:gd name="csX16" fmla="*/ 26855 w 287734"/>
                <a:gd name="csY16" fmla="*/ 79873 h 182391"/>
                <a:gd name="csX17" fmla="*/ 7673 w 287734"/>
                <a:gd name="csY17" fmla="*/ 71721 h 182391"/>
                <a:gd name="csX18" fmla="*/ 0 w 287734"/>
                <a:gd name="csY18" fmla="*/ 68470 h 182391"/>
                <a:gd name="csX19" fmla="*/ 0 w 287734"/>
                <a:gd name="csY19" fmla="*/ 35913 h 182391"/>
                <a:gd name="csX20" fmla="*/ 7247 w 287734"/>
                <a:gd name="csY20" fmla="*/ 32663 h 182391"/>
                <a:gd name="csX21" fmla="*/ 79660 w 287734"/>
                <a:gd name="csY21" fmla="*/ 0 h 182391"/>
                <a:gd name="csX22" fmla="*/ 89145 w 287734"/>
                <a:gd name="csY22" fmla="*/ 19129 h 182391"/>
                <a:gd name="csX23" fmla="*/ 15985 w 287734"/>
                <a:gd name="csY23" fmla="*/ 52112 h 182391"/>
                <a:gd name="csX24" fmla="*/ 143867 w 287734"/>
                <a:gd name="csY24" fmla="*/ 106355 h 182391"/>
                <a:gd name="csX25" fmla="*/ 271749 w 287734"/>
                <a:gd name="csY25" fmla="*/ 52112 h 182391"/>
                <a:gd name="csX26" fmla="*/ 198590 w 287734"/>
                <a:gd name="csY26" fmla="*/ 19129 h 182391"/>
                <a:gd name="csX27" fmla="*/ 208075 w 287734"/>
                <a:gd name="csY27" fmla="*/ 0 h 182391"/>
                <a:gd name="csX28" fmla="*/ 280488 w 287734"/>
                <a:gd name="csY28" fmla="*/ 32663 h 182391"/>
                <a:gd name="csX29" fmla="*/ 152180 w 287734"/>
                <a:gd name="csY29" fmla="*/ 125964 h 182391"/>
                <a:gd name="csX30" fmla="*/ 143867 w 287734"/>
                <a:gd name="csY30" fmla="*/ 129480 h 182391"/>
                <a:gd name="csX31" fmla="*/ 135555 w 287734"/>
                <a:gd name="csY31" fmla="*/ 125964 h 182391"/>
                <a:gd name="csX32" fmla="*/ 54030 w 287734"/>
                <a:gd name="csY32" fmla="*/ 91382 h 182391"/>
                <a:gd name="csX33" fmla="*/ 15985 w 287734"/>
                <a:gd name="csY33" fmla="*/ 107687 h 182391"/>
                <a:gd name="csX34" fmla="*/ 143867 w 287734"/>
                <a:gd name="csY34" fmla="*/ 159373 h 182391"/>
                <a:gd name="csX35" fmla="*/ 271749 w 287734"/>
                <a:gd name="csY35" fmla="*/ 107687 h 182391"/>
                <a:gd name="csX36" fmla="*/ 233705 w 287734"/>
                <a:gd name="csY36" fmla="*/ 91329 h 182391"/>
                <a:gd name="csX37" fmla="*/ 152180 w 287734"/>
                <a:gd name="csY37" fmla="*/ 125910 h 1823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287734" h="182391">
                  <a:moveTo>
                    <a:pt x="280488" y="32663"/>
                  </a:moveTo>
                  <a:lnTo>
                    <a:pt x="287734" y="35913"/>
                  </a:lnTo>
                  <a:lnTo>
                    <a:pt x="287734" y="68470"/>
                  </a:lnTo>
                  <a:lnTo>
                    <a:pt x="280062" y="71721"/>
                  </a:lnTo>
                  <a:lnTo>
                    <a:pt x="260880" y="79873"/>
                  </a:lnTo>
                  <a:lnTo>
                    <a:pt x="280168" y="88132"/>
                  </a:lnTo>
                  <a:lnTo>
                    <a:pt x="287734" y="91382"/>
                  </a:lnTo>
                  <a:lnTo>
                    <a:pt x="287734" y="124259"/>
                  </a:lnTo>
                  <a:lnTo>
                    <a:pt x="279742" y="127509"/>
                  </a:lnTo>
                  <a:lnTo>
                    <a:pt x="151860" y="179195"/>
                  </a:lnTo>
                  <a:lnTo>
                    <a:pt x="143867" y="182392"/>
                  </a:lnTo>
                  <a:lnTo>
                    <a:pt x="135875" y="179195"/>
                  </a:lnTo>
                  <a:lnTo>
                    <a:pt x="7993" y="127509"/>
                  </a:lnTo>
                  <a:lnTo>
                    <a:pt x="0" y="124259"/>
                  </a:lnTo>
                  <a:lnTo>
                    <a:pt x="0" y="91382"/>
                  </a:lnTo>
                  <a:lnTo>
                    <a:pt x="7567" y="88132"/>
                  </a:lnTo>
                  <a:lnTo>
                    <a:pt x="26855" y="79873"/>
                  </a:lnTo>
                  <a:lnTo>
                    <a:pt x="7673" y="71721"/>
                  </a:lnTo>
                  <a:lnTo>
                    <a:pt x="0" y="68470"/>
                  </a:lnTo>
                  <a:lnTo>
                    <a:pt x="0" y="35913"/>
                  </a:lnTo>
                  <a:lnTo>
                    <a:pt x="7247" y="32663"/>
                  </a:lnTo>
                  <a:lnTo>
                    <a:pt x="79660" y="0"/>
                  </a:lnTo>
                  <a:cubicBezTo>
                    <a:pt x="82058" y="6661"/>
                    <a:pt x="85255" y="13001"/>
                    <a:pt x="89145" y="19129"/>
                  </a:cubicBezTo>
                  <a:lnTo>
                    <a:pt x="15985" y="52112"/>
                  </a:lnTo>
                  <a:lnTo>
                    <a:pt x="143867" y="106355"/>
                  </a:lnTo>
                  <a:lnTo>
                    <a:pt x="271749" y="52112"/>
                  </a:lnTo>
                  <a:lnTo>
                    <a:pt x="198590" y="19129"/>
                  </a:lnTo>
                  <a:cubicBezTo>
                    <a:pt x="202480" y="13001"/>
                    <a:pt x="205677" y="6661"/>
                    <a:pt x="208075" y="0"/>
                  </a:cubicBezTo>
                  <a:lnTo>
                    <a:pt x="280488" y="32663"/>
                  </a:lnTo>
                  <a:close/>
                  <a:moveTo>
                    <a:pt x="152180" y="125964"/>
                  </a:moveTo>
                  <a:lnTo>
                    <a:pt x="143867" y="129480"/>
                  </a:lnTo>
                  <a:lnTo>
                    <a:pt x="135555" y="125964"/>
                  </a:lnTo>
                  <a:lnTo>
                    <a:pt x="54030" y="91382"/>
                  </a:lnTo>
                  <a:lnTo>
                    <a:pt x="15985" y="107687"/>
                  </a:lnTo>
                  <a:lnTo>
                    <a:pt x="143867" y="159373"/>
                  </a:lnTo>
                  <a:lnTo>
                    <a:pt x="271749" y="107687"/>
                  </a:lnTo>
                  <a:lnTo>
                    <a:pt x="233705" y="91329"/>
                  </a:lnTo>
                  <a:lnTo>
                    <a:pt x="152180" y="12591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5B31E90D-2EE9-AD73-D53F-21C9FFF384E7}"/>
                </a:ext>
              </a:extLst>
            </p:cNvPr>
            <p:cNvSpPr/>
            <p:nvPr/>
          </p:nvSpPr>
          <p:spPr>
            <a:xfrm>
              <a:off x="9946747" y="6072633"/>
              <a:ext cx="74597" cy="74597"/>
            </a:xfrm>
            <a:custGeom>
              <a:avLst/>
              <a:gdLst>
                <a:gd name="csX0" fmla="*/ 53284 w 74597"/>
                <a:gd name="csY0" fmla="*/ 37299 h 74597"/>
                <a:gd name="csX1" fmla="*/ 37299 w 74597"/>
                <a:gd name="csY1" fmla="*/ 21314 h 74597"/>
                <a:gd name="csX2" fmla="*/ 21314 w 74597"/>
                <a:gd name="csY2" fmla="*/ 37299 h 74597"/>
                <a:gd name="csX3" fmla="*/ 37299 w 74597"/>
                <a:gd name="csY3" fmla="*/ 53284 h 74597"/>
                <a:gd name="csX4" fmla="*/ 53284 w 74597"/>
                <a:gd name="csY4" fmla="*/ 37299 h 74597"/>
                <a:gd name="csX5" fmla="*/ 74598 w 74597"/>
                <a:gd name="csY5" fmla="*/ 37299 h 74597"/>
                <a:gd name="csX6" fmla="*/ 37299 w 74597"/>
                <a:gd name="csY6" fmla="*/ 74598 h 74597"/>
                <a:gd name="csX7" fmla="*/ 0 w 74597"/>
                <a:gd name="csY7" fmla="*/ 37299 h 74597"/>
                <a:gd name="csX8" fmla="*/ 37299 w 74597"/>
                <a:gd name="csY8" fmla="*/ 0 h 74597"/>
                <a:gd name="csX9" fmla="*/ 74598 w 74597"/>
                <a:gd name="csY9" fmla="*/ 37299 h 74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4597" h="74597">
                  <a:moveTo>
                    <a:pt x="53284" y="37299"/>
                  </a:moveTo>
                  <a:cubicBezTo>
                    <a:pt x="53284" y="28454"/>
                    <a:pt x="46144" y="21314"/>
                    <a:pt x="37299" y="21314"/>
                  </a:cubicBezTo>
                  <a:cubicBezTo>
                    <a:pt x="28454" y="21314"/>
                    <a:pt x="21314" y="28454"/>
                    <a:pt x="21314" y="37299"/>
                  </a:cubicBezTo>
                  <a:cubicBezTo>
                    <a:pt x="21314" y="46144"/>
                    <a:pt x="28454" y="53284"/>
                    <a:pt x="37299" y="53284"/>
                  </a:cubicBezTo>
                  <a:cubicBezTo>
                    <a:pt x="46144" y="53284"/>
                    <a:pt x="53284" y="46144"/>
                    <a:pt x="53284" y="37299"/>
                  </a:cubicBezTo>
                  <a:close/>
                  <a:moveTo>
                    <a:pt x="74598" y="37299"/>
                  </a:moveTo>
                  <a:cubicBezTo>
                    <a:pt x="74598" y="57920"/>
                    <a:pt x="57920" y="74598"/>
                    <a:pt x="37299" y="74598"/>
                  </a:cubicBezTo>
                  <a:cubicBezTo>
                    <a:pt x="16678" y="74598"/>
                    <a:pt x="0" y="57920"/>
                    <a:pt x="0" y="37299"/>
                  </a:cubicBezTo>
                  <a:cubicBezTo>
                    <a:pt x="0" y="16678"/>
                    <a:pt x="16678" y="0"/>
                    <a:pt x="37299" y="0"/>
                  </a:cubicBezTo>
                  <a:cubicBezTo>
                    <a:pt x="57920" y="0"/>
                    <a:pt x="74598" y="16678"/>
                    <a:pt x="74598" y="3729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A2F15121-E8A7-E7E3-E614-62139CBAA9B6}"/>
                </a:ext>
              </a:extLst>
            </p:cNvPr>
            <p:cNvSpPr/>
            <p:nvPr/>
          </p:nvSpPr>
          <p:spPr>
            <a:xfrm>
              <a:off x="9904120" y="6030005"/>
              <a:ext cx="159852" cy="189052"/>
            </a:xfrm>
            <a:custGeom>
              <a:avLst/>
              <a:gdLst>
                <a:gd name="csX0" fmla="*/ 138539 w 159852"/>
                <a:gd name="csY0" fmla="*/ 74171 h 189052"/>
                <a:gd name="csX1" fmla="*/ 79926 w 159852"/>
                <a:gd name="csY1" fmla="*/ 21314 h 189052"/>
                <a:gd name="csX2" fmla="*/ 21314 w 159852"/>
                <a:gd name="csY2" fmla="*/ 74171 h 189052"/>
                <a:gd name="csX3" fmla="*/ 79926 w 159852"/>
                <a:gd name="csY3" fmla="*/ 166726 h 189052"/>
                <a:gd name="csX4" fmla="*/ 138539 w 159852"/>
                <a:gd name="csY4" fmla="*/ 74171 h 189052"/>
                <a:gd name="csX5" fmla="*/ 159852 w 159852"/>
                <a:gd name="csY5" fmla="*/ 74171 h 189052"/>
                <a:gd name="csX6" fmla="*/ 87120 w 159852"/>
                <a:gd name="csY6" fmla="*/ 189052 h 189052"/>
                <a:gd name="csX7" fmla="*/ 72733 w 159852"/>
                <a:gd name="csY7" fmla="*/ 189052 h 189052"/>
                <a:gd name="csX8" fmla="*/ 0 w 159852"/>
                <a:gd name="csY8" fmla="*/ 74171 h 189052"/>
                <a:gd name="csX9" fmla="*/ 79926 w 159852"/>
                <a:gd name="csY9" fmla="*/ 0 h 189052"/>
                <a:gd name="csX10" fmla="*/ 159852 w 159852"/>
                <a:gd name="csY10" fmla="*/ 74171 h 189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59852" h="189052">
                  <a:moveTo>
                    <a:pt x="138539" y="74171"/>
                  </a:moveTo>
                  <a:cubicBezTo>
                    <a:pt x="138539" y="45824"/>
                    <a:pt x="113176" y="21314"/>
                    <a:pt x="79926" y="21314"/>
                  </a:cubicBezTo>
                  <a:cubicBezTo>
                    <a:pt x="46677" y="21314"/>
                    <a:pt x="21314" y="45824"/>
                    <a:pt x="21314" y="74171"/>
                  </a:cubicBezTo>
                  <a:cubicBezTo>
                    <a:pt x="21314" y="110458"/>
                    <a:pt x="44865" y="134436"/>
                    <a:pt x="79926" y="166726"/>
                  </a:cubicBezTo>
                  <a:cubicBezTo>
                    <a:pt x="114988" y="134436"/>
                    <a:pt x="138539" y="110458"/>
                    <a:pt x="138539" y="74171"/>
                  </a:cubicBezTo>
                  <a:close/>
                  <a:moveTo>
                    <a:pt x="159852" y="74171"/>
                  </a:moveTo>
                  <a:cubicBezTo>
                    <a:pt x="159852" y="124045"/>
                    <a:pt x="124046" y="155163"/>
                    <a:pt x="87120" y="189052"/>
                  </a:cubicBezTo>
                  <a:lnTo>
                    <a:pt x="72733" y="189052"/>
                  </a:lnTo>
                  <a:cubicBezTo>
                    <a:pt x="35807" y="155217"/>
                    <a:pt x="0" y="124045"/>
                    <a:pt x="0" y="74171"/>
                  </a:cubicBezTo>
                  <a:cubicBezTo>
                    <a:pt x="0" y="32344"/>
                    <a:pt x="36660" y="0"/>
                    <a:pt x="79926" y="0"/>
                  </a:cubicBezTo>
                  <a:cubicBezTo>
                    <a:pt x="123193" y="0"/>
                    <a:pt x="159852" y="32344"/>
                    <a:pt x="159852" y="74171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34" name="Graphic 2">
            <a:extLst>
              <a:ext uri="{FF2B5EF4-FFF2-40B4-BE49-F238E27FC236}">
                <a16:creationId xmlns:a16="http://schemas.microsoft.com/office/drawing/2014/main" id="{885777AB-53E2-C3AA-BA9E-FA5BB6DE27BB}"/>
              </a:ext>
            </a:extLst>
          </p:cNvPr>
          <p:cNvGrpSpPr/>
          <p:nvPr userDrawn="1"/>
        </p:nvGrpSpPr>
        <p:grpSpPr>
          <a:xfrm>
            <a:off x="1880285" y="3790787"/>
            <a:ext cx="255830" cy="304465"/>
            <a:chOff x="1623763" y="4095045"/>
            <a:chExt cx="255763" cy="304465"/>
          </a:xfrm>
          <a:solidFill>
            <a:srgbClr val="000000"/>
          </a:solidFill>
        </p:grpSpPr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BAAE57AB-2B1C-C864-7784-EB89EAF76966}"/>
                </a:ext>
              </a:extLst>
            </p:cNvPr>
            <p:cNvSpPr/>
            <p:nvPr/>
          </p:nvSpPr>
          <p:spPr>
            <a:xfrm>
              <a:off x="1623763" y="4154404"/>
              <a:ext cx="255763" cy="245107"/>
            </a:xfrm>
            <a:custGeom>
              <a:avLst/>
              <a:gdLst>
                <a:gd name="csX0" fmla="*/ 191823 w 255763"/>
                <a:gd name="csY0" fmla="*/ 0 h 245107"/>
                <a:gd name="csX1" fmla="*/ 191823 w 255763"/>
                <a:gd name="csY1" fmla="*/ 21314 h 245107"/>
                <a:gd name="csX2" fmla="*/ 234450 w 255763"/>
                <a:gd name="csY2" fmla="*/ 21314 h 245107"/>
                <a:gd name="csX3" fmla="*/ 234450 w 255763"/>
                <a:gd name="csY3" fmla="*/ 223793 h 245107"/>
                <a:gd name="csX4" fmla="*/ 21314 w 255763"/>
                <a:gd name="csY4" fmla="*/ 223793 h 245107"/>
                <a:gd name="csX5" fmla="*/ 21314 w 255763"/>
                <a:gd name="csY5" fmla="*/ 21314 h 245107"/>
                <a:gd name="csX6" fmla="*/ 63941 w 255763"/>
                <a:gd name="csY6" fmla="*/ 21314 h 245107"/>
                <a:gd name="csX7" fmla="*/ 63941 w 255763"/>
                <a:gd name="csY7" fmla="*/ 0 h 245107"/>
                <a:gd name="csX8" fmla="*/ 21314 w 255763"/>
                <a:gd name="csY8" fmla="*/ 0 h 245107"/>
                <a:gd name="csX9" fmla="*/ 0 w 255763"/>
                <a:gd name="csY9" fmla="*/ 21314 h 245107"/>
                <a:gd name="csX10" fmla="*/ 0 w 255763"/>
                <a:gd name="csY10" fmla="*/ 223793 h 245107"/>
                <a:gd name="csX11" fmla="*/ 21314 w 255763"/>
                <a:gd name="csY11" fmla="*/ 245107 h 245107"/>
                <a:gd name="csX12" fmla="*/ 234450 w 255763"/>
                <a:gd name="csY12" fmla="*/ 245107 h 245107"/>
                <a:gd name="csX13" fmla="*/ 255764 w 255763"/>
                <a:gd name="csY13" fmla="*/ 223793 h 245107"/>
                <a:gd name="csX14" fmla="*/ 255764 w 255763"/>
                <a:gd name="csY14" fmla="*/ 21314 h 245107"/>
                <a:gd name="csX15" fmla="*/ 234450 w 255763"/>
                <a:gd name="csY15" fmla="*/ 0 h 245107"/>
                <a:gd name="csX16" fmla="*/ 191823 w 255763"/>
                <a:gd name="csY16" fmla="*/ 0 h 245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55763" h="245107">
                  <a:moveTo>
                    <a:pt x="191823" y="0"/>
                  </a:moveTo>
                  <a:lnTo>
                    <a:pt x="191823" y="21314"/>
                  </a:lnTo>
                  <a:lnTo>
                    <a:pt x="234450" y="21314"/>
                  </a:lnTo>
                  <a:lnTo>
                    <a:pt x="234450" y="223793"/>
                  </a:lnTo>
                  <a:lnTo>
                    <a:pt x="21314" y="223793"/>
                  </a:lnTo>
                  <a:lnTo>
                    <a:pt x="21314" y="21314"/>
                  </a:lnTo>
                  <a:lnTo>
                    <a:pt x="63941" y="21314"/>
                  </a:lnTo>
                  <a:lnTo>
                    <a:pt x="63941" y="0"/>
                  </a:lnTo>
                  <a:lnTo>
                    <a:pt x="21314" y="0"/>
                  </a:lnTo>
                  <a:lnTo>
                    <a:pt x="0" y="21314"/>
                  </a:lnTo>
                  <a:lnTo>
                    <a:pt x="0" y="223793"/>
                  </a:lnTo>
                  <a:lnTo>
                    <a:pt x="21314" y="245107"/>
                  </a:lnTo>
                  <a:lnTo>
                    <a:pt x="234450" y="245107"/>
                  </a:lnTo>
                  <a:lnTo>
                    <a:pt x="255764" y="223793"/>
                  </a:lnTo>
                  <a:lnTo>
                    <a:pt x="255764" y="21314"/>
                  </a:lnTo>
                  <a:lnTo>
                    <a:pt x="234450" y="0"/>
                  </a:lnTo>
                  <a:lnTo>
                    <a:pt x="191823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A5D3C3A7-AA72-5138-7F8E-032FB1817F40}"/>
                </a:ext>
              </a:extLst>
            </p:cNvPr>
            <p:cNvSpPr/>
            <p:nvPr/>
          </p:nvSpPr>
          <p:spPr>
            <a:xfrm>
              <a:off x="1692446" y="4095045"/>
              <a:ext cx="119782" cy="145731"/>
            </a:xfrm>
            <a:custGeom>
              <a:avLst/>
              <a:gdLst>
                <a:gd name="csX0" fmla="*/ 53 w 119782"/>
                <a:gd name="csY0" fmla="*/ 41295 h 145731"/>
                <a:gd name="csX1" fmla="*/ 15612 w 119782"/>
                <a:gd name="csY1" fmla="*/ 55842 h 145731"/>
                <a:gd name="csX2" fmla="*/ 48915 w 119782"/>
                <a:gd name="csY2" fmla="*/ 24671 h 145731"/>
                <a:gd name="csX3" fmla="*/ 48915 w 119782"/>
                <a:gd name="csY3" fmla="*/ 145732 h 145731"/>
                <a:gd name="csX4" fmla="*/ 70921 w 119782"/>
                <a:gd name="csY4" fmla="*/ 145732 h 145731"/>
                <a:gd name="csX5" fmla="*/ 70921 w 119782"/>
                <a:gd name="csY5" fmla="*/ 135448 h 145731"/>
                <a:gd name="csX6" fmla="*/ 70921 w 119782"/>
                <a:gd name="csY6" fmla="*/ 24671 h 145731"/>
                <a:gd name="csX7" fmla="*/ 104224 w 119782"/>
                <a:gd name="csY7" fmla="*/ 55842 h 145731"/>
                <a:gd name="csX8" fmla="*/ 119783 w 119782"/>
                <a:gd name="csY8" fmla="*/ 41295 h 145731"/>
                <a:gd name="csX9" fmla="*/ 75610 w 119782"/>
                <a:gd name="csY9" fmla="*/ 0 h 145731"/>
                <a:gd name="csX10" fmla="*/ 44173 w 119782"/>
                <a:gd name="csY10" fmla="*/ 0 h 145731"/>
                <a:gd name="csX11" fmla="*/ 0 w 119782"/>
                <a:gd name="csY11" fmla="*/ 41295 h 145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19782" h="145731">
                  <a:moveTo>
                    <a:pt x="53" y="41295"/>
                  </a:moveTo>
                  <a:lnTo>
                    <a:pt x="15612" y="55842"/>
                  </a:lnTo>
                  <a:lnTo>
                    <a:pt x="48915" y="24671"/>
                  </a:lnTo>
                  <a:lnTo>
                    <a:pt x="48915" y="145732"/>
                  </a:lnTo>
                  <a:lnTo>
                    <a:pt x="70921" y="145732"/>
                  </a:lnTo>
                  <a:cubicBezTo>
                    <a:pt x="70921" y="145732"/>
                    <a:pt x="70921" y="135448"/>
                    <a:pt x="70921" y="135448"/>
                  </a:cubicBezTo>
                  <a:lnTo>
                    <a:pt x="70921" y="24671"/>
                  </a:lnTo>
                  <a:lnTo>
                    <a:pt x="104224" y="55842"/>
                  </a:lnTo>
                  <a:lnTo>
                    <a:pt x="119783" y="41295"/>
                  </a:lnTo>
                  <a:lnTo>
                    <a:pt x="75610" y="0"/>
                  </a:lnTo>
                  <a:lnTo>
                    <a:pt x="44173" y="0"/>
                  </a:lnTo>
                  <a:lnTo>
                    <a:pt x="0" y="4129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2185BC63-36C9-304C-4B99-48E138B50D57}"/>
              </a:ext>
            </a:extLst>
          </p:cNvPr>
          <p:cNvGrpSpPr/>
          <p:nvPr userDrawn="1"/>
        </p:nvGrpSpPr>
        <p:grpSpPr>
          <a:xfrm>
            <a:off x="11123236" y="2848403"/>
            <a:ext cx="287809" cy="286348"/>
            <a:chOff x="9840179" y="3152662"/>
            <a:chExt cx="287734" cy="286348"/>
          </a:xfrm>
        </p:grpSpPr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AB088517-25D8-0564-3614-4EE55A8B6C9E}"/>
                </a:ext>
              </a:extLst>
            </p:cNvPr>
            <p:cNvSpPr/>
            <p:nvPr/>
          </p:nvSpPr>
          <p:spPr>
            <a:xfrm>
              <a:off x="9840179" y="3152662"/>
              <a:ext cx="287734" cy="286348"/>
            </a:xfrm>
            <a:custGeom>
              <a:avLst/>
              <a:gdLst>
                <a:gd name="csX0" fmla="*/ 21314 w 287734"/>
                <a:gd name="csY0" fmla="*/ 21314 h 286348"/>
                <a:gd name="csX1" fmla="*/ 21314 w 287734"/>
                <a:gd name="csY1" fmla="*/ 51579 h 286348"/>
                <a:gd name="csX2" fmla="*/ 123460 w 287734"/>
                <a:gd name="csY2" fmla="*/ 142322 h 286348"/>
                <a:gd name="csX3" fmla="*/ 123460 w 287734"/>
                <a:gd name="csY3" fmla="*/ 255764 h 286348"/>
                <a:gd name="csX4" fmla="*/ 164275 w 287734"/>
                <a:gd name="csY4" fmla="*/ 240631 h 286348"/>
                <a:gd name="csX5" fmla="*/ 164275 w 287734"/>
                <a:gd name="csY5" fmla="*/ 142322 h 286348"/>
                <a:gd name="csX6" fmla="*/ 266421 w 287734"/>
                <a:gd name="csY6" fmla="*/ 51579 h 286348"/>
                <a:gd name="csX7" fmla="*/ 266421 w 287734"/>
                <a:gd name="csY7" fmla="*/ 21314 h 286348"/>
                <a:gd name="csX8" fmla="*/ 21314 w 287734"/>
                <a:gd name="csY8" fmla="*/ 21314 h 286348"/>
                <a:gd name="csX9" fmla="*/ 287734 w 287734"/>
                <a:gd name="csY9" fmla="*/ 61117 h 286348"/>
                <a:gd name="csX10" fmla="*/ 185589 w 287734"/>
                <a:gd name="csY10" fmla="*/ 151860 h 286348"/>
                <a:gd name="csX11" fmla="*/ 185589 w 287734"/>
                <a:gd name="csY11" fmla="*/ 255444 h 286348"/>
                <a:gd name="csX12" fmla="*/ 102146 w 287734"/>
                <a:gd name="csY12" fmla="*/ 286349 h 286348"/>
                <a:gd name="csX13" fmla="*/ 102146 w 287734"/>
                <a:gd name="csY13" fmla="*/ 151860 h 286348"/>
                <a:gd name="csX14" fmla="*/ 0 w 287734"/>
                <a:gd name="csY14" fmla="*/ 61117 h 286348"/>
                <a:gd name="csX15" fmla="*/ 0 w 287734"/>
                <a:gd name="csY15" fmla="*/ 21314 h 286348"/>
                <a:gd name="csX16" fmla="*/ 21314 w 287734"/>
                <a:gd name="csY16" fmla="*/ 0 h 286348"/>
                <a:gd name="csX17" fmla="*/ 266421 w 287734"/>
                <a:gd name="csY17" fmla="*/ 0 h 286348"/>
                <a:gd name="csX18" fmla="*/ 287734 w 287734"/>
                <a:gd name="csY18" fmla="*/ 21314 h 286348"/>
                <a:gd name="csX19" fmla="*/ 287734 w 287734"/>
                <a:gd name="csY19" fmla="*/ 61117 h 2863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86348">
                  <a:moveTo>
                    <a:pt x="21314" y="21314"/>
                  </a:moveTo>
                  <a:lnTo>
                    <a:pt x="21314" y="51579"/>
                  </a:lnTo>
                  <a:lnTo>
                    <a:pt x="123460" y="142322"/>
                  </a:lnTo>
                  <a:lnTo>
                    <a:pt x="123460" y="255764"/>
                  </a:lnTo>
                  <a:lnTo>
                    <a:pt x="164275" y="240631"/>
                  </a:lnTo>
                  <a:lnTo>
                    <a:pt x="164275" y="142322"/>
                  </a:lnTo>
                  <a:lnTo>
                    <a:pt x="266421" y="51579"/>
                  </a:lnTo>
                  <a:lnTo>
                    <a:pt x="266421" y="21314"/>
                  </a:lnTo>
                  <a:lnTo>
                    <a:pt x="21314" y="21314"/>
                  </a:lnTo>
                  <a:close/>
                  <a:moveTo>
                    <a:pt x="287734" y="61117"/>
                  </a:moveTo>
                  <a:lnTo>
                    <a:pt x="185589" y="151860"/>
                  </a:lnTo>
                  <a:lnTo>
                    <a:pt x="185589" y="255444"/>
                  </a:lnTo>
                  <a:lnTo>
                    <a:pt x="102146" y="286349"/>
                  </a:lnTo>
                  <a:lnTo>
                    <a:pt x="102146" y="151860"/>
                  </a:lnTo>
                  <a:lnTo>
                    <a:pt x="0" y="61117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6111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697B442C-3604-CE36-A359-684F6532E6E7}"/>
                </a:ext>
              </a:extLst>
            </p:cNvPr>
            <p:cNvSpPr/>
            <p:nvPr/>
          </p:nvSpPr>
          <p:spPr>
            <a:xfrm>
              <a:off x="9840179" y="3152662"/>
              <a:ext cx="287734" cy="286348"/>
            </a:xfrm>
            <a:custGeom>
              <a:avLst/>
              <a:gdLst>
                <a:gd name="csX0" fmla="*/ 21314 w 287734"/>
                <a:gd name="csY0" fmla="*/ 21314 h 286348"/>
                <a:gd name="csX1" fmla="*/ 21314 w 287734"/>
                <a:gd name="csY1" fmla="*/ 51579 h 286348"/>
                <a:gd name="csX2" fmla="*/ 123460 w 287734"/>
                <a:gd name="csY2" fmla="*/ 142322 h 286348"/>
                <a:gd name="csX3" fmla="*/ 123460 w 287734"/>
                <a:gd name="csY3" fmla="*/ 255764 h 286348"/>
                <a:gd name="csX4" fmla="*/ 164275 w 287734"/>
                <a:gd name="csY4" fmla="*/ 240631 h 286348"/>
                <a:gd name="csX5" fmla="*/ 164275 w 287734"/>
                <a:gd name="csY5" fmla="*/ 142322 h 286348"/>
                <a:gd name="csX6" fmla="*/ 266421 w 287734"/>
                <a:gd name="csY6" fmla="*/ 51579 h 286348"/>
                <a:gd name="csX7" fmla="*/ 266421 w 287734"/>
                <a:gd name="csY7" fmla="*/ 21314 h 286348"/>
                <a:gd name="csX8" fmla="*/ 21314 w 287734"/>
                <a:gd name="csY8" fmla="*/ 21314 h 286348"/>
                <a:gd name="csX9" fmla="*/ 287734 w 287734"/>
                <a:gd name="csY9" fmla="*/ 61117 h 286348"/>
                <a:gd name="csX10" fmla="*/ 185589 w 287734"/>
                <a:gd name="csY10" fmla="*/ 151860 h 286348"/>
                <a:gd name="csX11" fmla="*/ 185589 w 287734"/>
                <a:gd name="csY11" fmla="*/ 255444 h 286348"/>
                <a:gd name="csX12" fmla="*/ 102146 w 287734"/>
                <a:gd name="csY12" fmla="*/ 286349 h 286348"/>
                <a:gd name="csX13" fmla="*/ 102146 w 287734"/>
                <a:gd name="csY13" fmla="*/ 151860 h 286348"/>
                <a:gd name="csX14" fmla="*/ 0 w 287734"/>
                <a:gd name="csY14" fmla="*/ 61117 h 286348"/>
                <a:gd name="csX15" fmla="*/ 0 w 287734"/>
                <a:gd name="csY15" fmla="*/ 21314 h 286348"/>
                <a:gd name="csX16" fmla="*/ 21314 w 287734"/>
                <a:gd name="csY16" fmla="*/ 0 h 286348"/>
                <a:gd name="csX17" fmla="*/ 266421 w 287734"/>
                <a:gd name="csY17" fmla="*/ 0 h 286348"/>
                <a:gd name="csX18" fmla="*/ 287734 w 287734"/>
                <a:gd name="csY18" fmla="*/ 21314 h 286348"/>
                <a:gd name="csX19" fmla="*/ 287734 w 287734"/>
                <a:gd name="csY19" fmla="*/ 61117 h 2863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86348">
                  <a:moveTo>
                    <a:pt x="21314" y="21314"/>
                  </a:moveTo>
                  <a:lnTo>
                    <a:pt x="21314" y="51579"/>
                  </a:lnTo>
                  <a:lnTo>
                    <a:pt x="123460" y="142322"/>
                  </a:lnTo>
                  <a:lnTo>
                    <a:pt x="123460" y="255764"/>
                  </a:lnTo>
                  <a:lnTo>
                    <a:pt x="164275" y="240631"/>
                  </a:lnTo>
                  <a:lnTo>
                    <a:pt x="164275" y="142322"/>
                  </a:lnTo>
                  <a:lnTo>
                    <a:pt x="266421" y="51579"/>
                  </a:lnTo>
                  <a:lnTo>
                    <a:pt x="266421" y="21314"/>
                  </a:lnTo>
                  <a:lnTo>
                    <a:pt x="21314" y="21314"/>
                  </a:lnTo>
                  <a:close/>
                  <a:moveTo>
                    <a:pt x="287734" y="61117"/>
                  </a:moveTo>
                  <a:lnTo>
                    <a:pt x="185589" y="151860"/>
                  </a:lnTo>
                  <a:lnTo>
                    <a:pt x="185589" y="255444"/>
                  </a:lnTo>
                  <a:lnTo>
                    <a:pt x="102146" y="286349"/>
                  </a:lnTo>
                  <a:lnTo>
                    <a:pt x="102146" y="151860"/>
                  </a:lnTo>
                  <a:lnTo>
                    <a:pt x="0" y="61117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6111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5C59F9B6-D0CA-E35D-70EF-670CA36FECFF}"/>
              </a:ext>
            </a:extLst>
          </p:cNvPr>
          <p:cNvGrpSpPr/>
          <p:nvPr userDrawn="1"/>
        </p:nvGrpSpPr>
        <p:grpSpPr>
          <a:xfrm>
            <a:off x="4167038" y="2880374"/>
            <a:ext cx="287809" cy="223793"/>
            <a:chOff x="3653889" y="3184632"/>
            <a:chExt cx="287734" cy="223793"/>
          </a:xfrm>
        </p:grpSpPr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038362C2-F507-0C7D-4DED-E08A490A8501}"/>
                </a:ext>
              </a:extLst>
            </p:cNvPr>
            <p:cNvSpPr/>
            <p:nvPr/>
          </p:nvSpPr>
          <p:spPr>
            <a:xfrm>
              <a:off x="3653889" y="3184632"/>
              <a:ext cx="287734" cy="223793"/>
            </a:xfrm>
            <a:custGeom>
              <a:avLst/>
              <a:gdLst>
                <a:gd name="csX0" fmla="*/ 266421 w 287734"/>
                <a:gd name="csY0" fmla="*/ 144240 h 223793"/>
                <a:gd name="csX1" fmla="*/ 216440 w 287734"/>
                <a:gd name="csY1" fmla="*/ 86267 h 223793"/>
                <a:gd name="csX2" fmla="*/ 143867 w 287734"/>
                <a:gd name="csY2" fmla="*/ 21314 h 223793"/>
                <a:gd name="csX3" fmla="*/ 71294 w 287734"/>
                <a:gd name="csY3" fmla="*/ 86267 h 223793"/>
                <a:gd name="csX4" fmla="*/ 21314 w 287734"/>
                <a:gd name="csY4" fmla="*/ 144240 h 223793"/>
                <a:gd name="csX5" fmla="*/ 73639 w 287734"/>
                <a:gd name="csY5" fmla="*/ 202373 h 223793"/>
                <a:gd name="csX6" fmla="*/ 76463 w 287734"/>
                <a:gd name="csY6" fmla="*/ 202373 h 223793"/>
                <a:gd name="csX7" fmla="*/ 211271 w 287734"/>
                <a:gd name="csY7" fmla="*/ 202426 h 223793"/>
                <a:gd name="csX8" fmla="*/ 214096 w 287734"/>
                <a:gd name="csY8" fmla="*/ 202426 h 223793"/>
                <a:gd name="csX9" fmla="*/ 266421 w 287734"/>
                <a:gd name="csY9" fmla="*/ 144187 h 223793"/>
                <a:gd name="csX10" fmla="*/ 287734 w 287734"/>
                <a:gd name="csY10" fmla="*/ 144240 h 223793"/>
                <a:gd name="csX11" fmla="*/ 211271 w 287734"/>
                <a:gd name="csY11" fmla="*/ 223793 h 223793"/>
                <a:gd name="csX12" fmla="*/ 76463 w 287734"/>
                <a:gd name="csY12" fmla="*/ 223793 h 223793"/>
                <a:gd name="csX13" fmla="*/ 0 w 287734"/>
                <a:gd name="csY13" fmla="*/ 144240 h 223793"/>
                <a:gd name="csX14" fmla="*/ 53657 w 287734"/>
                <a:gd name="csY14" fmla="*/ 68257 h 223793"/>
                <a:gd name="csX15" fmla="*/ 143867 w 287734"/>
                <a:gd name="csY15" fmla="*/ 0 h 223793"/>
                <a:gd name="csX16" fmla="*/ 234024 w 287734"/>
                <a:gd name="csY16" fmla="*/ 68257 h 223793"/>
                <a:gd name="csX17" fmla="*/ 287734 w 287734"/>
                <a:gd name="csY17" fmla="*/ 144240 h 223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23793">
                  <a:moveTo>
                    <a:pt x="266421" y="144240"/>
                  </a:moveTo>
                  <a:cubicBezTo>
                    <a:pt x="266421" y="113921"/>
                    <a:pt x="244468" y="88984"/>
                    <a:pt x="216440" y="86267"/>
                  </a:cubicBezTo>
                  <a:cubicBezTo>
                    <a:pt x="210685" y="49448"/>
                    <a:pt x="180420" y="21314"/>
                    <a:pt x="143867" y="21314"/>
                  </a:cubicBezTo>
                  <a:cubicBezTo>
                    <a:pt x="107314" y="21314"/>
                    <a:pt x="77049" y="49394"/>
                    <a:pt x="71294" y="86267"/>
                  </a:cubicBezTo>
                  <a:cubicBezTo>
                    <a:pt x="43267" y="88984"/>
                    <a:pt x="21314" y="113921"/>
                    <a:pt x="21314" y="144240"/>
                  </a:cubicBezTo>
                  <a:cubicBezTo>
                    <a:pt x="21314" y="174559"/>
                    <a:pt x="44492" y="200828"/>
                    <a:pt x="73639" y="202373"/>
                  </a:cubicBezTo>
                  <a:lnTo>
                    <a:pt x="76463" y="202373"/>
                  </a:lnTo>
                  <a:cubicBezTo>
                    <a:pt x="76463" y="202373"/>
                    <a:pt x="211271" y="202426"/>
                    <a:pt x="211271" y="202426"/>
                  </a:cubicBezTo>
                  <a:lnTo>
                    <a:pt x="214096" y="202426"/>
                  </a:lnTo>
                  <a:cubicBezTo>
                    <a:pt x="243242" y="200775"/>
                    <a:pt x="266421" y="175358"/>
                    <a:pt x="266421" y="144187"/>
                  </a:cubicBezTo>
                  <a:close/>
                  <a:moveTo>
                    <a:pt x="287734" y="144240"/>
                  </a:moveTo>
                  <a:cubicBezTo>
                    <a:pt x="287734" y="187081"/>
                    <a:pt x="254592" y="223793"/>
                    <a:pt x="211271" y="223793"/>
                  </a:cubicBezTo>
                  <a:lnTo>
                    <a:pt x="76463" y="223793"/>
                  </a:lnTo>
                  <a:cubicBezTo>
                    <a:pt x="33143" y="223793"/>
                    <a:pt x="0" y="187081"/>
                    <a:pt x="0" y="144240"/>
                  </a:cubicBezTo>
                  <a:cubicBezTo>
                    <a:pt x="0" y="109286"/>
                    <a:pt x="22006" y="78487"/>
                    <a:pt x="53657" y="68257"/>
                  </a:cubicBezTo>
                  <a:cubicBezTo>
                    <a:pt x="65912" y="29200"/>
                    <a:pt x="101027" y="0"/>
                    <a:pt x="143867" y="0"/>
                  </a:cubicBezTo>
                  <a:cubicBezTo>
                    <a:pt x="186708" y="0"/>
                    <a:pt x="221822" y="29200"/>
                    <a:pt x="234024" y="68257"/>
                  </a:cubicBezTo>
                  <a:cubicBezTo>
                    <a:pt x="265675" y="78487"/>
                    <a:pt x="287734" y="109286"/>
                    <a:pt x="287734" y="14424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E306FC11-8F69-3215-F5BA-5A5BD93A030A}"/>
                </a:ext>
              </a:extLst>
            </p:cNvPr>
            <p:cNvSpPr/>
            <p:nvPr/>
          </p:nvSpPr>
          <p:spPr>
            <a:xfrm>
              <a:off x="3653889" y="3184632"/>
              <a:ext cx="287734" cy="223793"/>
            </a:xfrm>
            <a:custGeom>
              <a:avLst/>
              <a:gdLst>
                <a:gd name="csX0" fmla="*/ 266421 w 287734"/>
                <a:gd name="csY0" fmla="*/ 144240 h 223793"/>
                <a:gd name="csX1" fmla="*/ 216440 w 287734"/>
                <a:gd name="csY1" fmla="*/ 86267 h 223793"/>
                <a:gd name="csX2" fmla="*/ 143867 w 287734"/>
                <a:gd name="csY2" fmla="*/ 21314 h 223793"/>
                <a:gd name="csX3" fmla="*/ 71294 w 287734"/>
                <a:gd name="csY3" fmla="*/ 86267 h 223793"/>
                <a:gd name="csX4" fmla="*/ 21314 w 287734"/>
                <a:gd name="csY4" fmla="*/ 144240 h 223793"/>
                <a:gd name="csX5" fmla="*/ 73639 w 287734"/>
                <a:gd name="csY5" fmla="*/ 202373 h 223793"/>
                <a:gd name="csX6" fmla="*/ 76463 w 287734"/>
                <a:gd name="csY6" fmla="*/ 202373 h 223793"/>
                <a:gd name="csX7" fmla="*/ 211271 w 287734"/>
                <a:gd name="csY7" fmla="*/ 202426 h 223793"/>
                <a:gd name="csX8" fmla="*/ 214096 w 287734"/>
                <a:gd name="csY8" fmla="*/ 202426 h 223793"/>
                <a:gd name="csX9" fmla="*/ 266421 w 287734"/>
                <a:gd name="csY9" fmla="*/ 144187 h 223793"/>
                <a:gd name="csX10" fmla="*/ 287734 w 287734"/>
                <a:gd name="csY10" fmla="*/ 144240 h 223793"/>
                <a:gd name="csX11" fmla="*/ 211271 w 287734"/>
                <a:gd name="csY11" fmla="*/ 223793 h 223793"/>
                <a:gd name="csX12" fmla="*/ 76463 w 287734"/>
                <a:gd name="csY12" fmla="*/ 223793 h 223793"/>
                <a:gd name="csX13" fmla="*/ 0 w 287734"/>
                <a:gd name="csY13" fmla="*/ 144240 h 223793"/>
                <a:gd name="csX14" fmla="*/ 53657 w 287734"/>
                <a:gd name="csY14" fmla="*/ 68257 h 223793"/>
                <a:gd name="csX15" fmla="*/ 143867 w 287734"/>
                <a:gd name="csY15" fmla="*/ 0 h 223793"/>
                <a:gd name="csX16" fmla="*/ 234024 w 287734"/>
                <a:gd name="csY16" fmla="*/ 68257 h 223793"/>
                <a:gd name="csX17" fmla="*/ 287734 w 287734"/>
                <a:gd name="csY17" fmla="*/ 144240 h 223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23793">
                  <a:moveTo>
                    <a:pt x="266421" y="144240"/>
                  </a:moveTo>
                  <a:cubicBezTo>
                    <a:pt x="266421" y="113921"/>
                    <a:pt x="244468" y="88984"/>
                    <a:pt x="216440" y="86267"/>
                  </a:cubicBezTo>
                  <a:cubicBezTo>
                    <a:pt x="210685" y="49448"/>
                    <a:pt x="180420" y="21314"/>
                    <a:pt x="143867" y="21314"/>
                  </a:cubicBezTo>
                  <a:cubicBezTo>
                    <a:pt x="107314" y="21314"/>
                    <a:pt x="77049" y="49394"/>
                    <a:pt x="71294" y="86267"/>
                  </a:cubicBezTo>
                  <a:cubicBezTo>
                    <a:pt x="43267" y="88984"/>
                    <a:pt x="21314" y="113921"/>
                    <a:pt x="21314" y="144240"/>
                  </a:cubicBezTo>
                  <a:cubicBezTo>
                    <a:pt x="21314" y="174559"/>
                    <a:pt x="44492" y="200828"/>
                    <a:pt x="73639" y="202373"/>
                  </a:cubicBezTo>
                  <a:lnTo>
                    <a:pt x="76463" y="202373"/>
                  </a:lnTo>
                  <a:cubicBezTo>
                    <a:pt x="76463" y="202373"/>
                    <a:pt x="211271" y="202426"/>
                    <a:pt x="211271" y="202426"/>
                  </a:cubicBezTo>
                  <a:lnTo>
                    <a:pt x="214096" y="202426"/>
                  </a:lnTo>
                  <a:cubicBezTo>
                    <a:pt x="243242" y="200775"/>
                    <a:pt x="266421" y="175358"/>
                    <a:pt x="266421" y="144187"/>
                  </a:cubicBezTo>
                  <a:close/>
                  <a:moveTo>
                    <a:pt x="287734" y="144240"/>
                  </a:moveTo>
                  <a:cubicBezTo>
                    <a:pt x="287734" y="187081"/>
                    <a:pt x="254592" y="223793"/>
                    <a:pt x="211271" y="223793"/>
                  </a:cubicBezTo>
                  <a:lnTo>
                    <a:pt x="76463" y="223793"/>
                  </a:lnTo>
                  <a:cubicBezTo>
                    <a:pt x="33143" y="223793"/>
                    <a:pt x="0" y="187081"/>
                    <a:pt x="0" y="144240"/>
                  </a:cubicBezTo>
                  <a:cubicBezTo>
                    <a:pt x="0" y="109286"/>
                    <a:pt x="22006" y="78487"/>
                    <a:pt x="53657" y="68257"/>
                  </a:cubicBezTo>
                  <a:cubicBezTo>
                    <a:pt x="65912" y="29200"/>
                    <a:pt x="101027" y="0"/>
                    <a:pt x="143867" y="0"/>
                  </a:cubicBezTo>
                  <a:cubicBezTo>
                    <a:pt x="186708" y="0"/>
                    <a:pt x="221822" y="29200"/>
                    <a:pt x="234024" y="68257"/>
                  </a:cubicBezTo>
                  <a:cubicBezTo>
                    <a:pt x="265675" y="78487"/>
                    <a:pt x="287734" y="109286"/>
                    <a:pt x="287734" y="14424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C5A7F940-4D31-600B-6416-D2705883FCCD}"/>
              </a:ext>
            </a:extLst>
          </p:cNvPr>
          <p:cNvGrpSpPr/>
          <p:nvPr userDrawn="1"/>
        </p:nvGrpSpPr>
        <p:grpSpPr>
          <a:xfrm>
            <a:off x="3015774" y="2848456"/>
            <a:ext cx="287702" cy="287574"/>
            <a:chOff x="2630940" y="3152715"/>
            <a:chExt cx="287627" cy="287574"/>
          </a:xfrm>
        </p:grpSpPr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074CA8DD-89E4-B871-FAB0-119FE8B08AF5}"/>
                </a:ext>
              </a:extLst>
            </p:cNvPr>
            <p:cNvSpPr/>
            <p:nvPr/>
          </p:nvSpPr>
          <p:spPr>
            <a:xfrm>
              <a:off x="2630940" y="3152715"/>
              <a:ext cx="287627" cy="287574"/>
            </a:xfrm>
            <a:custGeom>
              <a:avLst/>
              <a:gdLst>
                <a:gd name="csX0" fmla="*/ 124632 w 287627"/>
                <a:gd name="csY0" fmla="*/ 6554 h 287574"/>
                <a:gd name="csX1" fmla="*/ 124632 w 287627"/>
                <a:gd name="csY1" fmla="*/ 6554 h 287574"/>
                <a:gd name="csX2" fmla="*/ 124419 w 287627"/>
                <a:gd name="csY2" fmla="*/ 7034 h 287574"/>
                <a:gd name="csX3" fmla="*/ 123672 w 287627"/>
                <a:gd name="csY3" fmla="*/ 8579 h 287574"/>
                <a:gd name="csX4" fmla="*/ 120635 w 287627"/>
                <a:gd name="csY4" fmla="*/ 14440 h 287574"/>
                <a:gd name="csX5" fmla="*/ 109659 w 287627"/>
                <a:gd name="csY5" fmla="*/ 34102 h 287574"/>
                <a:gd name="csX6" fmla="*/ 78008 w 287627"/>
                <a:gd name="csY6" fmla="*/ 78008 h 287574"/>
                <a:gd name="csX7" fmla="*/ 34102 w 287627"/>
                <a:gd name="csY7" fmla="*/ 109659 h 287574"/>
                <a:gd name="csX8" fmla="*/ 14440 w 287627"/>
                <a:gd name="csY8" fmla="*/ 120635 h 287574"/>
                <a:gd name="csX9" fmla="*/ 8579 w 287627"/>
                <a:gd name="csY9" fmla="*/ 123672 h 287574"/>
                <a:gd name="csX10" fmla="*/ 7034 w 287627"/>
                <a:gd name="csY10" fmla="*/ 124472 h 287574"/>
                <a:gd name="csX11" fmla="*/ 6661 w 287627"/>
                <a:gd name="csY11" fmla="*/ 124632 h 287574"/>
                <a:gd name="csX12" fmla="*/ 6607 w 287627"/>
                <a:gd name="csY12" fmla="*/ 124632 h 287574"/>
                <a:gd name="csX13" fmla="*/ 6607 w 287627"/>
                <a:gd name="csY13" fmla="*/ 124632 h 287574"/>
                <a:gd name="csX14" fmla="*/ 6607 w 287627"/>
                <a:gd name="csY14" fmla="*/ 124632 h 287574"/>
                <a:gd name="csX15" fmla="*/ 0 w 287627"/>
                <a:gd name="csY15" fmla="*/ 127882 h 287574"/>
                <a:gd name="csX16" fmla="*/ 0 w 287627"/>
                <a:gd name="csY16" fmla="*/ 159693 h 287574"/>
                <a:gd name="csX17" fmla="*/ 6607 w 287627"/>
                <a:gd name="csY17" fmla="*/ 162943 h 287574"/>
                <a:gd name="csX18" fmla="*/ 6607 w 287627"/>
                <a:gd name="csY18" fmla="*/ 162943 h 287574"/>
                <a:gd name="csX19" fmla="*/ 6661 w 287627"/>
                <a:gd name="csY19" fmla="*/ 162943 h 287574"/>
                <a:gd name="csX20" fmla="*/ 7034 w 287627"/>
                <a:gd name="csY20" fmla="*/ 163103 h 287574"/>
                <a:gd name="csX21" fmla="*/ 8579 w 287627"/>
                <a:gd name="csY21" fmla="*/ 163902 h 287574"/>
                <a:gd name="csX22" fmla="*/ 14440 w 287627"/>
                <a:gd name="csY22" fmla="*/ 166939 h 287574"/>
                <a:gd name="csX23" fmla="*/ 34102 w 287627"/>
                <a:gd name="csY23" fmla="*/ 177916 h 287574"/>
                <a:gd name="csX24" fmla="*/ 78008 w 287627"/>
                <a:gd name="csY24" fmla="*/ 209567 h 287574"/>
                <a:gd name="csX25" fmla="*/ 109659 w 287627"/>
                <a:gd name="csY25" fmla="*/ 253473 h 287574"/>
                <a:gd name="csX26" fmla="*/ 120635 w 287627"/>
                <a:gd name="csY26" fmla="*/ 273135 h 287574"/>
                <a:gd name="csX27" fmla="*/ 123672 w 287627"/>
                <a:gd name="csY27" fmla="*/ 278996 h 287574"/>
                <a:gd name="csX28" fmla="*/ 124419 w 287627"/>
                <a:gd name="csY28" fmla="*/ 280541 h 287574"/>
                <a:gd name="csX29" fmla="*/ 124632 w 287627"/>
                <a:gd name="csY29" fmla="*/ 280967 h 287574"/>
                <a:gd name="csX30" fmla="*/ 124632 w 287627"/>
                <a:gd name="csY30" fmla="*/ 280967 h 287574"/>
                <a:gd name="csX31" fmla="*/ 124632 w 287627"/>
                <a:gd name="csY31" fmla="*/ 280967 h 287574"/>
                <a:gd name="csX32" fmla="*/ 127882 w 287627"/>
                <a:gd name="csY32" fmla="*/ 287575 h 287574"/>
                <a:gd name="csX33" fmla="*/ 159693 w 287627"/>
                <a:gd name="csY33" fmla="*/ 287575 h 287574"/>
                <a:gd name="csX34" fmla="*/ 162943 w 287627"/>
                <a:gd name="csY34" fmla="*/ 280967 h 287574"/>
                <a:gd name="csX35" fmla="*/ 162943 w 287627"/>
                <a:gd name="csY35" fmla="*/ 280967 h 287574"/>
                <a:gd name="csX36" fmla="*/ 162943 w 287627"/>
                <a:gd name="csY36" fmla="*/ 280914 h 287574"/>
                <a:gd name="csX37" fmla="*/ 163103 w 287627"/>
                <a:gd name="csY37" fmla="*/ 280541 h 287574"/>
                <a:gd name="csX38" fmla="*/ 163902 w 287627"/>
                <a:gd name="csY38" fmla="*/ 278996 h 287574"/>
                <a:gd name="csX39" fmla="*/ 166939 w 287627"/>
                <a:gd name="csY39" fmla="*/ 273135 h 287574"/>
                <a:gd name="csX40" fmla="*/ 177916 w 287627"/>
                <a:gd name="csY40" fmla="*/ 253473 h 287574"/>
                <a:gd name="csX41" fmla="*/ 209567 w 287627"/>
                <a:gd name="csY41" fmla="*/ 209567 h 287574"/>
                <a:gd name="csX42" fmla="*/ 253473 w 287627"/>
                <a:gd name="csY42" fmla="*/ 177916 h 287574"/>
                <a:gd name="csX43" fmla="*/ 273135 w 287627"/>
                <a:gd name="csY43" fmla="*/ 166939 h 287574"/>
                <a:gd name="csX44" fmla="*/ 278996 w 287627"/>
                <a:gd name="csY44" fmla="*/ 163902 h 287574"/>
                <a:gd name="csX45" fmla="*/ 280541 w 287627"/>
                <a:gd name="csY45" fmla="*/ 163103 h 287574"/>
                <a:gd name="csX46" fmla="*/ 280914 w 287627"/>
                <a:gd name="csY46" fmla="*/ 162943 h 287574"/>
                <a:gd name="csX47" fmla="*/ 281021 w 287627"/>
                <a:gd name="csY47" fmla="*/ 162943 h 287574"/>
                <a:gd name="csX48" fmla="*/ 281021 w 287627"/>
                <a:gd name="csY48" fmla="*/ 162943 h 287574"/>
                <a:gd name="csX49" fmla="*/ 281021 w 287627"/>
                <a:gd name="csY49" fmla="*/ 162943 h 287574"/>
                <a:gd name="csX50" fmla="*/ 287628 w 287627"/>
                <a:gd name="csY50" fmla="*/ 159693 h 287574"/>
                <a:gd name="csX51" fmla="*/ 287628 w 287627"/>
                <a:gd name="csY51" fmla="*/ 127882 h 287574"/>
                <a:gd name="csX52" fmla="*/ 281021 w 287627"/>
                <a:gd name="csY52" fmla="*/ 124632 h 287574"/>
                <a:gd name="csX53" fmla="*/ 281021 w 287627"/>
                <a:gd name="csY53" fmla="*/ 124632 h 287574"/>
                <a:gd name="csX54" fmla="*/ 281021 w 287627"/>
                <a:gd name="csY54" fmla="*/ 124632 h 287574"/>
                <a:gd name="csX55" fmla="*/ 280914 w 287627"/>
                <a:gd name="csY55" fmla="*/ 124632 h 287574"/>
                <a:gd name="csX56" fmla="*/ 280541 w 287627"/>
                <a:gd name="csY56" fmla="*/ 124472 h 287574"/>
                <a:gd name="csX57" fmla="*/ 278996 w 287627"/>
                <a:gd name="csY57" fmla="*/ 123672 h 287574"/>
                <a:gd name="csX58" fmla="*/ 273135 w 287627"/>
                <a:gd name="csY58" fmla="*/ 120635 h 287574"/>
                <a:gd name="csX59" fmla="*/ 253473 w 287627"/>
                <a:gd name="csY59" fmla="*/ 109659 h 287574"/>
                <a:gd name="csX60" fmla="*/ 209567 w 287627"/>
                <a:gd name="csY60" fmla="*/ 78008 h 287574"/>
                <a:gd name="csX61" fmla="*/ 177916 w 287627"/>
                <a:gd name="csY61" fmla="*/ 34102 h 287574"/>
                <a:gd name="csX62" fmla="*/ 166939 w 287627"/>
                <a:gd name="csY62" fmla="*/ 14440 h 287574"/>
                <a:gd name="csX63" fmla="*/ 163902 w 287627"/>
                <a:gd name="csY63" fmla="*/ 8579 h 287574"/>
                <a:gd name="csX64" fmla="*/ 163103 w 287627"/>
                <a:gd name="csY64" fmla="*/ 7034 h 287574"/>
                <a:gd name="csX65" fmla="*/ 162943 w 287627"/>
                <a:gd name="csY65" fmla="*/ 6661 h 287574"/>
                <a:gd name="csX66" fmla="*/ 162943 w 287627"/>
                <a:gd name="csY66" fmla="*/ 6607 h 287574"/>
                <a:gd name="csX67" fmla="*/ 162943 w 287627"/>
                <a:gd name="csY67" fmla="*/ 6607 h 287574"/>
                <a:gd name="csX68" fmla="*/ 159693 w 287627"/>
                <a:gd name="csY68" fmla="*/ 0 h 287574"/>
                <a:gd name="csX69" fmla="*/ 127882 w 287627"/>
                <a:gd name="csY69" fmla="*/ 0 h 287574"/>
                <a:gd name="csX70" fmla="*/ 124632 w 287627"/>
                <a:gd name="csY70" fmla="*/ 6607 h 287574"/>
                <a:gd name="csX71" fmla="*/ 143761 w 287627"/>
                <a:gd name="csY71" fmla="*/ 15932 h 287574"/>
                <a:gd name="csX72" fmla="*/ 192143 w 287627"/>
                <a:gd name="csY72" fmla="*/ 90583 h 287574"/>
                <a:gd name="csX73" fmla="*/ 194540 w 287627"/>
                <a:gd name="csY73" fmla="*/ 93034 h 287574"/>
                <a:gd name="csX74" fmla="*/ 271643 w 287627"/>
                <a:gd name="csY74" fmla="*/ 143814 h 287574"/>
                <a:gd name="csX75" fmla="*/ 196992 w 287627"/>
                <a:gd name="csY75" fmla="*/ 192196 h 287574"/>
                <a:gd name="csX76" fmla="*/ 194540 w 287627"/>
                <a:gd name="csY76" fmla="*/ 194594 h 287574"/>
                <a:gd name="csX77" fmla="*/ 143761 w 287627"/>
                <a:gd name="csY77" fmla="*/ 271696 h 287574"/>
                <a:gd name="csX78" fmla="*/ 92981 w 287627"/>
                <a:gd name="csY78" fmla="*/ 194594 h 287574"/>
                <a:gd name="csX79" fmla="*/ 90530 w 287627"/>
                <a:gd name="csY79" fmla="*/ 192196 h 287574"/>
                <a:gd name="csX80" fmla="*/ 15879 w 287627"/>
                <a:gd name="csY80" fmla="*/ 143814 h 287574"/>
                <a:gd name="csX81" fmla="*/ 90530 w 287627"/>
                <a:gd name="csY81" fmla="*/ 95432 h 287574"/>
                <a:gd name="csX82" fmla="*/ 92981 w 287627"/>
                <a:gd name="csY82" fmla="*/ 93034 h 287574"/>
                <a:gd name="csX83" fmla="*/ 143761 w 287627"/>
                <a:gd name="csY83" fmla="*/ 15932 h 287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</a:cxnLst>
              <a:rect l="l" t="t" r="r" b="b"/>
              <a:pathLst>
                <a:path w="287627" h="287574">
                  <a:moveTo>
                    <a:pt x="124632" y="6554"/>
                  </a:moveTo>
                  <a:lnTo>
                    <a:pt x="124632" y="6554"/>
                  </a:lnTo>
                  <a:cubicBezTo>
                    <a:pt x="124632" y="6554"/>
                    <a:pt x="124419" y="7034"/>
                    <a:pt x="124419" y="7034"/>
                  </a:cubicBezTo>
                  <a:cubicBezTo>
                    <a:pt x="124259" y="7353"/>
                    <a:pt x="123992" y="7886"/>
                    <a:pt x="123672" y="8579"/>
                  </a:cubicBezTo>
                  <a:cubicBezTo>
                    <a:pt x="122980" y="9964"/>
                    <a:pt x="121968" y="11936"/>
                    <a:pt x="120635" y="14440"/>
                  </a:cubicBezTo>
                  <a:cubicBezTo>
                    <a:pt x="117971" y="19449"/>
                    <a:pt x="114188" y="26376"/>
                    <a:pt x="109659" y="34102"/>
                  </a:cubicBezTo>
                  <a:cubicBezTo>
                    <a:pt x="100281" y="49927"/>
                    <a:pt x="88718" y="67245"/>
                    <a:pt x="78008" y="78008"/>
                  </a:cubicBezTo>
                  <a:cubicBezTo>
                    <a:pt x="67245" y="88771"/>
                    <a:pt x="49927" y="100334"/>
                    <a:pt x="34102" y="109659"/>
                  </a:cubicBezTo>
                  <a:cubicBezTo>
                    <a:pt x="26429" y="114188"/>
                    <a:pt x="19449" y="117971"/>
                    <a:pt x="14440" y="120635"/>
                  </a:cubicBezTo>
                  <a:cubicBezTo>
                    <a:pt x="11936" y="121967"/>
                    <a:pt x="9911" y="122980"/>
                    <a:pt x="8579" y="123672"/>
                  </a:cubicBezTo>
                  <a:cubicBezTo>
                    <a:pt x="7886" y="123992"/>
                    <a:pt x="7353" y="124259"/>
                    <a:pt x="7034" y="124472"/>
                  </a:cubicBezTo>
                  <a:cubicBezTo>
                    <a:pt x="6874" y="124578"/>
                    <a:pt x="6714" y="124632"/>
                    <a:pt x="6661" y="124632"/>
                  </a:cubicBezTo>
                  <a:cubicBezTo>
                    <a:pt x="6661" y="124632"/>
                    <a:pt x="6607" y="124632"/>
                    <a:pt x="6607" y="124632"/>
                  </a:cubicBezTo>
                  <a:cubicBezTo>
                    <a:pt x="6607" y="124632"/>
                    <a:pt x="6607" y="124632"/>
                    <a:pt x="6607" y="124632"/>
                  </a:cubicBezTo>
                  <a:lnTo>
                    <a:pt x="6607" y="124632"/>
                  </a:lnTo>
                  <a:lnTo>
                    <a:pt x="0" y="127882"/>
                  </a:lnTo>
                  <a:lnTo>
                    <a:pt x="0" y="159693"/>
                  </a:lnTo>
                  <a:lnTo>
                    <a:pt x="6607" y="162943"/>
                  </a:lnTo>
                  <a:lnTo>
                    <a:pt x="6607" y="162943"/>
                  </a:lnTo>
                  <a:cubicBezTo>
                    <a:pt x="6607" y="162943"/>
                    <a:pt x="6607" y="162943"/>
                    <a:pt x="6661" y="162943"/>
                  </a:cubicBezTo>
                  <a:cubicBezTo>
                    <a:pt x="6714" y="162943"/>
                    <a:pt x="6874" y="163050"/>
                    <a:pt x="7034" y="163103"/>
                  </a:cubicBezTo>
                  <a:cubicBezTo>
                    <a:pt x="7353" y="163263"/>
                    <a:pt x="7886" y="163529"/>
                    <a:pt x="8579" y="163902"/>
                  </a:cubicBezTo>
                  <a:cubicBezTo>
                    <a:pt x="9964" y="164595"/>
                    <a:pt x="11936" y="165607"/>
                    <a:pt x="14440" y="166939"/>
                  </a:cubicBezTo>
                  <a:cubicBezTo>
                    <a:pt x="19449" y="169604"/>
                    <a:pt x="26376" y="173387"/>
                    <a:pt x="34102" y="177916"/>
                  </a:cubicBezTo>
                  <a:cubicBezTo>
                    <a:pt x="49927" y="187294"/>
                    <a:pt x="67245" y="198856"/>
                    <a:pt x="78008" y="209567"/>
                  </a:cubicBezTo>
                  <a:cubicBezTo>
                    <a:pt x="88771" y="220330"/>
                    <a:pt x="100334" y="237647"/>
                    <a:pt x="109659" y="253473"/>
                  </a:cubicBezTo>
                  <a:cubicBezTo>
                    <a:pt x="114188" y="261146"/>
                    <a:pt x="118024" y="268126"/>
                    <a:pt x="120635" y="273135"/>
                  </a:cubicBezTo>
                  <a:cubicBezTo>
                    <a:pt x="121968" y="275639"/>
                    <a:pt x="122980" y="277664"/>
                    <a:pt x="123672" y="278996"/>
                  </a:cubicBezTo>
                  <a:cubicBezTo>
                    <a:pt x="124046" y="279689"/>
                    <a:pt x="124259" y="280221"/>
                    <a:pt x="124419" y="280541"/>
                  </a:cubicBezTo>
                  <a:lnTo>
                    <a:pt x="124632" y="280967"/>
                  </a:lnTo>
                  <a:lnTo>
                    <a:pt x="124632" y="280967"/>
                  </a:lnTo>
                  <a:cubicBezTo>
                    <a:pt x="124632" y="280967"/>
                    <a:pt x="124632" y="280967"/>
                    <a:pt x="124632" y="280967"/>
                  </a:cubicBezTo>
                  <a:lnTo>
                    <a:pt x="127882" y="287575"/>
                  </a:lnTo>
                  <a:lnTo>
                    <a:pt x="159693" y="287575"/>
                  </a:lnTo>
                  <a:lnTo>
                    <a:pt x="162943" y="280967"/>
                  </a:lnTo>
                  <a:cubicBezTo>
                    <a:pt x="162943" y="280967"/>
                    <a:pt x="162943" y="280967"/>
                    <a:pt x="162943" y="280967"/>
                  </a:cubicBezTo>
                  <a:cubicBezTo>
                    <a:pt x="162943" y="280967"/>
                    <a:pt x="162943" y="280967"/>
                    <a:pt x="162943" y="280914"/>
                  </a:cubicBezTo>
                  <a:cubicBezTo>
                    <a:pt x="162943" y="280861"/>
                    <a:pt x="163050" y="280701"/>
                    <a:pt x="163103" y="280541"/>
                  </a:cubicBezTo>
                  <a:cubicBezTo>
                    <a:pt x="163263" y="280221"/>
                    <a:pt x="163529" y="279689"/>
                    <a:pt x="163902" y="278996"/>
                  </a:cubicBezTo>
                  <a:cubicBezTo>
                    <a:pt x="164595" y="277610"/>
                    <a:pt x="165607" y="275639"/>
                    <a:pt x="166939" y="273135"/>
                  </a:cubicBezTo>
                  <a:cubicBezTo>
                    <a:pt x="169604" y="268126"/>
                    <a:pt x="173387" y="261199"/>
                    <a:pt x="177916" y="253473"/>
                  </a:cubicBezTo>
                  <a:cubicBezTo>
                    <a:pt x="187294" y="237647"/>
                    <a:pt x="198856" y="220330"/>
                    <a:pt x="209567" y="209567"/>
                  </a:cubicBezTo>
                  <a:cubicBezTo>
                    <a:pt x="220330" y="198803"/>
                    <a:pt x="237647" y="187241"/>
                    <a:pt x="253473" y="177916"/>
                  </a:cubicBezTo>
                  <a:cubicBezTo>
                    <a:pt x="261146" y="173387"/>
                    <a:pt x="268126" y="169604"/>
                    <a:pt x="273135" y="166939"/>
                  </a:cubicBezTo>
                  <a:cubicBezTo>
                    <a:pt x="275639" y="165607"/>
                    <a:pt x="277664" y="164595"/>
                    <a:pt x="278996" y="163902"/>
                  </a:cubicBezTo>
                  <a:cubicBezTo>
                    <a:pt x="279688" y="163582"/>
                    <a:pt x="280168" y="163316"/>
                    <a:pt x="280541" y="163103"/>
                  </a:cubicBezTo>
                  <a:cubicBezTo>
                    <a:pt x="280701" y="162996"/>
                    <a:pt x="280808" y="162943"/>
                    <a:pt x="280914" y="162943"/>
                  </a:cubicBezTo>
                  <a:cubicBezTo>
                    <a:pt x="280914" y="162943"/>
                    <a:pt x="280967" y="162943"/>
                    <a:pt x="281021" y="162943"/>
                  </a:cubicBezTo>
                  <a:cubicBezTo>
                    <a:pt x="281021" y="162943"/>
                    <a:pt x="281021" y="162943"/>
                    <a:pt x="281021" y="162943"/>
                  </a:cubicBezTo>
                  <a:lnTo>
                    <a:pt x="281021" y="162943"/>
                  </a:lnTo>
                  <a:lnTo>
                    <a:pt x="287628" y="159693"/>
                  </a:lnTo>
                  <a:lnTo>
                    <a:pt x="287628" y="127882"/>
                  </a:lnTo>
                  <a:lnTo>
                    <a:pt x="281021" y="124632"/>
                  </a:lnTo>
                  <a:lnTo>
                    <a:pt x="281021" y="124632"/>
                  </a:lnTo>
                  <a:cubicBezTo>
                    <a:pt x="281021" y="124632"/>
                    <a:pt x="281021" y="124632"/>
                    <a:pt x="281021" y="124632"/>
                  </a:cubicBezTo>
                  <a:cubicBezTo>
                    <a:pt x="281021" y="124632"/>
                    <a:pt x="281021" y="124632"/>
                    <a:pt x="280914" y="124632"/>
                  </a:cubicBezTo>
                  <a:cubicBezTo>
                    <a:pt x="280861" y="124632"/>
                    <a:pt x="280701" y="124525"/>
                    <a:pt x="280541" y="124472"/>
                  </a:cubicBezTo>
                  <a:cubicBezTo>
                    <a:pt x="280221" y="124312"/>
                    <a:pt x="279688" y="124045"/>
                    <a:pt x="278996" y="123672"/>
                  </a:cubicBezTo>
                  <a:cubicBezTo>
                    <a:pt x="277610" y="122980"/>
                    <a:pt x="275639" y="121967"/>
                    <a:pt x="273135" y="120635"/>
                  </a:cubicBezTo>
                  <a:cubicBezTo>
                    <a:pt x="268126" y="117971"/>
                    <a:pt x="261199" y="114188"/>
                    <a:pt x="253473" y="109659"/>
                  </a:cubicBezTo>
                  <a:cubicBezTo>
                    <a:pt x="237647" y="100281"/>
                    <a:pt x="220330" y="88718"/>
                    <a:pt x="209567" y="78008"/>
                  </a:cubicBezTo>
                  <a:cubicBezTo>
                    <a:pt x="198803" y="67245"/>
                    <a:pt x="187241" y="49927"/>
                    <a:pt x="177916" y="34102"/>
                  </a:cubicBezTo>
                  <a:cubicBezTo>
                    <a:pt x="173387" y="26429"/>
                    <a:pt x="169604" y="19449"/>
                    <a:pt x="166939" y="14440"/>
                  </a:cubicBezTo>
                  <a:cubicBezTo>
                    <a:pt x="165607" y="11936"/>
                    <a:pt x="164595" y="9911"/>
                    <a:pt x="163902" y="8579"/>
                  </a:cubicBezTo>
                  <a:cubicBezTo>
                    <a:pt x="163529" y="7886"/>
                    <a:pt x="163316" y="7353"/>
                    <a:pt x="163103" y="7034"/>
                  </a:cubicBezTo>
                  <a:cubicBezTo>
                    <a:pt x="162996" y="6874"/>
                    <a:pt x="162943" y="6714"/>
                    <a:pt x="162943" y="6661"/>
                  </a:cubicBezTo>
                  <a:cubicBezTo>
                    <a:pt x="162943" y="6661"/>
                    <a:pt x="162943" y="6607"/>
                    <a:pt x="162943" y="6607"/>
                  </a:cubicBezTo>
                  <a:cubicBezTo>
                    <a:pt x="162943" y="6607"/>
                    <a:pt x="162943" y="6607"/>
                    <a:pt x="162943" y="6607"/>
                  </a:cubicBezTo>
                  <a:lnTo>
                    <a:pt x="159693" y="0"/>
                  </a:lnTo>
                  <a:lnTo>
                    <a:pt x="127882" y="0"/>
                  </a:lnTo>
                  <a:lnTo>
                    <a:pt x="124632" y="6607"/>
                  </a:lnTo>
                  <a:close/>
                  <a:moveTo>
                    <a:pt x="143761" y="15932"/>
                  </a:moveTo>
                  <a:cubicBezTo>
                    <a:pt x="143921" y="16198"/>
                    <a:pt x="167579" y="64421"/>
                    <a:pt x="192143" y="90583"/>
                  </a:cubicBezTo>
                  <a:lnTo>
                    <a:pt x="194540" y="93034"/>
                  </a:lnTo>
                  <a:cubicBezTo>
                    <a:pt x="220064" y="118504"/>
                    <a:pt x="271643" y="143814"/>
                    <a:pt x="271643" y="143814"/>
                  </a:cubicBezTo>
                  <a:cubicBezTo>
                    <a:pt x="271643" y="143814"/>
                    <a:pt x="223207" y="167525"/>
                    <a:pt x="196992" y="192196"/>
                  </a:cubicBezTo>
                  <a:lnTo>
                    <a:pt x="194540" y="194594"/>
                  </a:lnTo>
                  <a:cubicBezTo>
                    <a:pt x="169124" y="220010"/>
                    <a:pt x="143921" y="271429"/>
                    <a:pt x="143761" y="271696"/>
                  </a:cubicBezTo>
                  <a:cubicBezTo>
                    <a:pt x="143654" y="271536"/>
                    <a:pt x="118451" y="220064"/>
                    <a:pt x="92981" y="194594"/>
                  </a:cubicBezTo>
                  <a:lnTo>
                    <a:pt x="90530" y="192196"/>
                  </a:lnTo>
                  <a:cubicBezTo>
                    <a:pt x="64421" y="167632"/>
                    <a:pt x="16198" y="143974"/>
                    <a:pt x="15879" y="143814"/>
                  </a:cubicBezTo>
                  <a:cubicBezTo>
                    <a:pt x="16198" y="143654"/>
                    <a:pt x="64421" y="119996"/>
                    <a:pt x="90530" y="95432"/>
                  </a:cubicBezTo>
                  <a:lnTo>
                    <a:pt x="92981" y="93034"/>
                  </a:lnTo>
                  <a:cubicBezTo>
                    <a:pt x="118451" y="67564"/>
                    <a:pt x="143654" y="16092"/>
                    <a:pt x="143761" y="15932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4C507C80-24BB-9FD6-85F4-6609A45106CF}"/>
                </a:ext>
              </a:extLst>
            </p:cNvPr>
            <p:cNvSpPr/>
            <p:nvPr/>
          </p:nvSpPr>
          <p:spPr>
            <a:xfrm>
              <a:off x="2630940" y="3152715"/>
              <a:ext cx="287627" cy="287574"/>
            </a:xfrm>
            <a:custGeom>
              <a:avLst/>
              <a:gdLst>
                <a:gd name="csX0" fmla="*/ 124632 w 287627"/>
                <a:gd name="csY0" fmla="*/ 6554 h 287574"/>
                <a:gd name="csX1" fmla="*/ 124632 w 287627"/>
                <a:gd name="csY1" fmla="*/ 6554 h 287574"/>
                <a:gd name="csX2" fmla="*/ 124419 w 287627"/>
                <a:gd name="csY2" fmla="*/ 7034 h 287574"/>
                <a:gd name="csX3" fmla="*/ 123672 w 287627"/>
                <a:gd name="csY3" fmla="*/ 8579 h 287574"/>
                <a:gd name="csX4" fmla="*/ 120635 w 287627"/>
                <a:gd name="csY4" fmla="*/ 14440 h 287574"/>
                <a:gd name="csX5" fmla="*/ 109659 w 287627"/>
                <a:gd name="csY5" fmla="*/ 34102 h 287574"/>
                <a:gd name="csX6" fmla="*/ 78008 w 287627"/>
                <a:gd name="csY6" fmla="*/ 78008 h 287574"/>
                <a:gd name="csX7" fmla="*/ 34102 w 287627"/>
                <a:gd name="csY7" fmla="*/ 109659 h 287574"/>
                <a:gd name="csX8" fmla="*/ 14440 w 287627"/>
                <a:gd name="csY8" fmla="*/ 120635 h 287574"/>
                <a:gd name="csX9" fmla="*/ 8579 w 287627"/>
                <a:gd name="csY9" fmla="*/ 123672 h 287574"/>
                <a:gd name="csX10" fmla="*/ 7034 w 287627"/>
                <a:gd name="csY10" fmla="*/ 124472 h 287574"/>
                <a:gd name="csX11" fmla="*/ 6661 w 287627"/>
                <a:gd name="csY11" fmla="*/ 124632 h 287574"/>
                <a:gd name="csX12" fmla="*/ 6607 w 287627"/>
                <a:gd name="csY12" fmla="*/ 124632 h 287574"/>
                <a:gd name="csX13" fmla="*/ 6607 w 287627"/>
                <a:gd name="csY13" fmla="*/ 124632 h 287574"/>
                <a:gd name="csX14" fmla="*/ 6607 w 287627"/>
                <a:gd name="csY14" fmla="*/ 124632 h 287574"/>
                <a:gd name="csX15" fmla="*/ 0 w 287627"/>
                <a:gd name="csY15" fmla="*/ 127882 h 287574"/>
                <a:gd name="csX16" fmla="*/ 0 w 287627"/>
                <a:gd name="csY16" fmla="*/ 159693 h 287574"/>
                <a:gd name="csX17" fmla="*/ 6607 w 287627"/>
                <a:gd name="csY17" fmla="*/ 162943 h 287574"/>
                <a:gd name="csX18" fmla="*/ 6607 w 287627"/>
                <a:gd name="csY18" fmla="*/ 162943 h 287574"/>
                <a:gd name="csX19" fmla="*/ 6661 w 287627"/>
                <a:gd name="csY19" fmla="*/ 162943 h 287574"/>
                <a:gd name="csX20" fmla="*/ 7034 w 287627"/>
                <a:gd name="csY20" fmla="*/ 163103 h 287574"/>
                <a:gd name="csX21" fmla="*/ 8579 w 287627"/>
                <a:gd name="csY21" fmla="*/ 163902 h 287574"/>
                <a:gd name="csX22" fmla="*/ 14440 w 287627"/>
                <a:gd name="csY22" fmla="*/ 166939 h 287574"/>
                <a:gd name="csX23" fmla="*/ 34102 w 287627"/>
                <a:gd name="csY23" fmla="*/ 177916 h 287574"/>
                <a:gd name="csX24" fmla="*/ 78008 w 287627"/>
                <a:gd name="csY24" fmla="*/ 209567 h 287574"/>
                <a:gd name="csX25" fmla="*/ 109659 w 287627"/>
                <a:gd name="csY25" fmla="*/ 253473 h 287574"/>
                <a:gd name="csX26" fmla="*/ 120635 w 287627"/>
                <a:gd name="csY26" fmla="*/ 273135 h 287574"/>
                <a:gd name="csX27" fmla="*/ 123672 w 287627"/>
                <a:gd name="csY27" fmla="*/ 278996 h 287574"/>
                <a:gd name="csX28" fmla="*/ 124419 w 287627"/>
                <a:gd name="csY28" fmla="*/ 280541 h 287574"/>
                <a:gd name="csX29" fmla="*/ 124632 w 287627"/>
                <a:gd name="csY29" fmla="*/ 280967 h 287574"/>
                <a:gd name="csX30" fmla="*/ 124632 w 287627"/>
                <a:gd name="csY30" fmla="*/ 280967 h 287574"/>
                <a:gd name="csX31" fmla="*/ 124632 w 287627"/>
                <a:gd name="csY31" fmla="*/ 280967 h 287574"/>
                <a:gd name="csX32" fmla="*/ 127882 w 287627"/>
                <a:gd name="csY32" fmla="*/ 287575 h 287574"/>
                <a:gd name="csX33" fmla="*/ 159693 w 287627"/>
                <a:gd name="csY33" fmla="*/ 287575 h 287574"/>
                <a:gd name="csX34" fmla="*/ 162943 w 287627"/>
                <a:gd name="csY34" fmla="*/ 280967 h 287574"/>
                <a:gd name="csX35" fmla="*/ 162943 w 287627"/>
                <a:gd name="csY35" fmla="*/ 280967 h 287574"/>
                <a:gd name="csX36" fmla="*/ 162943 w 287627"/>
                <a:gd name="csY36" fmla="*/ 280914 h 287574"/>
                <a:gd name="csX37" fmla="*/ 163103 w 287627"/>
                <a:gd name="csY37" fmla="*/ 280541 h 287574"/>
                <a:gd name="csX38" fmla="*/ 163902 w 287627"/>
                <a:gd name="csY38" fmla="*/ 278996 h 287574"/>
                <a:gd name="csX39" fmla="*/ 166939 w 287627"/>
                <a:gd name="csY39" fmla="*/ 273135 h 287574"/>
                <a:gd name="csX40" fmla="*/ 177916 w 287627"/>
                <a:gd name="csY40" fmla="*/ 253473 h 287574"/>
                <a:gd name="csX41" fmla="*/ 209567 w 287627"/>
                <a:gd name="csY41" fmla="*/ 209567 h 287574"/>
                <a:gd name="csX42" fmla="*/ 253473 w 287627"/>
                <a:gd name="csY42" fmla="*/ 177916 h 287574"/>
                <a:gd name="csX43" fmla="*/ 273135 w 287627"/>
                <a:gd name="csY43" fmla="*/ 166939 h 287574"/>
                <a:gd name="csX44" fmla="*/ 278996 w 287627"/>
                <a:gd name="csY44" fmla="*/ 163902 h 287574"/>
                <a:gd name="csX45" fmla="*/ 280541 w 287627"/>
                <a:gd name="csY45" fmla="*/ 163103 h 287574"/>
                <a:gd name="csX46" fmla="*/ 280914 w 287627"/>
                <a:gd name="csY46" fmla="*/ 162943 h 287574"/>
                <a:gd name="csX47" fmla="*/ 281021 w 287627"/>
                <a:gd name="csY47" fmla="*/ 162943 h 287574"/>
                <a:gd name="csX48" fmla="*/ 281021 w 287627"/>
                <a:gd name="csY48" fmla="*/ 162943 h 287574"/>
                <a:gd name="csX49" fmla="*/ 281021 w 287627"/>
                <a:gd name="csY49" fmla="*/ 162943 h 287574"/>
                <a:gd name="csX50" fmla="*/ 287628 w 287627"/>
                <a:gd name="csY50" fmla="*/ 159693 h 287574"/>
                <a:gd name="csX51" fmla="*/ 287628 w 287627"/>
                <a:gd name="csY51" fmla="*/ 127882 h 287574"/>
                <a:gd name="csX52" fmla="*/ 281021 w 287627"/>
                <a:gd name="csY52" fmla="*/ 124632 h 287574"/>
                <a:gd name="csX53" fmla="*/ 281021 w 287627"/>
                <a:gd name="csY53" fmla="*/ 124632 h 287574"/>
                <a:gd name="csX54" fmla="*/ 281021 w 287627"/>
                <a:gd name="csY54" fmla="*/ 124632 h 287574"/>
                <a:gd name="csX55" fmla="*/ 280914 w 287627"/>
                <a:gd name="csY55" fmla="*/ 124632 h 287574"/>
                <a:gd name="csX56" fmla="*/ 280541 w 287627"/>
                <a:gd name="csY56" fmla="*/ 124472 h 287574"/>
                <a:gd name="csX57" fmla="*/ 278996 w 287627"/>
                <a:gd name="csY57" fmla="*/ 123672 h 287574"/>
                <a:gd name="csX58" fmla="*/ 273135 w 287627"/>
                <a:gd name="csY58" fmla="*/ 120635 h 287574"/>
                <a:gd name="csX59" fmla="*/ 253473 w 287627"/>
                <a:gd name="csY59" fmla="*/ 109659 h 287574"/>
                <a:gd name="csX60" fmla="*/ 209567 w 287627"/>
                <a:gd name="csY60" fmla="*/ 78008 h 287574"/>
                <a:gd name="csX61" fmla="*/ 177916 w 287627"/>
                <a:gd name="csY61" fmla="*/ 34102 h 287574"/>
                <a:gd name="csX62" fmla="*/ 166939 w 287627"/>
                <a:gd name="csY62" fmla="*/ 14440 h 287574"/>
                <a:gd name="csX63" fmla="*/ 163902 w 287627"/>
                <a:gd name="csY63" fmla="*/ 8579 h 287574"/>
                <a:gd name="csX64" fmla="*/ 163103 w 287627"/>
                <a:gd name="csY64" fmla="*/ 7034 h 287574"/>
                <a:gd name="csX65" fmla="*/ 162943 w 287627"/>
                <a:gd name="csY65" fmla="*/ 6661 h 287574"/>
                <a:gd name="csX66" fmla="*/ 162943 w 287627"/>
                <a:gd name="csY66" fmla="*/ 6607 h 287574"/>
                <a:gd name="csX67" fmla="*/ 162943 w 287627"/>
                <a:gd name="csY67" fmla="*/ 6607 h 287574"/>
                <a:gd name="csX68" fmla="*/ 159693 w 287627"/>
                <a:gd name="csY68" fmla="*/ 0 h 287574"/>
                <a:gd name="csX69" fmla="*/ 127882 w 287627"/>
                <a:gd name="csY69" fmla="*/ 0 h 287574"/>
                <a:gd name="csX70" fmla="*/ 124632 w 287627"/>
                <a:gd name="csY70" fmla="*/ 6607 h 287574"/>
                <a:gd name="csX71" fmla="*/ 143761 w 287627"/>
                <a:gd name="csY71" fmla="*/ 15932 h 287574"/>
                <a:gd name="csX72" fmla="*/ 192143 w 287627"/>
                <a:gd name="csY72" fmla="*/ 90583 h 287574"/>
                <a:gd name="csX73" fmla="*/ 194540 w 287627"/>
                <a:gd name="csY73" fmla="*/ 93034 h 287574"/>
                <a:gd name="csX74" fmla="*/ 271643 w 287627"/>
                <a:gd name="csY74" fmla="*/ 143814 h 287574"/>
                <a:gd name="csX75" fmla="*/ 196992 w 287627"/>
                <a:gd name="csY75" fmla="*/ 192196 h 287574"/>
                <a:gd name="csX76" fmla="*/ 194540 w 287627"/>
                <a:gd name="csY76" fmla="*/ 194594 h 287574"/>
                <a:gd name="csX77" fmla="*/ 143761 w 287627"/>
                <a:gd name="csY77" fmla="*/ 271696 h 287574"/>
                <a:gd name="csX78" fmla="*/ 92981 w 287627"/>
                <a:gd name="csY78" fmla="*/ 194594 h 287574"/>
                <a:gd name="csX79" fmla="*/ 90530 w 287627"/>
                <a:gd name="csY79" fmla="*/ 192196 h 287574"/>
                <a:gd name="csX80" fmla="*/ 15879 w 287627"/>
                <a:gd name="csY80" fmla="*/ 143814 h 287574"/>
                <a:gd name="csX81" fmla="*/ 90530 w 287627"/>
                <a:gd name="csY81" fmla="*/ 95432 h 287574"/>
                <a:gd name="csX82" fmla="*/ 92981 w 287627"/>
                <a:gd name="csY82" fmla="*/ 93034 h 287574"/>
                <a:gd name="csX83" fmla="*/ 143761 w 287627"/>
                <a:gd name="csY83" fmla="*/ 15932 h 287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</a:cxnLst>
              <a:rect l="l" t="t" r="r" b="b"/>
              <a:pathLst>
                <a:path w="287627" h="287574">
                  <a:moveTo>
                    <a:pt x="124632" y="6554"/>
                  </a:moveTo>
                  <a:lnTo>
                    <a:pt x="124632" y="6554"/>
                  </a:lnTo>
                  <a:cubicBezTo>
                    <a:pt x="124632" y="6554"/>
                    <a:pt x="124419" y="7034"/>
                    <a:pt x="124419" y="7034"/>
                  </a:cubicBezTo>
                  <a:cubicBezTo>
                    <a:pt x="124259" y="7353"/>
                    <a:pt x="123992" y="7886"/>
                    <a:pt x="123672" y="8579"/>
                  </a:cubicBezTo>
                  <a:cubicBezTo>
                    <a:pt x="122980" y="9964"/>
                    <a:pt x="121968" y="11936"/>
                    <a:pt x="120635" y="14440"/>
                  </a:cubicBezTo>
                  <a:cubicBezTo>
                    <a:pt x="117971" y="19449"/>
                    <a:pt x="114188" y="26376"/>
                    <a:pt x="109659" y="34102"/>
                  </a:cubicBezTo>
                  <a:cubicBezTo>
                    <a:pt x="100281" y="49927"/>
                    <a:pt x="88718" y="67245"/>
                    <a:pt x="78008" y="78008"/>
                  </a:cubicBezTo>
                  <a:cubicBezTo>
                    <a:pt x="67245" y="88771"/>
                    <a:pt x="49927" y="100334"/>
                    <a:pt x="34102" y="109659"/>
                  </a:cubicBezTo>
                  <a:cubicBezTo>
                    <a:pt x="26429" y="114188"/>
                    <a:pt x="19449" y="117971"/>
                    <a:pt x="14440" y="120635"/>
                  </a:cubicBezTo>
                  <a:cubicBezTo>
                    <a:pt x="11936" y="121967"/>
                    <a:pt x="9911" y="122980"/>
                    <a:pt x="8579" y="123672"/>
                  </a:cubicBezTo>
                  <a:cubicBezTo>
                    <a:pt x="7886" y="123992"/>
                    <a:pt x="7353" y="124259"/>
                    <a:pt x="7034" y="124472"/>
                  </a:cubicBezTo>
                  <a:cubicBezTo>
                    <a:pt x="6874" y="124578"/>
                    <a:pt x="6714" y="124632"/>
                    <a:pt x="6661" y="124632"/>
                  </a:cubicBezTo>
                  <a:cubicBezTo>
                    <a:pt x="6661" y="124632"/>
                    <a:pt x="6607" y="124632"/>
                    <a:pt x="6607" y="124632"/>
                  </a:cubicBezTo>
                  <a:cubicBezTo>
                    <a:pt x="6607" y="124632"/>
                    <a:pt x="6607" y="124632"/>
                    <a:pt x="6607" y="124632"/>
                  </a:cubicBezTo>
                  <a:lnTo>
                    <a:pt x="6607" y="124632"/>
                  </a:lnTo>
                  <a:lnTo>
                    <a:pt x="0" y="127882"/>
                  </a:lnTo>
                  <a:lnTo>
                    <a:pt x="0" y="159693"/>
                  </a:lnTo>
                  <a:lnTo>
                    <a:pt x="6607" y="162943"/>
                  </a:lnTo>
                  <a:lnTo>
                    <a:pt x="6607" y="162943"/>
                  </a:lnTo>
                  <a:cubicBezTo>
                    <a:pt x="6607" y="162943"/>
                    <a:pt x="6607" y="162943"/>
                    <a:pt x="6661" y="162943"/>
                  </a:cubicBezTo>
                  <a:cubicBezTo>
                    <a:pt x="6714" y="162943"/>
                    <a:pt x="6874" y="163050"/>
                    <a:pt x="7034" y="163103"/>
                  </a:cubicBezTo>
                  <a:cubicBezTo>
                    <a:pt x="7353" y="163263"/>
                    <a:pt x="7886" y="163529"/>
                    <a:pt x="8579" y="163902"/>
                  </a:cubicBezTo>
                  <a:cubicBezTo>
                    <a:pt x="9964" y="164595"/>
                    <a:pt x="11936" y="165607"/>
                    <a:pt x="14440" y="166939"/>
                  </a:cubicBezTo>
                  <a:cubicBezTo>
                    <a:pt x="19449" y="169604"/>
                    <a:pt x="26376" y="173387"/>
                    <a:pt x="34102" y="177916"/>
                  </a:cubicBezTo>
                  <a:cubicBezTo>
                    <a:pt x="49927" y="187294"/>
                    <a:pt x="67245" y="198856"/>
                    <a:pt x="78008" y="209567"/>
                  </a:cubicBezTo>
                  <a:cubicBezTo>
                    <a:pt x="88771" y="220330"/>
                    <a:pt x="100334" y="237647"/>
                    <a:pt x="109659" y="253473"/>
                  </a:cubicBezTo>
                  <a:cubicBezTo>
                    <a:pt x="114188" y="261146"/>
                    <a:pt x="118024" y="268126"/>
                    <a:pt x="120635" y="273135"/>
                  </a:cubicBezTo>
                  <a:cubicBezTo>
                    <a:pt x="121968" y="275639"/>
                    <a:pt x="122980" y="277664"/>
                    <a:pt x="123672" y="278996"/>
                  </a:cubicBezTo>
                  <a:cubicBezTo>
                    <a:pt x="124046" y="279689"/>
                    <a:pt x="124259" y="280221"/>
                    <a:pt x="124419" y="280541"/>
                  </a:cubicBezTo>
                  <a:lnTo>
                    <a:pt x="124632" y="280967"/>
                  </a:lnTo>
                  <a:lnTo>
                    <a:pt x="124632" y="280967"/>
                  </a:lnTo>
                  <a:cubicBezTo>
                    <a:pt x="124632" y="280967"/>
                    <a:pt x="124632" y="280967"/>
                    <a:pt x="124632" y="280967"/>
                  </a:cubicBezTo>
                  <a:lnTo>
                    <a:pt x="127882" y="287575"/>
                  </a:lnTo>
                  <a:lnTo>
                    <a:pt x="159693" y="287575"/>
                  </a:lnTo>
                  <a:lnTo>
                    <a:pt x="162943" y="280967"/>
                  </a:lnTo>
                  <a:cubicBezTo>
                    <a:pt x="162943" y="280967"/>
                    <a:pt x="162943" y="280967"/>
                    <a:pt x="162943" y="280967"/>
                  </a:cubicBezTo>
                  <a:cubicBezTo>
                    <a:pt x="162943" y="280967"/>
                    <a:pt x="162943" y="280967"/>
                    <a:pt x="162943" y="280914"/>
                  </a:cubicBezTo>
                  <a:cubicBezTo>
                    <a:pt x="162943" y="280861"/>
                    <a:pt x="163050" y="280701"/>
                    <a:pt x="163103" y="280541"/>
                  </a:cubicBezTo>
                  <a:cubicBezTo>
                    <a:pt x="163263" y="280221"/>
                    <a:pt x="163529" y="279689"/>
                    <a:pt x="163902" y="278996"/>
                  </a:cubicBezTo>
                  <a:cubicBezTo>
                    <a:pt x="164595" y="277610"/>
                    <a:pt x="165607" y="275639"/>
                    <a:pt x="166939" y="273135"/>
                  </a:cubicBezTo>
                  <a:cubicBezTo>
                    <a:pt x="169604" y="268126"/>
                    <a:pt x="173387" y="261199"/>
                    <a:pt x="177916" y="253473"/>
                  </a:cubicBezTo>
                  <a:cubicBezTo>
                    <a:pt x="187294" y="237647"/>
                    <a:pt x="198856" y="220330"/>
                    <a:pt x="209567" y="209567"/>
                  </a:cubicBezTo>
                  <a:cubicBezTo>
                    <a:pt x="220330" y="198803"/>
                    <a:pt x="237647" y="187241"/>
                    <a:pt x="253473" y="177916"/>
                  </a:cubicBezTo>
                  <a:cubicBezTo>
                    <a:pt x="261146" y="173387"/>
                    <a:pt x="268126" y="169604"/>
                    <a:pt x="273135" y="166939"/>
                  </a:cubicBezTo>
                  <a:cubicBezTo>
                    <a:pt x="275639" y="165607"/>
                    <a:pt x="277664" y="164595"/>
                    <a:pt x="278996" y="163902"/>
                  </a:cubicBezTo>
                  <a:cubicBezTo>
                    <a:pt x="279688" y="163582"/>
                    <a:pt x="280168" y="163316"/>
                    <a:pt x="280541" y="163103"/>
                  </a:cubicBezTo>
                  <a:cubicBezTo>
                    <a:pt x="280701" y="162996"/>
                    <a:pt x="280808" y="162943"/>
                    <a:pt x="280914" y="162943"/>
                  </a:cubicBezTo>
                  <a:cubicBezTo>
                    <a:pt x="280914" y="162943"/>
                    <a:pt x="280967" y="162943"/>
                    <a:pt x="281021" y="162943"/>
                  </a:cubicBezTo>
                  <a:cubicBezTo>
                    <a:pt x="281021" y="162943"/>
                    <a:pt x="281021" y="162943"/>
                    <a:pt x="281021" y="162943"/>
                  </a:cubicBezTo>
                  <a:lnTo>
                    <a:pt x="281021" y="162943"/>
                  </a:lnTo>
                  <a:lnTo>
                    <a:pt x="287628" y="159693"/>
                  </a:lnTo>
                  <a:lnTo>
                    <a:pt x="287628" y="127882"/>
                  </a:lnTo>
                  <a:lnTo>
                    <a:pt x="281021" y="124632"/>
                  </a:lnTo>
                  <a:lnTo>
                    <a:pt x="281021" y="124632"/>
                  </a:lnTo>
                  <a:cubicBezTo>
                    <a:pt x="281021" y="124632"/>
                    <a:pt x="281021" y="124632"/>
                    <a:pt x="281021" y="124632"/>
                  </a:cubicBezTo>
                  <a:cubicBezTo>
                    <a:pt x="281021" y="124632"/>
                    <a:pt x="281021" y="124632"/>
                    <a:pt x="280914" y="124632"/>
                  </a:cubicBezTo>
                  <a:cubicBezTo>
                    <a:pt x="280861" y="124632"/>
                    <a:pt x="280701" y="124525"/>
                    <a:pt x="280541" y="124472"/>
                  </a:cubicBezTo>
                  <a:cubicBezTo>
                    <a:pt x="280221" y="124312"/>
                    <a:pt x="279688" y="124045"/>
                    <a:pt x="278996" y="123672"/>
                  </a:cubicBezTo>
                  <a:cubicBezTo>
                    <a:pt x="277610" y="122980"/>
                    <a:pt x="275639" y="121967"/>
                    <a:pt x="273135" y="120635"/>
                  </a:cubicBezTo>
                  <a:cubicBezTo>
                    <a:pt x="268126" y="117971"/>
                    <a:pt x="261199" y="114188"/>
                    <a:pt x="253473" y="109659"/>
                  </a:cubicBezTo>
                  <a:cubicBezTo>
                    <a:pt x="237647" y="100281"/>
                    <a:pt x="220330" y="88718"/>
                    <a:pt x="209567" y="78008"/>
                  </a:cubicBezTo>
                  <a:cubicBezTo>
                    <a:pt x="198803" y="67245"/>
                    <a:pt x="187241" y="49927"/>
                    <a:pt x="177916" y="34102"/>
                  </a:cubicBezTo>
                  <a:cubicBezTo>
                    <a:pt x="173387" y="26429"/>
                    <a:pt x="169604" y="19449"/>
                    <a:pt x="166939" y="14440"/>
                  </a:cubicBezTo>
                  <a:cubicBezTo>
                    <a:pt x="165607" y="11936"/>
                    <a:pt x="164595" y="9911"/>
                    <a:pt x="163902" y="8579"/>
                  </a:cubicBezTo>
                  <a:cubicBezTo>
                    <a:pt x="163529" y="7886"/>
                    <a:pt x="163316" y="7353"/>
                    <a:pt x="163103" y="7034"/>
                  </a:cubicBezTo>
                  <a:cubicBezTo>
                    <a:pt x="162996" y="6874"/>
                    <a:pt x="162943" y="6714"/>
                    <a:pt x="162943" y="6661"/>
                  </a:cubicBezTo>
                  <a:cubicBezTo>
                    <a:pt x="162943" y="6661"/>
                    <a:pt x="162943" y="6607"/>
                    <a:pt x="162943" y="6607"/>
                  </a:cubicBezTo>
                  <a:cubicBezTo>
                    <a:pt x="162943" y="6607"/>
                    <a:pt x="162943" y="6607"/>
                    <a:pt x="162943" y="6607"/>
                  </a:cubicBezTo>
                  <a:lnTo>
                    <a:pt x="159693" y="0"/>
                  </a:lnTo>
                  <a:lnTo>
                    <a:pt x="127882" y="0"/>
                  </a:lnTo>
                  <a:lnTo>
                    <a:pt x="124632" y="6607"/>
                  </a:lnTo>
                  <a:close/>
                  <a:moveTo>
                    <a:pt x="143761" y="15932"/>
                  </a:moveTo>
                  <a:cubicBezTo>
                    <a:pt x="143921" y="16198"/>
                    <a:pt x="167579" y="64421"/>
                    <a:pt x="192143" y="90583"/>
                  </a:cubicBezTo>
                  <a:lnTo>
                    <a:pt x="194540" y="93034"/>
                  </a:lnTo>
                  <a:cubicBezTo>
                    <a:pt x="220064" y="118504"/>
                    <a:pt x="271643" y="143814"/>
                    <a:pt x="271643" y="143814"/>
                  </a:cubicBezTo>
                  <a:cubicBezTo>
                    <a:pt x="271643" y="143814"/>
                    <a:pt x="223207" y="167525"/>
                    <a:pt x="196992" y="192196"/>
                  </a:cubicBezTo>
                  <a:lnTo>
                    <a:pt x="194540" y="194594"/>
                  </a:lnTo>
                  <a:cubicBezTo>
                    <a:pt x="169124" y="220010"/>
                    <a:pt x="143921" y="271429"/>
                    <a:pt x="143761" y="271696"/>
                  </a:cubicBezTo>
                  <a:cubicBezTo>
                    <a:pt x="143654" y="271536"/>
                    <a:pt x="118451" y="220064"/>
                    <a:pt x="92981" y="194594"/>
                  </a:cubicBezTo>
                  <a:lnTo>
                    <a:pt x="90530" y="192196"/>
                  </a:lnTo>
                  <a:cubicBezTo>
                    <a:pt x="64421" y="167632"/>
                    <a:pt x="16198" y="143974"/>
                    <a:pt x="15879" y="143814"/>
                  </a:cubicBezTo>
                  <a:cubicBezTo>
                    <a:pt x="16198" y="143654"/>
                    <a:pt x="64421" y="119996"/>
                    <a:pt x="90530" y="95432"/>
                  </a:cubicBezTo>
                  <a:lnTo>
                    <a:pt x="92981" y="93034"/>
                  </a:lnTo>
                  <a:cubicBezTo>
                    <a:pt x="118451" y="67564"/>
                    <a:pt x="143654" y="16092"/>
                    <a:pt x="143761" y="15932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57D8448B-CA36-05F6-E2EB-9542B17742ED}"/>
              </a:ext>
            </a:extLst>
          </p:cNvPr>
          <p:cNvGrpSpPr/>
          <p:nvPr userDrawn="1"/>
        </p:nvGrpSpPr>
        <p:grpSpPr>
          <a:xfrm>
            <a:off x="712978" y="1887210"/>
            <a:ext cx="287809" cy="291890"/>
            <a:chOff x="584776" y="2191469"/>
            <a:chExt cx="287734" cy="291890"/>
          </a:xfrm>
        </p:grpSpPr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DA1C06F4-C1A4-1186-F65D-130C3057147C}"/>
                </a:ext>
              </a:extLst>
            </p:cNvPr>
            <p:cNvSpPr/>
            <p:nvPr/>
          </p:nvSpPr>
          <p:spPr>
            <a:xfrm>
              <a:off x="584776" y="2191469"/>
              <a:ext cx="287734" cy="291890"/>
            </a:xfrm>
            <a:custGeom>
              <a:avLst/>
              <a:gdLst>
                <a:gd name="csX0" fmla="*/ 152606 w 287734"/>
                <a:gd name="csY0" fmla="*/ 3943 h 291890"/>
                <a:gd name="csX1" fmla="*/ 280488 w 287734"/>
                <a:gd name="csY1" fmla="*/ 61596 h 291890"/>
                <a:gd name="csX2" fmla="*/ 287734 w 287734"/>
                <a:gd name="csY2" fmla="*/ 64847 h 291890"/>
                <a:gd name="csX3" fmla="*/ 287734 w 287734"/>
                <a:gd name="csY3" fmla="*/ 97403 h 291890"/>
                <a:gd name="csX4" fmla="*/ 280062 w 287734"/>
                <a:gd name="csY4" fmla="*/ 100654 h 291890"/>
                <a:gd name="csX5" fmla="*/ 248411 w 287734"/>
                <a:gd name="csY5" fmla="*/ 114081 h 291890"/>
                <a:gd name="csX6" fmla="*/ 280168 w 287734"/>
                <a:gd name="csY6" fmla="*/ 127722 h 291890"/>
                <a:gd name="csX7" fmla="*/ 287734 w 287734"/>
                <a:gd name="csY7" fmla="*/ 130972 h 291890"/>
                <a:gd name="csX8" fmla="*/ 287734 w 287734"/>
                <a:gd name="csY8" fmla="*/ 163849 h 291890"/>
                <a:gd name="csX9" fmla="*/ 279742 w 287734"/>
                <a:gd name="csY9" fmla="*/ 167099 h 291890"/>
                <a:gd name="csX10" fmla="*/ 247398 w 287734"/>
                <a:gd name="csY10" fmla="*/ 180154 h 291890"/>
                <a:gd name="csX11" fmla="*/ 280488 w 287734"/>
                <a:gd name="csY11" fmla="*/ 195073 h 291890"/>
                <a:gd name="csX12" fmla="*/ 287734 w 287734"/>
                <a:gd name="csY12" fmla="*/ 198324 h 291890"/>
                <a:gd name="csX13" fmla="*/ 287734 w 287734"/>
                <a:gd name="csY13" fmla="*/ 230880 h 291890"/>
                <a:gd name="csX14" fmla="*/ 280062 w 287734"/>
                <a:gd name="csY14" fmla="*/ 234131 h 291890"/>
                <a:gd name="csX15" fmla="*/ 152180 w 287734"/>
                <a:gd name="csY15" fmla="*/ 288374 h 291890"/>
                <a:gd name="csX16" fmla="*/ 143867 w 287734"/>
                <a:gd name="csY16" fmla="*/ 291891 h 291890"/>
                <a:gd name="csX17" fmla="*/ 135555 w 287734"/>
                <a:gd name="csY17" fmla="*/ 288374 h 291890"/>
                <a:gd name="csX18" fmla="*/ 7673 w 287734"/>
                <a:gd name="csY18" fmla="*/ 234131 h 291890"/>
                <a:gd name="csX19" fmla="*/ 0 w 287734"/>
                <a:gd name="csY19" fmla="*/ 230880 h 291890"/>
                <a:gd name="csX20" fmla="*/ 0 w 287734"/>
                <a:gd name="csY20" fmla="*/ 198324 h 291890"/>
                <a:gd name="csX21" fmla="*/ 7247 w 287734"/>
                <a:gd name="csY21" fmla="*/ 195073 h 291890"/>
                <a:gd name="csX22" fmla="*/ 40336 w 287734"/>
                <a:gd name="csY22" fmla="*/ 180154 h 291890"/>
                <a:gd name="csX23" fmla="*/ 7993 w 287734"/>
                <a:gd name="csY23" fmla="*/ 167099 h 291890"/>
                <a:gd name="csX24" fmla="*/ 0 w 287734"/>
                <a:gd name="csY24" fmla="*/ 163849 h 291890"/>
                <a:gd name="csX25" fmla="*/ 0 w 287734"/>
                <a:gd name="csY25" fmla="*/ 130972 h 291890"/>
                <a:gd name="csX26" fmla="*/ 7566 w 287734"/>
                <a:gd name="csY26" fmla="*/ 127722 h 291890"/>
                <a:gd name="csX27" fmla="*/ 39324 w 287734"/>
                <a:gd name="csY27" fmla="*/ 114081 h 291890"/>
                <a:gd name="csX28" fmla="*/ 7673 w 287734"/>
                <a:gd name="csY28" fmla="*/ 100654 h 291890"/>
                <a:gd name="csX29" fmla="*/ 0 w 287734"/>
                <a:gd name="csY29" fmla="*/ 97403 h 291890"/>
                <a:gd name="csX30" fmla="*/ 0 w 287734"/>
                <a:gd name="csY30" fmla="*/ 64847 h 291890"/>
                <a:gd name="csX31" fmla="*/ 7247 w 287734"/>
                <a:gd name="csY31" fmla="*/ 61596 h 291890"/>
                <a:gd name="csX32" fmla="*/ 135129 w 287734"/>
                <a:gd name="csY32" fmla="*/ 3943 h 291890"/>
                <a:gd name="csX33" fmla="*/ 143867 w 287734"/>
                <a:gd name="csY33" fmla="*/ 0 h 291890"/>
                <a:gd name="csX34" fmla="*/ 152606 w 287734"/>
                <a:gd name="csY34" fmla="*/ 3943 h 291890"/>
                <a:gd name="csX35" fmla="*/ 151807 w 287734"/>
                <a:gd name="csY35" fmla="*/ 218731 h 291890"/>
                <a:gd name="csX36" fmla="*/ 143814 w 287734"/>
                <a:gd name="csY36" fmla="*/ 221982 h 291890"/>
                <a:gd name="csX37" fmla="*/ 135821 w 287734"/>
                <a:gd name="csY37" fmla="*/ 218731 h 291890"/>
                <a:gd name="csX38" fmla="*/ 67618 w 287734"/>
                <a:gd name="csY38" fmla="*/ 191184 h 291890"/>
                <a:gd name="csX39" fmla="*/ 15932 w 287734"/>
                <a:gd name="csY39" fmla="*/ 214469 h 291890"/>
                <a:gd name="csX40" fmla="*/ 143814 w 287734"/>
                <a:gd name="csY40" fmla="*/ 268712 h 291890"/>
                <a:gd name="csX41" fmla="*/ 271696 w 287734"/>
                <a:gd name="csY41" fmla="*/ 214469 h 291890"/>
                <a:gd name="csX42" fmla="*/ 220010 w 287734"/>
                <a:gd name="csY42" fmla="*/ 191184 h 291890"/>
                <a:gd name="csX43" fmla="*/ 151807 w 287734"/>
                <a:gd name="csY43" fmla="*/ 218731 h 291890"/>
                <a:gd name="csX44" fmla="*/ 152180 w 287734"/>
                <a:gd name="csY44" fmla="*/ 154897 h 291890"/>
                <a:gd name="csX45" fmla="*/ 143867 w 287734"/>
                <a:gd name="csY45" fmla="*/ 158414 h 291890"/>
                <a:gd name="csX46" fmla="*/ 135555 w 287734"/>
                <a:gd name="csY46" fmla="*/ 154897 h 291890"/>
                <a:gd name="csX47" fmla="*/ 66499 w 287734"/>
                <a:gd name="csY47" fmla="*/ 125591 h 291890"/>
                <a:gd name="csX48" fmla="*/ 15985 w 287734"/>
                <a:gd name="csY48" fmla="*/ 147277 h 291890"/>
                <a:gd name="csX49" fmla="*/ 143867 w 287734"/>
                <a:gd name="csY49" fmla="*/ 198963 h 291890"/>
                <a:gd name="csX50" fmla="*/ 271749 w 287734"/>
                <a:gd name="csY50" fmla="*/ 147277 h 291890"/>
                <a:gd name="csX51" fmla="*/ 221236 w 287734"/>
                <a:gd name="csY51" fmla="*/ 125591 h 291890"/>
                <a:gd name="csX52" fmla="*/ 152180 w 287734"/>
                <a:gd name="csY52" fmla="*/ 154897 h 291890"/>
                <a:gd name="csX53" fmla="*/ 15932 w 287734"/>
                <a:gd name="csY53" fmla="*/ 81045 h 291890"/>
                <a:gd name="csX54" fmla="*/ 143814 w 287734"/>
                <a:gd name="csY54" fmla="*/ 135288 h 291890"/>
                <a:gd name="csX55" fmla="*/ 271696 w 287734"/>
                <a:gd name="csY55" fmla="*/ 81045 h 291890"/>
                <a:gd name="csX56" fmla="*/ 143814 w 287734"/>
                <a:gd name="csY56" fmla="*/ 23392 h 291890"/>
                <a:gd name="csX57" fmla="*/ 15932 w 287734"/>
                <a:gd name="csY57" fmla="*/ 81045 h 291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287734" h="291890">
                  <a:moveTo>
                    <a:pt x="152606" y="3943"/>
                  </a:moveTo>
                  <a:lnTo>
                    <a:pt x="280488" y="61596"/>
                  </a:lnTo>
                  <a:lnTo>
                    <a:pt x="287734" y="64847"/>
                  </a:lnTo>
                  <a:lnTo>
                    <a:pt x="287734" y="97403"/>
                  </a:lnTo>
                  <a:lnTo>
                    <a:pt x="280062" y="100654"/>
                  </a:lnTo>
                  <a:lnTo>
                    <a:pt x="248411" y="114081"/>
                  </a:lnTo>
                  <a:lnTo>
                    <a:pt x="280168" y="127722"/>
                  </a:lnTo>
                  <a:lnTo>
                    <a:pt x="287734" y="130972"/>
                  </a:lnTo>
                  <a:lnTo>
                    <a:pt x="287734" y="163849"/>
                  </a:lnTo>
                  <a:lnTo>
                    <a:pt x="279742" y="167099"/>
                  </a:lnTo>
                  <a:lnTo>
                    <a:pt x="247398" y="180154"/>
                  </a:lnTo>
                  <a:lnTo>
                    <a:pt x="280488" y="195073"/>
                  </a:lnTo>
                  <a:lnTo>
                    <a:pt x="287734" y="198324"/>
                  </a:lnTo>
                  <a:lnTo>
                    <a:pt x="287734" y="230880"/>
                  </a:lnTo>
                  <a:lnTo>
                    <a:pt x="280062" y="234131"/>
                  </a:lnTo>
                  <a:lnTo>
                    <a:pt x="152180" y="288374"/>
                  </a:lnTo>
                  <a:lnTo>
                    <a:pt x="143867" y="291891"/>
                  </a:lnTo>
                  <a:lnTo>
                    <a:pt x="135555" y="288374"/>
                  </a:lnTo>
                  <a:lnTo>
                    <a:pt x="7673" y="234131"/>
                  </a:lnTo>
                  <a:lnTo>
                    <a:pt x="0" y="230880"/>
                  </a:lnTo>
                  <a:lnTo>
                    <a:pt x="0" y="198324"/>
                  </a:lnTo>
                  <a:lnTo>
                    <a:pt x="7247" y="195073"/>
                  </a:lnTo>
                  <a:lnTo>
                    <a:pt x="40336" y="180154"/>
                  </a:lnTo>
                  <a:lnTo>
                    <a:pt x="7993" y="167099"/>
                  </a:lnTo>
                  <a:lnTo>
                    <a:pt x="0" y="163849"/>
                  </a:lnTo>
                  <a:lnTo>
                    <a:pt x="0" y="130972"/>
                  </a:lnTo>
                  <a:lnTo>
                    <a:pt x="7566" y="127722"/>
                  </a:lnTo>
                  <a:lnTo>
                    <a:pt x="39324" y="114081"/>
                  </a:lnTo>
                  <a:lnTo>
                    <a:pt x="7673" y="100654"/>
                  </a:lnTo>
                  <a:lnTo>
                    <a:pt x="0" y="97403"/>
                  </a:lnTo>
                  <a:lnTo>
                    <a:pt x="0" y="64847"/>
                  </a:lnTo>
                  <a:lnTo>
                    <a:pt x="7247" y="61596"/>
                  </a:lnTo>
                  <a:lnTo>
                    <a:pt x="135129" y="3943"/>
                  </a:lnTo>
                  <a:lnTo>
                    <a:pt x="143867" y="0"/>
                  </a:lnTo>
                  <a:lnTo>
                    <a:pt x="152606" y="3943"/>
                  </a:lnTo>
                  <a:close/>
                  <a:moveTo>
                    <a:pt x="151807" y="218731"/>
                  </a:moveTo>
                  <a:lnTo>
                    <a:pt x="143814" y="221982"/>
                  </a:lnTo>
                  <a:lnTo>
                    <a:pt x="135821" y="218731"/>
                  </a:lnTo>
                  <a:lnTo>
                    <a:pt x="67618" y="191184"/>
                  </a:lnTo>
                  <a:lnTo>
                    <a:pt x="15932" y="214469"/>
                  </a:lnTo>
                  <a:lnTo>
                    <a:pt x="143814" y="268712"/>
                  </a:lnTo>
                  <a:lnTo>
                    <a:pt x="271696" y="214469"/>
                  </a:lnTo>
                  <a:lnTo>
                    <a:pt x="220010" y="191184"/>
                  </a:lnTo>
                  <a:lnTo>
                    <a:pt x="151807" y="218731"/>
                  </a:lnTo>
                  <a:close/>
                  <a:moveTo>
                    <a:pt x="152180" y="154897"/>
                  </a:moveTo>
                  <a:lnTo>
                    <a:pt x="143867" y="158414"/>
                  </a:lnTo>
                  <a:lnTo>
                    <a:pt x="135555" y="154897"/>
                  </a:lnTo>
                  <a:lnTo>
                    <a:pt x="66499" y="125591"/>
                  </a:lnTo>
                  <a:lnTo>
                    <a:pt x="15985" y="147277"/>
                  </a:lnTo>
                  <a:lnTo>
                    <a:pt x="143867" y="198963"/>
                  </a:lnTo>
                  <a:lnTo>
                    <a:pt x="271749" y="147277"/>
                  </a:lnTo>
                  <a:lnTo>
                    <a:pt x="221236" y="125591"/>
                  </a:lnTo>
                  <a:lnTo>
                    <a:pt x="152180" y="154897"/>
                  </a:lnTo>
                  <a:close/>
                  <a:moveTo>
                    <a:pt x="15932" y="81045"/>
                  </a:moveTo>
                  <a:lnTo>
                    <a:pt x="143814" y="135288"/>
                  </a:lnTo>
                  <a:lnTo>
                    <a:pt x="271696" y="81045"/>
                  </a:lnTo>
                  <a:lnTo>
                    <a:pt x="143814" y="23392"/>
                  </a:lnTo>
                  <a:lnTo>
                    <a:pt x="15932" y="8104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6B3EA34C-2CA6-0D1F-18C3-163538AEB665}"/>
                </a:ext>
              </a:extLst>
            </p:cNvPr>
            <p:cNvSpPr/>
            <p:nvPr/>
          </p:nvSpPr>
          <p:spPr>
            <a:xfrm>
              <a:off x="584776" y="2191469"/>
              <a:ext cx="287734" cy="291890"/>
            </a:xfrm>
            <a:custGeom>
              <a:avLst/>
              <a:gdLst>
                <a:gd name="csX0" fmla="*/ 152606 w 287734"/>
                <a:gd name="csY0" fmla="*/ 3943 h 291890"/>
                <a:gd name="csX1" fmla="*/ 280488 w 287734"/>
                <a:gd name="csY1" fmla="*/ 61596 h 291890"/>
                <a:gd name="csX2" fmla="*/ 287734 w 287734"/>
                <a:gd name="csY2" fmla="*/ 64847 h 291890"/>
                <a:gd name="csX3" fmla="*/ 287734 w 287734"/>
                <a:gd name="csY3" fmla="*/ 97403 h 291890"/>
                <a:gd name="csX4" fmla="*/ 280062 w 287734"/>
                <a:gd name="csY4" fmla="*/ 100654 h 291890"/>
                <a:gd name="csX5" fmla="*/ 248411 w 287734"/>
                <a:gd name="csY5" fmla="*/ 114081 h 291890"/>
                <a:gd name="csX6" fmla="*/ 280168 w 287734"/>
                <a:gd name="csY6" fmla="*/ 127722 h 291890"/>
                <a:gd name="csX7" fmla="*/ 287734 w 287734"/>
                <a:gd name="csY7" fmla="*/ 130972 h 291890"/>
                <a:gd name="csX8" fmla="*/ 287734 w 287734"/>
                <a:gd name="csY8" fmla="*/ 163849 h 291890"/>
                <a:gd name="csX9" fmla="*/ 279742 w 287734"/>
                <a:gd name="csY9" fmla="*/ 167099 h 291890"/>
                <a:gd name="csX10" fmla="*/ 247398 w 287734"/>
                <a:gd name="csY10" fmla="*/ 180154 h 291890"/>
                <a:gd name="csX11" fmla="*/ 280488 w 287734"/>
                <a:gd name="csY11" fmla="*/ 195073 h 291890"/>
                <a:gd name="csX12" fmla="*/ 287734 w 287734"/>
                <a:gd name="csY12" fmla="*/ 198324 h 291890"/>
                <a:gd name="csX13" fmla="*/ 287734 w 287734"/>
                <a:gd name="csY13" fmla="*/ 230880 h 291890"/>
                <a:gd name="csX14" fmla="*/ 280062 w 287734"/>
                <a:gd name="csY14" fmla="*/ 234131 h 291890"/>
                <a:gd name="csX15" fmla="*/ 152180 w 287734"/>
                <a:gd name="csY15" fmla="*/ 288374 h 291890"/>
                <a:gd name="csX16" fmla="*/ 143867 w 287734"/>
                <a:gd name="csY16" fmla="*/ 291891 h 291890"/>
                <a:gd name="csX17" fmla="*/ 135555 w 287734"/>
                <a:gd name="csY17" fmla="*/ 288374 h 291890"/>
                <a:gd name="csX18" fmla="*/ 7673 w 287734"/>
                <a:gd name="csY18" fmla="*/ 234131 h 291890"/>
                <a:gd name="csX19" fmla="*/ 0 w 287734"/>
                <a:gd name="csY19" fmla="*/ 230880 h 291890"/>
                <a:gd name="csX20" fmla="*/ 0 w 287734"/>
                <a:gd name="csY20" fmla="*/ 198324 h 291890"/>
                <a:gd name="csX21" fmla="*/ 7247 w 287734"/>
                <a:gd name="csY21" fmla="*/ 195073 h 291890"/>
                <a:gd name="csX22" fmla="*/ 40336 w 287734"/>
                <a:gd name="csY22" fmla="*/ 180154 h 291890"/>
                <a:gd name="csX23" fmla="*/ 7993 w 287734"/>
                <a:gd name="csY23" fmla="*/ 167099 h 291890"/>
                <a:gd name="csX24" fmla="*/ 0 w 287734"/>
                <a:gd name="csY24" fmla="*/ 163849 h 291890"/>
                <a:gd name="csX25" fmla="*/ 0 w 287734"/>
                <a:gd name="csY25" fmla="*/ 130972 h 291890"/>
                <a:gd name="csX26" fmla="*/ 7566 w 287734"/>
                <a:gd name="csY26" fmla="*/ 127722 h 291890"/>
                <a:gd name="csX27" fmla="*/ 39324 w 287734"/>
                <a:gd name="csY27" fmla="*/ 114081 h 291890"/>
                <a:gd name="csX28" fmla="*/ 7673 w 287734"/>
                <a:gd name="csY28" fmla="*/ 100654 h 291890"/>
                <a:gd name="csX29" fmla="*/ 0 w 287734"/>
                <a:gd name="csY29" fmla="*/ 97403 h 291890"/>
                <a:gd name="csX30" fmla="*/ 0 w 287734"/>
                <a:gd name="csY30" fmla="*/ 64847 h 291890"/>
                <a:gd name="csX31" fmla="*/ 7247 w 287734"/>
                <a:gd name="csY31" fmla="*/ 61596 h 291890"/>
                <a:gd name="csX32" fmla="*/ 135129 w 287734"/>
                <a:gd name="csY32" fmla="*/ 3943 h 291890"/>
                <a:gd name="csX33" fmla="*/ 143867 w 287734"/>
                <a:gd name="csY33" fmla="*/ 0 h 291890"/>
                <a:gd name="csX34" fmla="*/ 152606 w 287734"/>
                <a:gd name="csY34" fmla="*/ 3943 h 291890"/>
                <a:gd name="csX35" fmla="*/ 151807 w 287734"/>
                <a:gd name="csY35" fmla="*/ 218731 h 291890"/>
                <a:gd name="csX36" fmla="*/ 143814 w 287734"/>
                <a:gd name="csY36" fmla="*/ 221982 h 291890"/>
                <a:gd name="csX37" fmla="*/ 135821 w 287734"/>
                <a:gd name="csY37" fmla="*/ 218731 h 291890"/>
                <a:gd name="csX38" fmla="*/ 67618 w 287734"/>
                <a:gd name="csY38" fmla="*/ 191184 h 291890"/>
                <a:gd name="csX39" fmla="*/ 15932 w 287734"/>
                <a:gd name="csY39" fmla="*/ 214469 h 291890"/>
                <a:gd name="csX40" fmla="*/ 143814 w 287734"/>
                <a:gd name="csY40" fmla="*/ 268712 h 291890"/>
                <a:gd name="csX41" fmla="*/ 271696 w 287734"/>
                <a:gd name="csY41" fmla="*/ 214469 h 291890"/>
                <a:gd name="csX42" fmla="*/ 220010 w 287734"/>
                <a:gd name="csY42" fmla="*/ 191184 h 291890"/>
                <a:gd name="csX43" fmla="*/ 151807 w 287734"/>
                <a:gd name="csY43" fmla="*/ 218731 h 291890"/>
                <a:gd name="csX44" fmla="*/ 152180 w 287734"/>
                <a:gd name="csY44" fmla="*/ 154897 h 291890"/>
                <a:gd name="csX45" fmla="*/ 143867 w 287734"/>
                <a:gd name="csY45" fmla="*/ 158414 h 291890"/>
                <a:gd name="csX46" fmla="*/ 135555 w 287734"/>
                <a:gd name="csY46" fmla="*/ 154897 h 291890"/>
                <a:gd name="csX47" fmla="*/ 66499 w 287734"/>
                <a:gd name="csY47" fmla="*/ 125591 h 291890"/>
                <a:gd name="csX48" fmla="*/ 15985 w 287734"/>
                <a:gd name="csY48" fmla="*/ 147277 h 291890"/>
                <a:gd name="csX49" fmla="*/ 143867 w 287734"/>
                <a:gd name="csY49" fmla="*/ 198963 h 291890"/>
                <a:gd name="csX50" fmla="*/ 271749 w 287734"/>
                <a:gd name="csY50" fmla="*/ 147277 h 291890"/>
                <a:gd name="csX51" fmla="*/ 221236 w 287734"/>
                <a:gd name="csY51" fmla="*/ 125591 h 291890"/>
                <a:gd name="csX52" fmla="*/ 152180 w 287734"/>
                <a:gd name="csY52" fmla="*/ 154897 h 291890"/>
                <a:gd name="csX53" fmla="*/ 15932 w 287734"/>
                <a:gd name="csY53" fmla="*/ 81045 h 291890"/>
                <a:gd name="csX54" fmla="*/ 143814 w 287734"/>
                <a:gd name="csY54" fmla="*/ 135288 h 291890"/>
                <a:gd name="csX55" fmla="*/ 271696 w 287734"/>
                <a:gd name="csY55" fmla="*/ 81045 h 291890"/>
                <a:gd name="csX56" fmla="*/ 143814 w 287734"/>
                <a:gd name="csY56" fmla="*/ 23392 h 291890"/>
                <a:gd name="csX57" fmla="*/ 15932 w 287734"/>
                <a:gd name="csY57" fmla="*/ 81045 h 291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287734" h="291890">
                  <a:moveTo>
                    <a:pt x="152606" y="3943"/>
                  </a:moveTo>
                  <a:lnTo>
                    <a:pt x="280488" y="61596"/>
                  </a:lnTo>
                  <a:lnTo>
                    <a:pt x="287734" y="64847"/>
                  </a:lnTo>
                  <a:lnTo>
                    <a:pt x="287734" y="97403"/>
                  </a:lnTo>
                  <a:lnTo>
                    <a:pt x="280062" y="100654"/>
                  </a:lnTo>
                  <a:lnTo>
                    <a:pt x="248411" y="114081"/>
                  </a:lnTo>
                  <a:lnTo>
                    <a:pt x="280168" y="127722"/>
                  </a:lnTo>
                  <a:lnTo>
                    <a:pt x="287734" y="130972"/>
                  </a:lnTo>
                  <a:lnTo>
                    <a:pt x="287734" y="163849"/>
                  </a:lnTo>
                  <a:lnTo>
                    <a:pt x="279742" y="167099"/>
                  </a:lnTo>
                  <a:lnTo>
                    <a:pt x="247398" y="180154"/>
                  </a:lnTo>
                  <a:lnTo>
                    <a:pt x="280488" y="195073"/>
                  </a:lnTo>
                  <a:lnTo>
                    <a:pt x="287734" y="198324"/>
                  </a:lnTo>
                  <a:lnTo>
                    <a:pt x="287734" y="230880"/>
                  </a:lnTo>
                  <a:lnTo>
                    <a:pt x="280062" y="234131"/>
                  </a:lnTo>
                  <a:lnTo>
                    <a:pt x="152180" y="288374"/>
                  </a:lnTo>
                  <a:lnTo>
                    <a:pt x="143867" y="291891"/>
                  </a:lnTo>
                  <a:lnTo>
                    <a:pt x="135555" y="288374"/>
                  </a:lnTo>
                  <a:lnTo>
                    <a:pt x="7673" y="234131"/>
                  </a:lnTo>
                  <a:lnTo>
                    <a:pt x="0" y="230880"/>
                  </a:lnTo>
                  <a:lnTo>
                    <a:pt x="0" y="198324"/>
                  </a:lnTo>
                  <a:lnTo>
                    <a:pt x="7247" y="195073"/>
                  </a:lnTo>
                  <a:lnTo>
                    <a:pt x="40336" y="180154"/>
                  </a:lnTo>
                  <a:lnTo>
                    <a:pt x="7993" y="167099"/>
                  </a:lnTo>
                  <a:lnTo>
                    <a:pt x="0" y="163849"/>
                  </a:lnTo>
                  <a:lnTo>
                    <a:pt x="0" y="130972"/>
                  </a:lnTo>
                  <a:lnTo>
                    <a:pt x="7566" y="127722"/>
                  </a:lnTo>
                  <a:lnTo>
                    <a:pt x="39324" y="114081"/>
                  </a:lnTo>
                  <a:lnTo>
                    <a:pt x="7673" y="100654"/>
                  </a:lnTo>
                  <a:lnTo>
                    <a:pt x="0" y="97403"/>
                  </a:lnTo>
                  <a:lnTo>
                    <a:pt x="0" y="64847"/>
                  </a:lnTo>
                  <a:lnTo>
                    <a:pt x="7247" y="61596"/>
                  </a:lnTo>
                  <a:lnTo>
                    <a:pt x="135129" y="3943"/>
                  </a:lnTo>
                  <a:lnTo>
                    <a:pt x="143867" y="0"/>
                  </a:lnTo>
                  <a:lnTo>
                    <a:pt x="152606" y="3943"/>
                  </a:lnTo>
                  <a:close/>
                  <a:moveTo>
                    <a:pt x="151807" y="218731"/>
                  </a:moveTo>
                  <a:lnTo>
                    <a:pt x="143814" y="221982"/>
                  </a:lnTo>
                  <a:lnTo>
                    <a:pt x="135821" y="218731"/>
                  </a:lnTo>
                  <a:lnTo>
                    <a:pt x="67618" y="191184"/>
                  </a:lnTo>
                  <a:lnTo>
                    <a:pt x="15932" y="214469"/>
                  </a:lnTo>
                  <a:lnTo>
                    <a:pt x="143814" y="268712"/>
                  </a:lnTo>
                  <a:lnTo>
                    <a:pt x="271696" y="214469"/>
                  </a:lnTo>
                  <a:lnTo>
                    <a:pt x="220010" y="191184"/>
                  </a:lnTo>
                  <a:lnTo>
                    <a:pt x="151807" y="218731"/>
                  </a:lnTo>
                  <a:close/>
                  <a:moveTo>
                    <a:pt x="152180" y="154897"/>
                  </a:moveTo>
                  <a:lnTo>
                    <a:pt x="143867" y="158414"/>
                  </a:lnTo>
                  <a:lnTo>
                    <a:pt x="135555" y="154897"/>
                  </a:lnTo>
                  <a:lnTo>
                    <a:pt x="66499" y="125591"/>
                  </a:lnTo>
                  <a:lnTo>
                    <a:pt x="15985" y="147277"/>
                  </a:lnTo>
                  <a:lnTo>
                    <a:pt x="143867" y="198963"/>
                  </a:lnTo>
                  <a:lnTo>
                    <a:pt x="271749" y="147277"/>
                  </a:lnTo>
                  <a:lnTo>
                    <a:pt x="221236" y="125591"/>
                  </a:lnTo>
                  <a:lnTo>
                    <a:pt x="152180" y="154897"/>
                  </a:lnTo>
                  <a:close/>
                  <a:moveTo>
                    <a:pt x="15932" y="81045"/>
                  </a:moveTo>
                  <a:lnTo>
                    <a:pt x="143814" y="135288"/>
                  </a:lnTo>
                  <a:lnTo>
                    <a:pt x="271696" y="81045"/>
                  </a:lnTo>
                  <a:lnTo>
                    <a:pt x="143814" y="23392"/>
                  </a:lnTo>
                  <a:lnTo>
                    <a:pt x="15932" y="8104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86FA1528-C482-2DA4-9BE0-315C384F10DC}"/>
              </a:ext>
            </a:extLst>
          </p:cNvPr>
          <p:cNvGrpSpPr/>
          <p:nvPr userDrawn="1"/>
        </p:nvGrpSpPr>
        <p:grpSpPr>
          <a:xfrm>
            <a:off x="4167073" y="3807525"/>
            <a:ext cx="287721" cy="287745"/>
            <a:chOff x="3653924" y="4111784"/>
            <a:chExt cx="287646" cy="287745"/>
          </a:xfrm>
        </p:grpSpPr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C441DE3A-6A75-B486-C38F-B12679681E5D}"/>
                </a:ext>
              </a:extLst>
            </p:cNvPr>
            <p:cNvSpPr/>
            <p:nvPr/>
          </p:nvSpPr>
          <p:spPr>
            <a:xfrm>
              <a:off x="3653924" y="4111784"/>
              <a:ext cx="287646" cy="287745"/>
            </a:xfrm>
            <a:custGeom>
              <a:avLst/>
              <a:gdLst>
                <a:gd name="csX0" fmla="*/ 143832 w 287646"/>
                <a:gd name="csY0" fmla="*/ 79918 h 287745"/>
                <a:gd name="csX1" fmla="*/ 186460 w 287646"/>
                <a:gd name="csY1" fmla="*/ 96223 h 287745"/>
                <a:gd name="csX2" fmla="*/ 186460 w 287646"/>
                <a:gd name="csY2" fmla="*/ 79918 h 287745"/>
                <a:gd name="csX3" fmla="*/ 207773 w 287646"/>
                <a:gd name="csY3" fmla="*/ 79918 h 287745"/>
                <a:gd name="csX4" fmla="*/ 207773 w 287646"/>
                <a:gd name="csY4" fmla="*/ 157180 h 287745"/>
                <a:gd name="csX5" fmla="*/ 216352 w 287646"/>
                <a:gd name="csY5" fmla="*/ 177908 h 287745"/>
                <a:gd name="csX6" fmla="*/ 237079 w 287646"/>
                <a:gd name="csY6" fmla="*/ 186487 h 287745"/>
                <a:gd name="csX7" fmla="*/ 257807 w 287646"/>
                <a:gd name="csY7" fmla="*/ 177908 h 287745"/>
                <a:gd name="csX8" fmla="*/ 266386 w 287646"/>
                <a:gd name="csY8" fmla="*/ 157180 h 287745"/>
                <a:gd name="csX9" fmla="*/ 266386 w 287646"/>
                <a:gd name="csY9" fmla="*/ 141301 h 287745"/>
                <a:gd name="csX10" fmla="*/ 239850 w 287646"/>
                <a:gd name="csY10" fmla="*/ 67716 h 287745"/>
                <a:gd name="csX11" fmla="*/ 171700 w 287646"/>
                <a:gd name="csY11" fmla="*/ 24556 h 287745"/>
                <a:gd name="csX12" fmla="*/ 91507 w 287646"/>
                <a:gd name="csY12" fmla="*/ 33081 h 287745"/>
                <a:gd name="csX13" fmla="*/ 33960 w 287646"/>
                <a:gd name="csY13" fmla="*/ 89616 h 287745"/>
                <a:gd name="csX14" fmla="*/ 24050 w 287646"/>
                <a:gd name="csY14" fmla="*/ 169649 h 287745"/>
                <a:gd name="csX15" fmla="*/ 66037 w 287646"/>
                <a:gd name="csY15" fmla="*/ 238545 h 287745"/>
                <a:gd name="csX16" fmla="*/ 141754 w 287646"/>
                <a:gd name="csY16" fmla="*/ 266413 h 287745"/>
                <a:gd name="csX17" fmla="*/ 218377 w 287646"/>
                <a:gd name="csY17" fmla="*/ 241156 h 287745"/>
                <a:gd name="csX18" fmla="*/ 226849 w 287646"/>
                <a:gd name="csY18" fmla="*/ 234655 h 287745"/>
                <a:gd name="csX19" fmla="*/ 239797 w 287646"/>
                <a:gd name="csY19" fmla="*/ 251600 h 287745"/>
                <a:gd name="csX20" fmla="*/ 231325 w 287646"/>
                <a:gd name="csY20" fmla="*/ 258101 h 287745"/>
                <a:gd name="csX21" fmla="*/ 141381 w 287646"/>
                <a:gd name="csY21" fmla="*/ 287726 h 287745"/>
                <a:gd name="csX22" fmla="*/ 52503 w 287646"/>
                <a:gd name="csY22" fmla="*/ 255010 h 287745"/>
                <a:gd name="csX23" fmla="*/ 3215 w 287646"/>
                <a:gd name="csY23" fmla="*/ 174178 h 287745"/>
                <a:gd name="csX24" fmla="*/ 14831 w 287646"/>
                <a:gd name="csY24" fmla="*/ 80185 h 287745"/>
                <a:gd name="csX25" fmla="*/ 82342 w 287646"/>
                <a:gd name="csY25" fmla="*/ 13793 h 287745"/>
                <a:gd name="csX26" fmla="*/ 176495 w 287646"/>
                <a:gd name="csY26" fmla="*/ 3775 h 287745"/>
                <a:gd name="csX27" fmla="*/ 256475 w 287646"/>
                <a:gd name="csY27" fmla="*/ 54448 h 287745"/>
                <a:gd name="csX28" fmla="*/ 287646 w 287646"/>
                <a:gd name="csY28" fmla="*/ 143859 h 287745"/>
                <a:gd name="csX29" fmla="*/ 287646 w 287646"/>
                <a:gd name="csY29" fmla="*/ 157180 h 287745"/>
                <a:gd name="csX30" fmla="*/ 272833 w 287646"/>
                <a:gd name="csY30" fmla="*/ 192987 h 287745"/>
                <a:gd name="csX31" fmla="*/ 237026 w 287646"/>
                <a:gd name="csY31" fmla="*/ 207800 h 287745"/>
                <a:gd name="csX32" fmla="*/ 201219 w 287646"/>
                <a:gd name="csY32" fmla="*/ 192987 h 287745"/>
                <a:gd name="csX33" fmla="*/ 193813 w 287646"/>
                <a:gd name="csY33" fmla="*/ 183609 h 287745"/>
                <a:gd name="csX34" fmla="*/ 143726 w 287646"/>
                <a:gd name="csY34" fmla="*/ 207800 h 287745"/>
                <a:gd name="csX35" fmla="*/ 79785 w 287646"/>
                <a:gd name="csY35" fmla="*/ 143859 h 287745"/>
                <a:gd name="csX36" fmla="*/ 143726 w 287646"/>
                <a:gd name="csY36" fmla="*/ 79918 h 287745"/>
                <a:gd name="csX37" fmla="*/ 101205 w 287646"/>
                <a:gd name="csY37" fmla="*/ 143859 h 287745"/>
                <a:gd name="csX38" fmla="*/ 143832 w 287646"/>
                <a:gd name="csY38" fmla="*/ 186487 h 287745"/>
                <a:gd name="csX39" fmla="*/ 186460 w 287646"/>
                <a:gd name="csY39" fmla="*/ 143859 h 287745"/>
                <a:gd name="csX40" fmla="*/ 143832 w 287646"/>
                <a:gd name="csY40" fmla="*/ 101232 h 287745"/>
                <a:gd name="csX41" fmla="*/ 101205 w 287646"/>
                <a:gd name="csY41" fmla="*/ 143859 h 287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287646" h="287745">
                  <a:moveTo>
                    <a:pt x="143832" y="79918"/>
                  </a:moveTo>
                  <a:cubicBezTo>
                    <a:pt x="160190" y="79918"/>
                    <a:pt x="175163" y="86099"/>
                    <a:pt x="186460" y="96223"/>
                  </a:cubicBezTo>
                  <a:lnTo>
                    <a:pt x="186460" y="79918"/>
                  </a:lnTo>
                  <a:lnTo>
                    <a:pt x="207773" y="79918"/>
                  </a:lnTo>
                  <a:lnTo>
                    <a:pt x="207773" y="157180"/>
                  </a:lnTo>
                  <a:cubicBezTo>
                    <a:pt x="207773" y="164960"/>
                    <a:pt x="210864" y="172420"/>
                    <a:pt x="216352" y="177908"/>
                  </a:cubicBezTo>
                  <a:cubicBezTo>
                    <a:pt x="221840" y="183396"/>
                    <a:pt x="229300" y="186487"/>
                    <a:pt x="237079" y="186487"/>
                  </a:cubicBezTo>
                  <a:cubicBezTo>
                    <a:pt x="244859" y="186487"/>
                    <a:pt x="252319" y="183396"/>
                    <a:pt x="257807" y="177908"/>
                  </a:cubicBezTo>
                  <a:cubicBezTo>
                    <a:pt x="263295" y="172420"/>
                    <a:pt x="266386" y="164960"/>
                    <a:pt x="266386" y="157180"/>
                  </a:cubicBezTo>
                  <a:lnTo>
                    <a:pt x="266386" y="141301"/>
                  </a:lnTo>
                  <a:cubicBezTo>
                    <a:pt x="265800" y="114553"/>
                    <a:pt x="256475" y="88710"/>
                    <a:pt x="239850" y="67716"/>
                  </a:cubicBezTo>
                  <a:cubicBezTo>
                    <a:pt x="222639" y="46030"/>
                    <a:pt x="198661" y="30844"/>
                    <a:pt x="171700" y="24556"/>
                  </a:cubicBezTo>
                  <a:cubicBezTo>
                    <a:pt x="144791" y="18269"/>
                    <a:pt x="116497" y="21306"/>
                    <a:pt x="91507" y="33081"/>
                  </a:cubicBezTo>
                  <a:cubicBezTo>
                    <a:pt x="66517" y="44911"/>
                    <a:pt x="46216" y="64839"/>
                    <a:pt x="33960" y="89616"/>
                  </a:cubicBezTo>
                  <a:cubicBezTo>
                    <a:pt x="21705" y="114393"/>
                    <a:pt x="18188" y="142634"/>
                    <a:pt x="24050" y="169649"/>
                  </a:cubicBezTo>
                  <a:cubicBezTo>
                    <a:pt x="29857" y="196664"/>
                    <a:pt x="44670" y="220961"/>
                    <a:pt x="66037" y="238545"/>
                  </a:cubicBezTo>
                  <a:cubicBezTo>
                    <a:pt x="87404" y="256129"/>
                    <a:pt x="114100" y="265933"/>
                    <a:pt x="141754" y="266413"/>
                  </a:cubicBezTo>
                  <a:cubicBezTo>
                    <a:pt x="169409" y="266892"/>
                    <a:pt x="196424" y="257994"/>
                    <a:pt x="218377" y="241156"/>
                  </a:cubicBezTo>
                  <a:lnTo>
                    <a:pt x="226849" y="234655"/>
                  </a:lnTo>
                  <a:lnTo>
                    <a:pt x="239797" y="251600"/>
                  </a:lnTo>
                  <a:lnTo>
                    <a:pt x="231325" y="258101"/>
                  </a:lnTo>
                  <a:cubicBezTo>
                    <a:pt x="205535" y="277816"/>
                    <a:pt x="173831" y="288259"/>
                    <a:pt x="141381" y="287726"/>
                  </a:cubicBezTo>
                  <a:cubicBezTo>
                    <a:pt x="108931" y="287193"/>
                    <a:pt x="77600" y="275631"/>
                    <a:pt x="52503" y="255010"/>
                  </a:cubicBezTo>
                  <a:cubicBezTo>
                    <a:pt x="27406" y="234389"/>
                    <a:pt x="10036" y="205882"/>
                    <a:pt x="3215" y="174178"/>
                  </a:cubicBezTo>
                  <a:cubicBezTo>
                    <a:pt x="-3605" y="142421"/>
                    <a:pt x="498" y="109331"/>
                    <a:pt x="14831" y="80185"/>
                  </a:cubicBezTo>
                  <a:cubicBezTo>
                    <a:pt x="29218" y="51091"/>
                    <a:pt x="52983" y="27647"/>
                    <a:pt x="82342" y="13793"/>
                  </a:cubicBezTo>
                  <a:cubicBezTo>
                    <a:pt x="111702" y="-61"/>
                    <a:pt x="144898" y="-3631"/>
                    <a:pt x="176495" y="3775"/>
                  </a:cubicBezTo>
                  <a:cubicBezTo>
                    <a:pt x="208093" y="11182"/>
                    <a:pt x="236333" y="29032"/>
                    <a:pt x="256475" y="54448"/>
                  </a:cubicBezTo>
                  <a:cubicBezTo>
                    <a:pt x="276670" y="79865"/>
                    <a:pt x="287646" y="111409"/>
                    <a:pt x="287646" y="143859"/>
                  </a:cubicBezTo>
                  <a:lnTo>
                    <a:pt x="287646" y="157180"/>
                  </a:lnTo>
                  <a:cubicBezTo>
                    <a:pt x="287646" y="170608"/>
                    <a:pt x="282318" y="183503"/>
                    <a:pt x="272833" y="192987"/>
                  </a:cubicBezTo>
                  <a:cubicBezTo>
                    <a:pt x="263349" y="202472"/>
                    <a:pt x="250454" y="207800"/>
                    <a:pt x="237026" y="207800"/>
                  </a:cubicBezTo>
                  <a:cubicBezTo>
                    <a:pt x="223598" y="207800"/>
                    <a:pt x="210704" y="202472"/>
                    <a:pt x="201219" y="192987"/>
                  </a:cubicBezTo>
                  <a:cubicBezTo>
                    <a:pt x="198395" y="190163"/>
                    <a:pt x="195891" y="186966"/>
                    <a:pt x="193813" y="183609"/>
                  </a:cubicBezTo>
                  <a:cubicBezTo>
                    <a:pt x="182090" y="198369"/>
                    <a:pt x="164027" y="207800"/>
                    <a:pt x="143726" y="207800"/>
                  </a:cubicBezTo>
                  <a:cubicBezTo>
                    <a:pt x="108398" y="207800"/>
                    <a:pt x="79785" y="179187"/>
                    <a:pt x="79785" y="143859"/>
                  </a:cubicBezTo>
                  <a:cubicBezTo>
                    <a:pt x="79785" y="108532"/>
                    <a:pt x="108398" y="79918"/>
                    <a:pt x="143726" y="79918"/>
                  </a:cubicBezTo>
                  <a:close/>
                  <a:moveTo>
                    <a:pt x="101205" y="143859"/>
                  </a:moveTo>
                  <a:cubicBezTo>
                    <a:pt x="101205" y="167411"/>
                    <a:pt x="120281" y="186487"/>
                    <a:pt x="143832" y="186487"/>
                  </a:cubicBezTo>
                  <a:cubicBezTo>
                    <a:pt x="167384" y="186487"/>
                    <a:pt x="186460" y="167411"/>
                    <a:pt x="186460" y="143859"/>
                  </a:cubicBezTo>
                  <a:cubicBezTo>
                    <a:pt x="186460" y="120307"/>
                    <a:pt x="167384" y="101232"/>
                    <a:pt x="143832" y="101232"/>
                  </a:cubicBezTo>
                  <a:cubicBezTo>
                    <a:pt x="120281" y="101232"/>
                    <a:pt x="101205" y="120307"/>
                    <a:pt x="101205" y="14385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8D316464-3F37-601F-5400-4067A94772B2}"/>
                </a:ext>
              </a:extLst>
            </p:cNvPr>
            <p:cNvSpPr/>
            <p:nvPr/>
          </p:nvSpPr>
          <p:spPr>
            <a:xfrm>
              <a:off x="3653924" y="4111784"/>
              <a:ext cx="287646" cy="287745"/>
            </a:xfrm>
            <a:custGeom>
              <a:avLst/>
              <a:gdLst>
                <a:gd name="csX0" fmla="*/ 143832 w 287646"/>
                <a:gd name="csY0" fmla="*/ 79918 h 287745"/>
                <a:gd name="csX1" fmla="*/ 186460 w 287646"/>
                <a:gd name="csY1" fmla="*/ 96223 h 287745"/>
                <a:gd name="csX2" fmla="*/ 186460 w 287646"/>
                <a:gd name="csY2" fmla="*/ 79918 h 287745"/>
                <a:gd name="csX3" fmla="*/ 207773 w 287646"/>
                <a:gd name="csY3" fmla="*/ 79918 h 287745"/>
                <a:gd name="csX4" fmla="*/ 207773 w 287646"/>
                <a:gd name="csY4" fmla="*/ 157180 h 287745"/>
                <a:gd name="csX5" fmla="*/ 216352 w 287646"/>
                <a:gd name="csY5" fmla="*/ 177908 h 287745"/>
                <a:gd name="csX6" fmla="*/ 237079 w 287646"/>
                <a:gd name="csY6" fmla="*/ 186487 h 287745"/>
                <a:gd name="csX7" fmla="*/ 257807 w 287646"/>
                <a:gd name="csY7" fmla="*/ 177908 h 287745"/>
                <a:gd name="csX8" fmla="*/ 266386 w 287646"/>
                <a:gd name="csY8" fmla="*/ 157180 h 287745"/>
                <a:gd name="csX9" fmla="*/ 266386 w 287646"/>
                <a:gd name="csY9" fmla="*/ 141301 h 287745"/>
                <a:gd name="csX10" fmla="*/ 239850 w 287646"/>
                <a:gd name="csY10" fmla="*/ 67716 h 287745"/>
                <a:gd name="csX11" fmla="*/ 171700 w 287646"/>
                <a:gd name="csY11" fmla="*/ 24556 h 287745"/>
                <a:gd name="csX12" fmla="*/ 91507 w 287646"/>
                <a:gd name="csY12" fmla="*/ 33081 h 287745"/>
                <a:gd name="csX13" fmla="*/ 33960 w 287646"/>
                <a:gd name="csY13" fmla="*/ 89616 h 287745"/>
                <a:gd name="csX14" fmla="*/ 24050 w 287646"/>
                <a:gd name="csY14" fmla="*/ 169649 h 287745"/>
                <a:gd name="csX15" fmla="*/ 66037 w 287646"/>
                <a:gd name="csY15" fmla="*/ 238545 h 287745"/>
                <a:gd name="csX16" fmla="*/ 141754 w 287646"/>
                <a:gd name="csY16" fmla="*/ 266413 h 287745"/>
                <a:gd name="csX17" fmla="*/ 218377 w 287646"/>
                <a:gd name="csY17" fmla="*/ 241156 h 287745"/>
                <a:gd name="csX18" fmla="*/ 226849 w 287646"/>
                <a:gd name="csY18" fmla="*/ 234655 h 287745"/>
                <a:gd name="csX19" fmla="*/ 239797 w 287646"/>
                <a:gd name="csY19" fmla="*/ 251600 h 287745"/>
                <a:gd name="csX20" fmla="*/ 231325 w 287646"/>
                <a:gd name="csY20" fmla="*/ 258101 h 287745"/>
                <a:gd name="csX21" fmla="*/ 141381 w 287646"/>
                <a:gd name="csY21" fmla="*/ 287726 h 287745"/>
                <a:gd name="csX22" fmla="*/ 52503 w 287646"/>
                <a:gd name="csY22" fmla="*/ 255010 h 287745"/>
                <a:gd name="csX23" fmla="*/ 3215 w 287646"/>
                <a:gd name="csY23" fmla="*/ 174178 h 287745"/>
                <a:gd name="csX24" fmla="*/ 14831 w 287646"/>
                <a:gd name="csY24" fmla="*/ 80185 h 287745"/>
                <a:gd name="csX25" fmla="*/ 82342 w 287646"/>
                <a:gd name="csY25" fmla="*/ 13793 h 287745"/>
                <a:gd name="csX26" fmla="*/ 176495 w 287646"/>
                <a:gd name="csY26" fmla="*/ 3775 h 287745"/>
                <a:gd name="csX27" fmla="*/ 256475 w 287646"/>
                <a:gd name="csY27" fmla="*/ 54448 h 287745"/>
                <a:gd name="csX28" fmla="*/ 287646 w 287646"/>
                <a:gd name="csY28" fmla="*/ 143859 h 287745"/>
                <a:gd name="csX29" fmla="*/ 287646 w 287646"/>
                <a:gd name="csY29" fmla="*/ 157180 h 287745"/>
                <a:gd name="csX30" fmla="*/ 272833 w 287646"/>
                <a:gd name="csY30" fmla="*/ 192987 h 287745"/>
                <a:gd name="csX31" fmla="*/ 237026 w 287646"/>
                <a:gd name="csY31" fmla="*/ 207800 h 287745"/>
                <a:gd name="csX32" fmla="*/ 201219 w 287646"/>
                <a:gd name="csY32" fmla="*/ 192987 h 287745"/>
                <a:gd name="csX33" fmla="*/ 193813 w 287646"/>
                <a:gd name="csY33" fmla="*/ 183609 h 287745"/>
                <a:gd name="csX34" fmla="*/ 143726 w 287646"/>
                <a:gd name="csY34" fmla="*/ 207800 h 287745"/>
                <a:gd name="csX35" fmla="*/ 79785 w 287646"/>
                <a:gd name="csY35" fmla="*/ 143859 h 287745"/>
                <a:gd name="csX36" fmla="*/ 143726 w 287646"/>
                <a:gd name="csY36" fmla="*/ 79918 h 287745"/>
                <a:gd name="csX37" fmla="*/ 101205 w 287646"/>
                <a:gd name="csY37" fmla="*/ 143859 h 287745"/>
                <a:gd name="csX38" fmla="*/ 143832 w 287646"/>
                <a:gd name="csY38" fmla="*/ 186487 h 287745"/>
                <a:gd name="csX39" fmla="*/ 186460 w 287646"/>
                <a:gd name="csY39" fmla="*/ 143859 h 287745"/>
                <a:gd name="csX40" fmla="*/ 143832 w 287646"/>
                <a:gd name="csY40" fmla="*/ 101232 h 287745"/>
                <a:gd name="csX41" fmla="*/ 101205 w 287646"/>
                <a:gd name="csY41" fmla="*/ 143859 h 287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287646" h="287745">
                  <a:moveTo>
                    <a:pt x="143832" y="79918"/>
                  </a:moveTo>
                  <a:cubicBezTo>
                    <a:pt x="160190" y="79918"/>
                    <a:pt x="175163" y="86099"/>
                    <a:pt x="186460" y="96223"/>
                  </a:cubicBezTo>
                  <a:lnTo>
                    <a:pt x="186460" y="79918"/>
                  </a:lnTo>
                  <a:lnTo>
                    <a:pt x="207773" y="79918"/>
                  </a:lnTo>
                  <a:lnTo>
                    <a:pt x="207773" y="157180"/>
                  </a:lnTo>
                  <a:cubicBezTo>
                    <a:pt x="207773" y="164960"/>
                    <a:pt x="210864" y="172420"/>
                    <a:pt x="216352" y="177908"/>
                  </a:cubicBezTo>
                  <a:cubicBezTo>
                    <a:pt x="221840" y="183396"/>
                    <a:pt x="229300" y="186487"/>
                    <a:pt x="237079" y="186487"/>
                  </a:cubicBezTo>
                  <a:cubicBezTo>
                    <a:pt x="244859" y="186487"/>
                    <a:pt x="252319" y="183396"/>
                    <a:pt x="257807" y="177908"/>
                  </a:cubicBezTo>
                  <a:cubicBezTo>
                    <a:pt x="263295" y="172420"/>
                    <a:pt x="266386" y="164960"/>
                    <a:pt x="266386" y="157180"/>
                  </a:cubicBezTo>
                  <a:lnTo>
                    <a:pt x="266386" y="141301"/>
                  </a:lnTo>
                  <a:cubicBezTo>
                    <a:pt x="265800" y="114553"/>
                    <a:pt x="256475" y="88710"/>
                    <a:pt x="239850" y="67716"/>
                  </a:cubicBezTo>
                  <a:cubicBezTo>
                    <a:pt x="222639" y="46030"/>
                    <a:pt x="198661" y="30844"/>
                    <a:pt x="171700" y="24556"/>
                  </a:cubicBezTo>
                  <a:cubicBezTo>
                    <a:pt x="144791" y="18269"/>
                    <a:pt x="116497" y="21306"/>
                    <a:pt x="91507" y="33081"/>
                  </a:cubicBezTo>
                  <a:cubicBezTo>
                    <a:pt x="66517" y="44911"/>
                    <a:pt x="46216" y="64839"/>
                    <a:pt x="33960" y="89616"/>
                  </a:cubicBezTo>
                  <a:cubicBezTo>
                    <a:pt x="21705" y="114393"/>
                    <a:pt x="18188" y="142634"/>
                    <a:pt x="24050" y="169649"/>
                  </a:cubicBezTo>
                  <a:cubicBezTo>
                    <a:pt x="29857" y="196664"/>
                    <a:pt x="44670" y="220961"/>
                    <a:pt x="66037" y="238545"/>
                  </a:cubicBezTo>
                  <a:cubicBezTo>
                    <a:pt x="87404" y="256129"/>
                    <a:pt x="114100" y="265933"/>
                    <a:pt x="141754" y="266413"/>
                  </a:cubicBezTo>
                  <a:cubicBezTo>
                    <a:pt x="169409" y="266892"/>
                    <a:pt x="196424" y="257994"/>
                    <a:pt x="218377" y="241156"/>
                  </a:cubicBezTo>
                  <a:lnTo>
                    <a:pt x="226849" y="234655"/>
                  </a:lnTo>
                  <a:lnTo>
                    <a:pt x="239797" y="251600"/>
                  </a:lnTo>
                  <a:lnTo>
                    <a:pt x="231325" y="258101"/>
                  </a:lnTo>
                  <a:cubicBezTo>
                    <a:pt x="205535" y="277816"/>
                    <a:pt x="173831" y="288259"/>
                    <a:pt x="141381" y="287726"/>
                  </a:cubicBezTo>
                  <a:cubicBezTo>
                    <a:pt x="108931" y="287193"/>
                    <a:pt x="77600" y="275631"/>
                    <a:pt x="52503" y="255010"/>
                  </a:cubicBezTo>
                  <a:cubicBezTo>
                    <a:pt x="27406" y="234389"/>
                    <a:pt x="10036" y="205882"/>
                    <a:pt x="3215" y="174178"/>
                  </a:cubicBezTo>
                  <a:cubicBezTo>
                    <a:pt x="-3605" y="142421"/>
                    <a:pt x="498" y="109331"/>
                    <a:pt x="14831" y="80185"/>
                  </a:cubicBezTo>
                  <a:cubicBezTo>
                    <a:pt x="29218" y="51091"/>
                    <a:pt x="52983" y="27647"/>
                    <a:pt x="82342" y="13793"/>
                  </a:cubicBezTo>
                  <a:cubicBezTo>
                    <a:pt x="111702" y="-61"/>
                    <a:pt x="144898" y="-3631"/>
                    <a:pt x="176495" y="3775"/>
                  </a:cubicBezTo>
                  <a:cubicBezTo>
                    <a:pt x="208093" y="11182"/>
                    <a:pt x="236333" y="29032"/>
                    <a:pt x="256475" y="54448"/>
                  </a:cubicBezTo>
                  <a:cubicBezTo>
                    <a:pt x="276670" y="79865"/>
                    <a:pt x="287646" y="111409"/>
                    <a:pt x="287646" y="143859"/>
                  </a:cubicBezTo>
                  <a:lnTo>
                    <a:pt x="287646" y="157180"/>
                  </a:lnTo>
                  <a:cubicBezTo>
                    <a:pt x="287646" y="170608"/>
                    <a:pt x="282318" y="183503"/>
                    <a:pt x="272833" y="192987"/>
                  </a:cubicBezTo>
                  <a:cubicBezTo>
                    <a:pt x="263349" y="202472"/>
                    <a:pt x="250454" y="207800"/>
                    <a:pt x="237026" y="207800"/>
                  </a:cubicBezTo>
                  <a:cubicBezTo>
                    <a:pt x="223598" y="207800"/>
                    <a:pt x="210704" y="202472"/>
                    <a:pt x="201219" y="192987"/>
                  </a:cubicBezTo>
                  <a:cubicBezTo>
                    <a:pt x="198395" y="190163"/>
                    <a:pt x="195891" y="186966"/>
                    <a:pt x="193813" y="183609"/>
                  </a:cubicBezTo>
                  <a:cubicBezTo>
                    <a:pt x="182090" y="198369"/>
                    <a:pt x="164027" y="207800"/>
                    <a:pt x="143726" y="207800"/>
                  </a:cubicBezTo>
                  <a:cubicBezTo>
                    <a:pt x="108398" y="207800"/>
                    <a:pt x="79785" y="179187"/>
                    <a:pt x="79785" y="143859"/>
                  </a:cubicBezTo>
                  <a:cubicBezTo>
                    <a:pt x="79785" y="108532"/>
                    <a:pt x="108398" y="79918"/>
                    <a:pt x="143726" y="79918"/>
                  </a:cubicBezTo>
                  <a:close/>
                  <a:moveTo>
                    <a:pt x="101205" y="143859"/>
                  </a:moveTo>
                  <a:cubicBezTo>
                    <a:pt x="101205" y="167411"/>
                    <a:pt x="120281" y="186487"/>
                    <a:pt x="143832" y="186487"/>
                  </a:cubicBezTo>
                  <a:cubicBezTo>
                    <a:pt x="167384" y="186487"/>
                    <a:pt x="186460" y="167411"/>
                    <a:pt x="186460" y="143859"/>
                  </a:cubicBezTo>
                  <a:cubicBezTo>
                    <a:pt x="186460" y="120307"/>
                    <a:pt x="167384" y="101232"/>
                    <a:pt x="143832" y="101232"/>
                  </a:cubicBezTo>
                  <a:cubicBezTo>
                    <a:pt x="120281" y="101232"/>
                    <a:pt x="101205" y="120307"/>
                    <a:pt x="101205" y="14385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63A7D511-8B85-7C61-0BEC-AFA775452364}"/>
              </a:ext>
            </a:extLst>
          </p:cNvPr>
          <p:cNvGrpSpPr/>
          <p:nvPr userDrawn="1"/>
        </p:nvGrpSpPr>
        <p:grpSpPr>
          <a:xfrm>
            <a:off x="5345113" y="3807518"/>
            <a:ext cx="234511" cy="287201"/>
            <a:chOff x="4703641" y="4111776"/>
            <a:chExt cx="234450" cy="287201"/>
          </a:xfrm>
        </p:grpSpPr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16DB502A-C461-58CA-44A6-79828EB6FA28}"/>
                </a:ext>
              </a:extLst>
            </p:cNvPr>
            <p:cNvSpPr/>
            <p:nvPr/>
          </p:nvSpPr>
          <p:spPr>
            <a:xfrm>
              <a:off x="4703641" y="4111776"/>
              <a:ext cx="234450" cy="287201"/>
            </a:xfrm>
            <a:custGeom>
              <a:avLst/>
              <a:gdLst>
                <a:gd name="csX0" fmla="*/ 21260 w 234450"/>
                <a:gd name="csY0" fmla="*/ 21314 h 287201"/>
                <a:gd name="csX1" fmla="*/ 21260 w 234450"/>
                <a:gd name="csY1" fmla="*/ 250435 h 287201"/>
                <a:gd name="csX2" fmla="*/ 101187 w 234450"/>
                <a:gd name="csY2" fmla="*/ 204611 h 287201"/>
                <a:gd name="csX3" fmla="*/ 133157 w 234450"/>
                <a:gd name="csY3" fmla="*/ 204611 h 287201"/>
                <a:gd name="csX4" fmla="*/ 213083 w 234450"/>
                <a:gd name="csY4" fmla="*/ 250435 h 287201"/>
                <a:gd name="csX5" fmla="*/ 213083 w 234450"/>
                <a:gd name="csY5" fmla="*/ 21314 h 287201"/>
                <a:gd name="csX6" fmla="*/ 21260 w 234450"/>
                <a:gd name="csY6" fmla="*/ 21314 h 287201"/>
                <a:gd name="csX7" fmla="*/ 234397 w 234450"/>
                <a:gd name="csY7" fmla="*/ 287201 h 287201"/>
                <a:gd name="csX8" fmla="*/ 127509 w 234450"/>
                <a:gd name="csY8" fmla="*/ 225925 h 287201"/>
                <a:gd name="csX9" fmla="*/ 106888 w 234450"/>
                <a:gd name="csY9" fmla="*/ 225925 h 287201"/>
                <a:gd name="csX10" fmla="*/ 0 w 234450"/>
                <a:gd name="csY10" fmla="*/ 287201 h 287201"/>
                <a:gd name="csX11" fmla="*/ 0 w 234450"/>
                <a:gd name="csY11" fmla="*/ 21314 h 287201"/>
                <a:gd name="csX12" fmla="*/ 21314 w 234450"/>
                <a:gd name="csY12" fmla="*/ 0 h 287201"/>
                <a:gd name="csX13" fmla="*/ 213137 w 234450"/>
                <a:gd name="csY13" fmla="*/ 0 h 287201"/>
                <a:gd name="csX14" fmla="*/ 234450 w 234450"/>
                <a:gd name="csY14" fmla="*/ 21314 h 287201"/>
                <a:gd name="csX15" fmla="*/ 234450 w 234450"/>
                <a:gd name="csY15" fmla="*/ 287201 h 28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34450" h="287201">
                  <a:moveTo>
                    <a:pt x="21260" y="21314"/>
                  </a:moveTo>
                  <a:lnTo>
                    <a:pt x="21260" y="250435"/>
                  </a:lnTo>
                  <a:lnTo>
                    <a:pt x="101187" y="204611"/>
                  </a:lnTo>
                  <a:lnTo>
                    <a:pt x="133157" y="204611"/>
                  </a:lnTo>
                  <a:lnTo>
                    <a:pt x="213083" y="250435"/>
                  </a:lnTo>
                  <a:lnTo>
                    <a:pt x="213083" y="21314"/>
                  </a:lnTo>
                  <a:lnTo>
                    <a:pt x="21260" y="21314"/>
                  </a:lnTo>
                  <a:close/>
                  <a:moveTo>
                    <a:pt x="234397" y="287201"/>
                  </a:moveTo>
                  <a:lnTo>
                    <a:pt x="127509" y="225925"/>
                  </a:lnTo>
                  <a:lnTo>
                    <a:pt x="106888" y="225925"/>
                  </a:lnTo>
                  <a:lnTo>
                    <a:pt x="0" y="28720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13137" y="0"/>
                  </a:lnTo>
                  <a:lnTo>
                    <a:pt x="234450" y="21314"/>
                  </a:lnTo>
                  <a:lnTo>
                    <a:pt x="234450" y="28720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D515FCB0-0B7D-1DDD-4B92-1AC246B7A168}"/>
                </a:ext>
              </a:extLst>
            </p:cNvPr>
            <p:cNvSpPr/>
            <p:nvPr/>
          </p:nvSpPr>
          <p:spPr>
            <a:xfrm>
              <a:off x="4703641" y="4111776"/>
              <a:ext cx="234450" cy="287201"/>
            </a:xfrm>
            <a:custGeom>
              <a:avLst/>
              <a:gdLst>
                <a:gd name="csX0" fmla="*/ 21260 w 234450"/>
                <a:gd name="csY0" fmla="*/ 21314 h 287201"/>
                <a:gd name="csX1" fmla="*/ 21260 w 234450"/>
                <a:gd name="csY1" fmla="*/ 250435 h 287201"/>
                <a:gd name="csX2" fmla="*/ 101187 w 234450"/>
                <a:gd name="csY2" fmla="*/ 204611 h 287201"/>
                <a:gd name="csX3" fmla="*/ 133157 w 234450"/>
                <a:gd name="csY3" fmla="*/ 204611 h 287201"/>
                <a:gd name="csX4" fmla="*/ 213083 w 234450"/>
                <a:gd name="csY4" fmla="*/ 250435 h 287201"/>
                <a:gd name="csX5" fmla="*/ 213083 w 234450"/>
                <a:gd name="csY5" fmla="*/ 21314 h 287201"/>
                <a:gd name="csX6" fmla="*/ 21260 w 234450"/>
                <a:gd name="csY6" fmla="*/ 21314 h 287201"/>
                <a:gd name="csX7" fmla="*/ 234397 w 234450"/>
                <a:gd name="csY7" fmla="*/ 287201 h 287201"/>
                <a:gd name="csX8" fmla="*/ 127509 w 234450"/>
                <a:gd name="csY8" fmla="*/ 225925 h 287201"/>
                <a:gd name="csX9" fmla="*/ 106888 w 234450"/>
                <a:gd name="csY9" fmla="*/ 225925 h 287201"/>
                <a:gd name="csX10" fmla="*/ 0 w 234450"/>
                <a:gd name="csY10" fmla="*/ 287201 h 287201"/>
                <a:gd name="csX11" fmla="*/ 0 w 234450"/>
                <a:gd name="csY11" fmla="*/ 21314 h 287201"/>
                <a:gd name="csX12" fmla="*/ 21314 w 234450"/>
                <a:gd name="csY12" fmla="*/ 0 h 287201"/>
                <a:gd name="csX13" fmla="*/ 213137 w 234450"/>
                <a:gd name="csY13" fmla="*/ 0 h 287201"/>
                <a:gd name="csX14" fmla="*/ 234450 w 234450"/>
                <a:gd name="csY14" fmla="*/ 21314 h 287201"/>
                <a:gd name="csX15" fmla="*/ 234450 w 234450"/>
                <a:gd name="csY15" fmla="*/ 287201 h 28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34450" h="287201">
                  <a:moveTo>
                    <a:pt x="21260" y="21314"/>
                  </a:moveTo>
                  <a:lnTo>
                    <a:pt x="21260" y="250435"/>
                  </a:lnTo>
                  <a:lnTo>
                    <a:pt x="101187" y="204611"/>
                  </a:lnTo>
                  <a:lnTo>
                    <a:pt x="133157" y="204611"/>
                  </a:lnTo>
                  <a:lnTo>
                    <a:pt x="213083" y="250435"/>
                  </a:lnTo>
                  <a:lnTo>
                    <a:pt x="213083" y="21314"/>
                  </a:lnTo>
                  <a:lnTo>
                    <a:pt x="21260" y="21314"/>
                  </a:lnTo>
                  <a:close/>
                  <a:moveTo>
                    <a:pt x="234397" y="287201"/>
                  </a:moveTo>
                  <a:lnTo>
                    <a:pt x="127509" y="225925"/>
                  </a:lnTo>
                  <a:lnTo>
                    <a:pt x="106888" y="225925"/>
                  </a:lnTo>
                  <a:lnTo>
                    <a:pt x="0" y="28720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13137" y="0"/>
                  </a:lnTo>
                  <a:lnTo>
                    <a:pt x="234450" y="21314"/>
                  </a:lnTo>
                  <a:lnTo>
                    <a:pt x="234450" y="28720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C7CA0840-C20C-9FBA-288C-BA8C46B3A65D}"/>
              </a:ext>
            </a:extLst>
          </p:cNvPr>
          <p:cNvGrpSpPr/>
          <p:nvPr userDrawn="1"/>
        </p:nvGrpSpPr>
        <p:grpSpPr>
          <a:xfrm>
            <a:off x="6496537" y="3823441"/>
            <a:ext cx="287761" cy="272503"/>
            <a:chOff x="5726749" y="4127700"/>
            <a:chExt cx="287686" cy="272503"/>
          </a:xfrm>
        </p:grpSpPr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8E36AF2B-B416-6C10-4E3E-330FE8E3059F}"/>
                </a:ext>
              </a:extLst>
            </p:cNvPr>
            <p:cNvSpPr/>
            <p:nvPr/>
          </p:nvSpPr>
          <p:spPr>
            <a:xfrm>
              <a:off x="5726749" y="4127700"/>
              <a:ext cx="287686" cy="272503"/>
            </a:xfrm>
            <a:custGeom>
              <a:avLst/>
              <a:gdLst>
                <a:gd name="csX0" fmla="*/ 33995 w 287686"/>
                <a:gd name="csY0" fmla="*/ 20629 h 272503"/>
                <a:gd name="csX1" fmla="*/ 143708 w 287686"/>
                <a:gd name="csY1" fmla="*/ 18178 h 272503"/>
                <a:gd name="csX2" fmla="*/ 253206 w 287686"/>
                <a:gd name="csY2" fmla="*/ 20469 h 272503"/>
                <a:gd name="csX3" fmla="*/ 267380 w 287686"/>
                <a:gd name="csY3" fmla="*/ 148938 h 272503"/>
                <a:gd name="csX4" fmla="*/ 266794 w 287686"/>
                <a:gd name="csY4" fmla="*/ 149630 h 272503"/>
                <a:gd name="csX5" fmla="*/ 159906 w 287686"/>
                <a:gd name="csY5" fmla="*/ 272504 h 272503"/>
                <a:gd name="csX6" fmla="*/ 127775 w 287686"/>
                <a:gd name="csY6" fmla="*/ 272504 h 272503"/>
                <a:gd name="csX7" fmla="*/ 20728 w 287686"/>
                <a:gd name="csY7" fmla="*/ 149630 h 272503"/>
                <a:gd name="csX8" fmla="*/ 20141 w 287686"/>
                <a:gd name="csY8" fmla="*/ 148938 h 272503"/>
                <a:gd name="csX9" fmla="*/ 34102 w 287686"/>
                <a:gd name="csY9" fmla="*/ 20683 h 272503"/>
                <a:gd name="csX10" fmla="*/ 143708 w 287686"/>
                <a:gd name="csY10" fmla="*/ 46899 h 272503"/>
                <a:gd name="csX11" fmla="*/ 47636 w 287686"/>
                <a:gd name="csY11" fmla="*/ 37041 h 272503"/>
                <a:gd name="csX12" fmla="*/ 46198 w 287686"/>
                <a:gd name="csY12" fmla="*/ 38266 h 272503"/>
                <a:gd name="csX13" fmla="*/ 36713 w 287686"/>
                <a:gd name="csY13" fmla="*/ 135670 h 272503"/>
                <a:gd name="csX14" fmla="*/ 143760 w 287686"/>
                <a:gd name="csY14" fmla="*/ 258543 h 272503"/>
                <a:gd name="csX15" fmla="*/ 250649 w 287686"/>
                <a:gd name="csY15" fmla="*/ 135670 h 272503"/>
                <a:gd name="csX16" fmla="*/ 241164 w 287686"/>
                <a:gd name="csY16" fmla="*/ 38266 h 272503"/>
                <a:gd name="csX17" fmla="*/ 239725 w 287686"/>
                <a:gd name="csY17" fmla="*/ 37041 h 272503"/>
                <a:gd name="csX18" fmla="*/ 143654 w 287686"/>
                <a:gd name="csY18" fmla="*/ 46899 h 272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87686" h="272503">
                  <a:moveTo>
                    <a:pt x="33995" y="20629"/>
                  </a:moveTo>
                  <a:cubicBezTo>
                    <a:pt x="68577" y="-8197"/>
                    <a:pt x="112323" y="-4734"/>
                    <a:pt x="143708" y="18178"/>
                  </a:cubicBezTo>
                  <a:cubicBezTo>
                    <a:pt x="175038" y="-4734"/>
                    <a:pt x="218358" y="-7771"/>
                    <a:pt x="253206" y="20469"/>
                  </a:cubicBezTo>
                  <a:cubicBezTo>
                    <a:pt x="293702" y="53293"/>
                    <a:pt x="298658" y="109667"/>
                    <a:pt x="267380" y="148938"/>
                  </a:cubicBezTo>
                  <a:cubicBezTo>
                    <a:pt x="267167" y="149151"/>
                    <a:pt x="267007" y="149417"/>
                    <a:pt x="266794" y="149630"/>
                  </a:cubicBezTo>
                  <a:lnTo>
                    <a:pt x="159906" y="272504"/>
                  </a:lnTo>
                  <a:lnTo>
                    <a:pt x="127775" y="272504"/>
                  </a:lnTo>
                  <a:cubicBezTo>
                    <a:pt x="127775" y="272504"/>
                    <a:pt x="20728" y="149630"/>
                    <a:pt x="20728" y="149630"/>
                  </a:cubicBezTo>
                  <a:cubicBezTo>
                    <a:pt x="20514" y="149417"/>
                    <a:pt x="20301" y="149151"/>
                    <a:pt x="20141" y="148938"/>
                  </a:cubicBezTo>
                  <a:cubicBezTo>
                    <a:pt x="-11349" y="109454"/>
                    <a:pt x="-5328" y="53559"/>
                    <a:pt x="34102" y="20683"/>
                  </a:cubicBezTo>
                  <a:close/>
                  <a:moveTo>
                    <a:pt x="143708" y="46899"/>
                  </a:moveTo>
                  <a:cubicBezTo>
                    <a:pt x="119197" y="18978"/>
                    <a:pt x="78328" y="11465"/>
                    <a:pt x="47636" y="37041"/>
                  </a:cubicBezTo>
                  <a:lnTo>
                    <a:pt x="46198" y="38266"/>
                  </a:lnTo>
                  <a:cubicBezTo>
                    <a:pt x="16785" y="63949"/>
                    <a:pt x="12948" y="105884"/>
                    <a:pt x="36713" y="135670"/>
                  </a:cubicBezTo>
                  <a:lnTo>
                    <a:pt x="143760" y="258543"/>
                  </a:lnTo>
                  <a:lnTo>
                    <a:pt x="250649" y="135670"/>
                  </a:lnTo>
                  <a:cubicBezTo>
                    <a:pt x="274360" y="105884"/>
                    <a:pt x="271056" y="63736"/>
                    <a:pt x="241164" y="38266"/>
                  </a:cubicBezTo>
                  <a:lnTo>
                    <a:pt x="239725" y="37041"/>
                  </a:lnTo>
                  <a:cubicBezTo>
                    <a:pt x="208501" y="11731"/>
                    <a:pt x="168165" y="18978"/>
                    <a:pt x="143654" y="4689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09E7002A-0D6A-500C-1615-ABB4979C4568}"/>
                </a:ext>
              </a:extLst>
            </p:cNvPr>
            <p:cNvSpPr/>
            <p:nvPr/>
          </p:nvSpPr>
          <p:spPr>
            <a:xfrm>
              <a:off x="5726749" y="4127700"/>
              <a:ext cx="287686" cy="272503"/>
            </a:xfrm>
            <a:custGeom>
              <a:avLst/>
              <a:gdLst>
                <a:gd name="csX0" fmla="*/ 33995 w 287686"/>
                <a:gd name="csY0" fmla="*/ 20629 h 272503"/>
                <a:gd name="csX1" fmla="*/ 143708 w 287686"/>
                <a:gd name="csY1" fmla="*/ 18178 h 272503"/>
                <a:gd name="csX2" fmla="*/ 253206 w 287686"/>
                <a:gd name="csY2" fmla="*/ 20469 h 272503"/>
                <a:gd name="csX3" fmla="*/ 267380 w 287686"/>
                <a:gd name="csY3" fmla="*/ 148938 h 272503"/>
                <a:gd name="csX4" fmla="*/ 266794 w 287686"/>
                <a:gd name="csY4" fmla="*/ 149630 h 272503"/>
                <a:gd name="csX5" fmla="*/ 159906 w 287686"/>
                <a:gd name="csY5" fmla="*/ 272504 h 272503"/>
                <a:gd name="csX6" fmla="*/ 127775 w 287686"/>
                <a:gd name="csY6" fmla="*/ 272504 h 272503"/>
                <a:gd name="csX7" fmla="*/ 20728 w 287686"/>
                <a:gd name="csY7" fmla="*/ 149630 h 272503"/>
                <a:gd name="csX8" fmla="*/ 20141 w 287686"/>
                <a:gd name="csY8" fmla="*/ 148938 h 272503"/>
                <a:gd name="csX9" fmla="*/ 34102 w 287686"/>
                <a:gd name="csY9" fmla="*/ 20683 h 272503"/>
                <a:gd name="csX10" fmla="*/ 143708 w 287686"/>
                <a:gd name="csY10" fmla="*/ 46899 h 272503"/>
                <a:gd name="csX11" fmla="*/ 47636 w 287686"/>
                <a:gd name="csY11" fmla="*/ 37041 h 272503"/>
                <a:gd name="csX12" fmla="*/ 46198 w 287686"/>
                <a:gd name="csY12" fmla="*/ 38266 h 272503"/>
                <a:gd name="csX13" fmla="*/ 36713 w 287686"/>
                <a:gd name="csY13" fmla="*/ 135670 h 272503"/>
                <a:gd name="csX14" fmla="*/ 143760 w 287686"/>
                <a:gd name="csY14" fmla="*/ 258543 h 272503"/>
                <a:gd name="csX15" fmla="*/ 250649 w 287686"/>
                <a:gd name="csY15" fmla="*/ 135670 h 272503"/>
                <a:gd name="csX16" fmla="*/ 241164 w 287686"/>
                <a:gd name="csY16" fmla="*/ 38266 h 272503"/>
                <a:gd name="csX17" fmla="*/ 239725 w 287686"/>
                <a:gd name="csY17" fmla="*/ 37041 h 272503"/>
                <a:gd name="csX18" fmla="*/ 143654 w 287686"/>
                <a:gd name="csY18" fmla="*/ 46899 h 272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87686" h="272503">
                  <a:moveTo>
                    <a:pt x="33995" y="20629"/>
                  </a:moveTo>
                  <a:cubicBezTo>
                    <a:pt x="68577" y="-8197"/>
                    <a:pt x="112323" y="-4734"/>
                    <a:pt x="143708" y="18178"/>
                  </a:cubicBezTo>
                  <a:cubicBezTo>
                    <a:pt x="175038" y="-4734"/>
                    <a:pt x="218358" y="-7771"/>
                    <a:pt x="253206" y="20469"/>
                  </a:cubicBezTo>
                  <a:cubicBezTo>
                    <a:pt x="293702" y="53293"/>
                    <a:pt x="298658" y="109667"/>
                    <a:pt x="267380" y="148938"/>
                  </a:cubicBezTo>
                  <a:cubicBezTo>
                    <a:pt x="267167" y="149151"/>
                    <a:pt x="267007" y="149417"/>
                    <a:pt x="266794" y="149630"/>
                  </a:cubicBezTo>
                  <a:lnTo>
                    <a:pt x="159906" y="272504"/>
                  </a:lnTo>
                  <a:lnTo>
                    <a:pt x="127775" y="272504"/>
                  </a:lnTo>
                  <a:cubicBezTo>
                    <a:pt x="127775" y="272504"/>
                    <a:pt x="20728" y="149630"/>
                    <a:pt x="20728" y="149630"/>
                  </a:cubicBezTo>
                  <a:cubicBezTo>
                    <a:pt x="20514" y="149417"/>
                    <a:pt x="20301" y="149151"/>
                    <a:pt x="20141" y="148938"/>
                  </a:cubicBezTo>
                  <a:cubicBezTo>
                    <a:pt x="-11349" y="109454"/>
                    <a:pt x="-5328" y="53559"/>
                    <a:pt x="34102" y="20683"/>
                  </a:cubicBezTo>
                  <a:close/>
                  <a:moveTo>
                    <a:pt x="143708" y="46899"/>
                  </a:moveTo>
                  <a:cubicBezTo>
                    <a:pt x="119197" y="18978"/>
                    <a:pt x="78328" y="11465"/>
                    <a:pt x="47636" y="37041"/>
                  </a:cubicBezTo>
                  <a:lnTo>
                    <a:pt x="46198" y="38266"/>
                  </a:lnTo>
                  <a:cubicBezTo>
                    <a:pt x="16785" y="63949"/>
                    <a:pt x="12948" y="105884"/>
                    <a:pt x="36713" y="135670"/>
                  </a:cubicBezTo>
                  <a:lnTo>
                    <a:pt x="143760" y="258543"/>
                  </a:lnTo>
                  <a:lnTo>
                    <a:pt x="250649" y="135670"/>
                  </a:lnTo>
                  <a:cubicBezTo>
                    <a:pt x="274360" y="105884"/>
                    <a:pt x="271056" y="63736"/>
                    <a:pt x="241164" y="38266"/>
                  </a:cubicBezTo>
                  <a:lnTo>
                    <a:pt x="239725" y="37041"/>
                  </a:lnTo>
                  <a:cubicBezTo>
                    <a:pt x="208501" y="11731"/>
                    <a:pt x="168165" y="18978"/>
                    <a:pt x="143654" y="4689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75F087CE-7ED9-EF76-C79B-29EC66A9DB89}"/>
              </a:ext>
            </a:extLst>
          </p:cNvPr>
          <p:cNvGrpSpPr/>
          <p:nvPr userDrawn="1"/>
        </p:nvGrpSpPr>
        <p:grpSpPr>
          <a:xfrm>
            <a:off x="8808235" y="3807624"/>
            <a:ext cx="289407" cy="287628"/>
            <a:chOff x="7781813" y="4111883"/>
            <a:chExt cx="289332" cy="287628"/>
          </a:xfrm>
        </p:grpSpPr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FC88B77B-574C-9BB0-083B-BCABCAC6ED9A}"/>
                </a:ext>
              </a:extLst>
            </p:cNvPr>
            <p:cNvSpPr/>
            <p:nvPr/>
          </p:nvSpPr>
          <p:spPr>
            <a:xfrm>
              <a:off x="7781813" y="4111883"/>
              <a:ext cx="289332" cy="287628"/>
            </a:xfrm>
            <a:custGeom>
              <a:avLst/>
              <a:gdLst>
                <a:gd name="csX0" fmla="*/ 268019 w 289332"/>
                <a:gd name="csY0" fmla="*/ 142588 h 287628"/>
                <a:gd name="csX1" fmla="*/ 144027 w 289332"/>
                <a:gd name="csY1" fmla="*/ 21207 h 287628"/>
                <a:gd name="csX2" fmla="*/ 22912 w 289332"/>
                <a:gd name="csY2" fmla="*/ 143761 h 287628"/>
                <a:gd name="csX3" fmla="*/ 27707 w 289332"/>
                <a:gd name="csY3" fmla="*/ 177703 h 287628"/>
                <a:gd name="csX4" fmla="*/ 27707 w 289332"/>
                <a:gd name="csY4" fmla="*/ 177703 h 287628"/>
                <a:gd name="csX5" fmla="*/ 33995 w 289332"/>
                <a:gd name="csY5" fmla="*/ 196938 h 287628"/>
                <a:gd name="csX6" fmla="*/ 35807 w 289332"/>
                <a:gd name="csY6" fmla="*/ 203759 h 287628"/>
                <a:gd name="csX7" fmla="*/ 35913 w 289332"/>
                <a:gd name="csY7" fmla="*/ 209727 h 287628"/>
                <a:gd name="csX8" fmla="*/ 34261 w 289332"/>
                <a:gd name="csY8" fmla="*/ 216600 h 287628"/>
                <a:gd name="csX9" fmla="*/ 24511 w 289332"/>
                <a:gd name="csY9" fmla="*/ 249103 h 287628"/>
                <a:gd name="csX10" fmla="*/ 40336 w 289332"/>
                <a:gd name="csY10" fmla="*/ 261785 h 287628"/>
                <a:gd name="csX11" fmla="*/ 68843 w 289332"/>
                <a:gd name="csY11" fmla="*/ 248358 h 287628"/>
                <a:gd name="csX12" fmla="*/ 80406 w 289332"/>
                <a:gd name="csY12" fmla="*/ 249956 h 287628"/>
                <a:gd name="csX13" fmla="*/ 83603 w 289332"/>
                <a:gd name="csY13" fmla="*/ 251661 h 287628"/>
                <a:gd name="csX14" fmla="*/ 97723 w 289332"/>
                <a:gd name="csY14" fmla="*/ 257522 h 287628"/>
                <a:gd name="csX15" fmla="*/ 150794 w 289332"/>
                <a:gd name="csY15" fmla="*/ 266261 h 287628"/>
                <a:gd name="csX16" fmla="*/ 268019 w 289332"/>
                <a:gd name="csY16" fmla="*/ 142535 h 287628"/>
                <a:gd name="csX17" fmla="*/ 289333 w 289332"/>
                <a:gd name="csY17" fmla="*/ 142588 h 287628"/>
                <a:gd name="csX18" fmla="*/ 150794 w 289332"/>
                <a:gd name="csY18" fmla="*/ 287628 h 287628"/>
                <a:gd name="csX19" fmla="*/ 90636 w 289332"/>
                <a:gd name="csY19" fmla="*/ 277717 h 287628"/>
                <a:gd name="csX20" fmla="*/ 74118 w 289332"/>
                <a:gd name="csY20" fmla="*/ 270790 h 287628"/>
                <a:gd name="csX21" fmla="*/ 72786 w 289332"/>
                <a:gd name="csY21" fmla="*/ 270151 h 287628"/>
                <a:gd name="csX22" fmla="*/ 37406 w 289332"/>
                <a:gd name="csY22" fmla="*/ 286829 h 287628"/>
                <a:gd name="csX23" fmla="*/ 0 w 289332"/>
                <a:gd name="csY23" fmla="*/ 256883 h 287628"/>
                <a:gd name="csX24" fmla="*/ 13854 w 289332"/>
                <a:gd name="csY24" fmla="*/ 210579 h 287628"/>
                <a:gd name="csX25" fmla="*/ 14600 w 289332"/>
                <a:gd name="csY25" fmla="*/ 208021 h 287628"/>
                <a:gd name="csX26" fmla="*/ 14706 w 289332"/>
                <a:gd name="csY26" fmla="*/ 207542 h 287628"/>
                <a:gd name="csX27" fmla="*/ 14706 w 289332"/>
                <a:gd name="csY27" fmla="*/ 206743 h 287628"/>
                <a:gd name="csX28" fmla="*/ 14600 w 289332"/>
                <a:gd name="csY28" fmla="*/ 206263 h 287628"/>
                <a:gd name="csX29" fmla="*/ 13747 w 289332"/>
                <a:gd name="csY29" fmla="*/ 203705 h 287628"/>
                <a:gd name="csX30" fmla="*/ 7460 w 289332"/>
                <a:gd name="csY30" fmla="*/ 184470 h 287628"/>
                <a:gd name="csX31" fmla="*/ 7460 w 289332"/>
                <a:gd name="csY31" fmla="*/ 184470 h 287628"/>
                <a:gd name="csX32" fmla="*/ 1598 w 289332"/>
                <a:gd name="csY32" fmla="*/ 143867 h 287628"/>
                <a:gd name="csX33" fmla="*/ 144027 w 289332"/>
                <a:gd name="csY33" fmla="*/ 0 h 287628"/>
                <a:gd name="csX34" fmla="*/ 289333 w 289332"/>
                <a:gd name="csY34" fmla="*/ 142695 h 287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89332" h="287628">
                  <a:moveTo>
                    <a:pt x="268019" y="142588"/>
                  </a:moveTo>
                  <a:cubicBezTo>
                    <a:pt x="268019" y="75877"/>
                    <a:pt x="209726" y="21207"/>
                    <a:pt x="144027" y="21207"/>
                  </a:cubicBezTo>
                  <a:cubicBezTo>
                    <a:pt x="78327" y="21207"/>
                    <a:pt x="22912" y="76676"/>
                    <a:pt x="22912" y="143761"/>
                  </a:cubicBezTo>
                  <a:cubicBezTo>
                    <a:pt x="22912" y="157775"/>
                    <a:pt x="23818" y="165874"/>
                    <a:pt x="27707" y="177703"/>
                  </a:cubicBezTo>
                  <a:lnTo>
                    <a:pt x="27707" y="177703"/>
                  </a:lnTo>
                  <a:cubicBezTo>
                    <a:pt x="27707" y="177703"/>
                    <a:pt x="33995" y="196938"/>
                    <a:pt x="33995" y="196938"/>
                  </a:cubicBezTo>
                  <a:cubicBezTo>
                    <a:pt x="34688" y="199016"/>
                    <a:pt x="35487" y="201308"/>
                    <a:pt x="35807" y="203759"/>
                  </a:cubicBezTo>
                  <a:cubicBezTo>
                    <a:pt x="36073" y="205730"/>
                    <a:pt x="36127" y="207755"/>
                    <a:pt x="35913" y="209727"/>
                  </a:cubicBezTo>
                  <a:cubicBezTo>
                    <a:pt x="35647" y="212177"/>
                    <a:pt x="34901" y="214469"/>
                    <a:pt x="34261" y="216600"/>
                  </a:cubicBezTo>
                  <a:lnTo>
                    <a:pt x="24511" y="249103"/>
                  </a:lnTo>
                  <a:lnTo>
                    <a:pt x="40336" y="261785"/>
                  </a:lnTo>
                  <a:lnTo>
                    <a:pt x="68843" y="248358"/>
                  </a:lnTo>
                  <a:cubicBezTo>
                    <a:pt x="72786" y="246492"/>
                    <a:pt x="77315" y="247292"/>
                    <a:pt x="80406" y="249956"/>
                  </a:cubicBezTo>
                  <a:cubicBezTo>
                    <a:pt x="81152" y="250382"/>
                    <a:pt x="82217" y="250968"/>
                    <a:pt x="83603" y="251661"/>
                  </a:cubicBezTo>
                  <a:cubicBezTo>
                    <a:pt x="86747" y="253206"/>
                    <a:pt x="91488" y="255391"/>
                    <a:pt x="97723" y="257522"/>
                  </a:cubicBezTo>
                  <a:cubicBezTo>
                    <a:pt x="110085" y="261838"/>
                    <a:pt x="128201" y="266261"/>
                    <a:pt x="150794" y="266261"/>
                  </a:cubicBezTo>
                  <a:cubicBezTo>
                    <a:pt x="215587" y="266261"/>
                    <a:pt x="268019" y="210206"/>
                    <a:pt x="268019" y="142535"/>
                  </a:cubicBezTo>
                  <a:close/>
                  <a:moveTo>
                    <a:pt x="289333" y="142588"/>
                  </a:moveTo>
                  <a:cubicBezTo>
                    <a:pt x="289333" y="220809"/>
                    <a:pt x="228536" y="287628"/>
                    <a:pt x="150794" y="287628"/>
                  </a:cubicBezTo>
                  <a:cubicBezTo>
                    <a:pt x="125431" y="287628"/>
                    <a:pt x="104916" y="282673"/>
                    <a:pt x="90636" y="277717"/>
                  </a:cubicBezTo>
                  <a:cubicBezTo>
                    <a:pt x="83549" y="275213"/>
                    <a:pt x="77955" y="272709"/>
                    <a:pt x="74118" y="270790"/>
                  </a:cubicBezTo>
                  <a:cubicBezTo>
                    <a:pt x="73638" y="270577"/>
                    <a:pt x="73212" y="270311"/>
                    <a:pt x="72786" y="270151"/>
                  </a:cubicBezTo>
                  <a:lnTo>
                    <a:pt x="37406" y="286829"/>
                  </a:lnTo>
                  <a:lnTo>
                    <a:pt x="0" y="256883"/>
                  </a:lnTo>
                  <a:lnTo>
                    <a:pt x="13854" y="210579"/>
                  </a:lnTo>
                  <a:cubicBezTo>
                    <a:pt x="14226" y="209247"/>
                    <a:pt x="14440" y="208554"/>
                    <a:pt x="14600" y="208021"/>
                  </a:cubicBezTo>
                  <a:cubicBezTo>
                    <a:pt x="14706" y="207542"/>
                    <a:pt x="14706" y="207488"/>
                    <a:pt x="14706" y="207542"/>
                  </a:cubicBezTo>
                  <a:cubicBezTo>
                    <a:pt x="14760" y="207275"/>
                    <a:pt x="14760" y="207009"/>
                    <a:pt x="14706" y="206743"/>
                  </a:cubicBezTo>
                  <a:cubicBezTo>
                    <a:pt x="14706" y="206796"/>
                    <a:pt x="14706" y="206743"/>
                    <a:pt x="14600" y="206263"/>
                  </a:cubicBezTo>
                  <a:cubicBezTo>
                    <a:pt x="14440" y="205730"/>
                    <a:pt x="14174" y="204984"/>
                    <a:pt x="13747" y="203705"/>
                  </a:cubicBezTo>
                  <a:lnTo>
                    <a:pt x="7460" y="184470"/>
                  </a:lnTo>
                  <a:lnTo>
                    <a:pt x="7460" y="184470"/>
                  </a:lnTo>
                  <a:cubicBezTo>
                    <a:pt x="2664" y="169817"/>
                    <a:pt x="1598" y="159373"/>
                    <a:pt x="1598" y="143867"/>
                  </a:cubicBezTo>
                  <a:cubicBezTo>
                    <a:pt x="1598" y="65113"/>
                    <a:pt x="66819" y="0"/>
                    <a:pt x="144027" y="0"/>
                  </a:cubicBezTo>
                  <a:cubicBezTo>
                    <a:pt x="221236" y="0"/>
                    <a:pt x="289333" y="63515"/>
                    <a:pt x="289333" y="142695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F92E9AAF-5BF3-A5B0-5769-539B353EFC8C}"/>
                </a:ext>
              </a:extLst>
            </p:cNvPr>
            <p:cNvSpPr/>
            <p:nvPr/>
          </p:nvSpPr>
          <p:spPr>
            <a:xfrm>
              <a:off x="7781813" y="4111883"/>
              <a:ext cx="289332" cy="287628"/>
            </a:xfrm>
            <a:custGeom>
              <a:avLst/>
              <a:gdLst>
                <a:gd name="csX0" fmla="*/ 268019 w 289332"/>
                <a:gd name="csY0" fmla="*/ 142588 h 287628"/>
                <a:gd name="csX1" fmla="*/ 144027 w 289332"/>
                <a:gd name="csY1" fmla="*/ 21207 h 287628"/>
                <a:gd name="csX2" fmla="*/ 22912 w 289332"/>
                <a:gd name="csY2" fmla="*/ 143761 h 287628"/>
                <a:gd name="csX3" fmla="*/ 27707 w 289332"/>
                <a:gd name="csY3" fmla="*/ 177703 h 287628"/>
                <a:gd name="csX4" fmla="*/ 27707 w 289332"/>
                <a:gd name="csY4" fmla="*/ 177703 h 287628"/>
                <a:gd name="csX5" fmla="*/ 33995 w 289332"/>
                <a:gd name="csY5" fmla="*/ 196938 h 287628"/>
                <a:gd name="csX6" fmla="*/ 35807 w 289332"/>
                <a:gd name="csY6" fmla="*/ 203759 h 287628"/>
                <a:gd name="csX7" fmla="*/ 35913 w 289332"/>
                <a:gd name="csY7" fmla="*/ 209727 h 287628"/>
                <a:gd name="csX8" fmla="*/ 34261 w 289332"/>
                <a:gd name="csY8" fmla="*/ 216600 h 287628"/>
                <a:gd name="csX9" fmla="*/ 24511 w 289332"/>
                <a:gd name="csY9" fmla="*/ 249103 h 287628"/>
                <a:gd name="csX10" fmla="*/ 40336 w 289332"/>
                <a:gd name="csY10" fmla="*/ 261785 h 287628"/>
                <a:gd name="csX11" fmla="*/ 68843 w 289332"/>
                <a:gd name="csY11" fmla="*/ 248358 h 287628"/>
                <a:gd name="csX12" fmla="*/ 80406 w 289332"/>
                <a:gd name="csY12" fmla="*/ 249956 h 287628"/>
                <a:gd name="csX13" fmla="*/ 83603 w 289332"/>
                <a:gd name="csY13" fmla="*/ 251661 h 287628"/>
                <a:gd name="csX14" fmla="*/ 97723 w 289332"/>
                <a:gd name="csY14" fmla="*/ 257522 h 287628"/>
                <a:gd name="csX15" fmla="*/ 150794 w 289332"/>
                <a:gd name="csY15" fmla="*/ 266261 h 287628"/>
                <a:gd name="csX16" fmla="*/ 268019 w 289332"/>
                <a:gd name="csY16" fmla="*/ 142535 h 287628"/>
                <a:gd name="csX17" fmla="*/ 289333 w 289332"/>
                <a:gd name="csY17" fmla="*/ 142588 h 287628"/>
                <a:gd name="csX18" fmla="*/ 150794 w 289332"/>
                <a:gd name="csY18" fmla="*/ 287628 h 287628"/>
                <a:gd name="csX19" fmla="*/ 90636 w 289332"/>
                <a:gd name="csY19" fmla="*/ 277717 h 287628"/>
                <a:gd name="csX20" fmla="*/ 74118 w 289332"/>
                <a:gd name="csY20" fmla="*/ 270790 h 287628"/>
                <a:gd name="csX21" fmla="*/ 72786 w 289332"/>
                <a:gd name="csY21" fmla="*/ 270151 h 287628"/>
                <a:gd name="csX22" fmla="*/ 37406 w 289332"/>
                <a:gd name="csY22" fmla="*/ 286829 h 287628"/>
                <a:gd name="csX23" fmla="*/ 0 w 289332"/>
                <a:gd name="csY23" fmla="*/ 256883 h 287628"/>
                <a:gd name="csX24" fmla="*/ 13854 w 289332"/>
                <a:gd name="csY24" fmla="*/ 210579 h 287628"/>
                <a:gd name="csX25" fmla="*/ 14600 w 289332"/>
                <a:gd name="csY25" fmla="*/ 208021 h 287628"/>
                <a:gd name="csX26" fmla="*/ 14706 w 289332"/>
                <a:gd name="csY26" fmla="*/ 207542 h 287628"/>
                <a:gd name="csX27" fmla="*/ 14706 w 289332"/>
                <a:gd name="csY27" fmla="*/ 206743 h 287628"/>
                <a:gd name="csX28" fmla="*/ 14600 w 289332"/>
                <a:gd name="csY28" fmla="*/ 206263 h 287628"/>
                <a:gd name="csX29" fmla="*/ 13747 w 289332"/>
                <a:gd name="csY29" fmla="*/ 203705 h 287628"/>
                <a:gd name="csX30" fmla="*/ 7460 w 289332"/>
                <a:gd name="csY30" fmla="*/ 184470 h 287628"/>
                <a:gd name="csX31" fmla="*/ 7460 w 289332"/>
                <a:gd name="csY31" fmla="*/ 184470 h 287628"/>
                <a:gd name="csX32" fmla="*/ 1598 w 289332"/>
                <a:gd name="csY32" fmla="*/ 143867 h 287628"/>
                <a:gd name="csX33" fmla="*/ 144027 w 289332"/>
                <a:gd name="csY33" fmla="*/ 0 h 287628"/>
                <a:gd name="csX34" fmla="*/ 289333 w 289332"/>
                <a:gd name="csY34" fmla="*/ 142695 h 287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89332" h="287628">
                  <a:moveTo>
                    <a:pt x="268019" y="142588"/>
                  </a:moveTo>
                  <a:cubicBezTo>
                    <a:pt x="268019" y="75877"/>
                    <a:pt x="209726" y="21207"/>
                    <a:pt x="144027" y="21207"/>
                  </a:cubicBezTo>
                  <a:cubicBezTo>
                    <a:pt x="78327" y="21207"/>
                    <a:pt x="22912" y="76676"/>
                    <a:pt x="22912" y="143761"/>
                  </a:cubicBezTo>
                  <a:cubicBezTo>
                    <a:pt x="22912" y="157775"/>
                    <a:pt x="23818" y="165874"/>
                    <a:pt x="27707" y="177703"/>
                  </a:cubicBezTo>
                  <a:lnTo>
                    <a:pt x="27707" y="177703"/>
                  </a:lnTo>
                  <a:cubicBezTo>
                    <a:pt x="27707" y="177703"/>
                    <a:pt x="33995" y="196938"/>
                    <a:pt x="33995" y="196938"/>
                  </a:cubicBezTo>
                  <a:cubicBezTo>
                    <a:pt x="34688" y="199016"/>
                    <a:pt x="35487" y="201308"/>
                    <a:pt x="35807" y="203759"/>
                  </a:cubicBezTo>
                  <a:cubicBezTo>
                    <a:pt x="36073" y="205730"/>
                    <a:pt x="36127" y="207755"/>
                    <a:pt x="35913" y="209727"/>
                  </a:cubicBezTo>
                  <a:cubicBezTo>
                    <a:pt x="35647" y="212177"/>
                    <a:pt x="34901" y="214469"/>
                    <a:pt x="34261" y="216600"/>
                  </a:cubicBezTo>
                  <a:lnTo>
                    <a:pt x="24511" y="249103"/>
                  </a:lnTo>
                  <a:lnTo>
                    <a:pt x="40336" y="261785"/>
                  </a:lnTo>
                  <a:lnTo>
                    <a:pt x="68843" y="248358"/>
                  </a:lnTo>
                  <a:cubicBezTo>
                    <a:pt x="72786" y="246492"/>
                    <a:pt x="77315" y="247292"/>
                    <a:pt x="80406" y="249956"/>
                  </a:cubicBezTo>
                  <a:cubicBezTo>
                    <a:pt x="81152" y="250382"/>
                    <a:pt x="82217" y="250968"/>
                    <a:pt x="83603" y="251661"/>
                  </a:cubicBezTo>
                  <a:cubicBezTo>
                    <a:pt x="86747" y="253206"/>
                    <a:pt x="91488" y="255391"/>
                    <a:pt x="97723" y="257522"/>
                  </a:cubicBezTo>
                  <a:cubicBezTo>
                    <a:pt x="110085" y="261838"/>
                    <a:pt x="128201" y="266261"/>
                    <a:pt x="150794" y="266261"/>
                  </a:cubicBezTo>
                  <a:cubicBezTo>
                    <a:pt x="215587" y="266261"/>
                    <a:pt x="268019" y="210206"/>
                    <a:pt x="268019" y="142535"/>
                  </a:cubicBezTo>
                  <a:close/>
                  <a:moveTo>
                    <a:pt x="289333" y="142588"/>
                  </a:moveTo>
                  <a:cubicBezTo>
                    <a:pt x="289333" y="220809"/>
                    <a:pt x="228536" y="287628"/>
                    <a:pt x="150794" y="287628"/>
                  </a:cubicBezTo>
                  <a:cubicBezTo>
                    <a:pt x="125431" y="287628"/>
                    <a:pt x="104916" y="282673"/>
                    <a:pt x="90636" y="277717"/>
                  </a:cubicBezTo>
                  <a:cubicBezTo>
                    <a:pt x="83549" y="275213"/>
                    <a:pt x="77955" y="272709"/>
                    <a:pt x="74118" y="270790"/>
                  </a:cubicBezTo>
                  <a:cubicBezTo>
                    <a:pt x="73638" y="270577"/>
                    <a:pt x="73212" y="270311"/>
                    <a:pt x="72786" y="270151"/>
                  </a:cubicBezTo>
                  <a:lnTo>
                    <a:pt x="37406" y="286829"/>
                  </a:lnTo>
                  <a:lnTo>
                    <a:pt x="0" y="256883"/>
                  </a:lnTo>
                  <a:lnTo>
                    <a:pt x="13854" y="210579"/>
                  </a:lnTo>
                  <a:cubicBezTo>
                    <a:pt x="14226" y="209247"/>
                    <a:pt x="14440" y="208554"/>
                    <a:pt x="14600" y="208021"/>
                  </a:cubicBezTo>
                  <a:cubicBezTo>
                    <a:pt x="14706" y="207542"/>
                    <a:pt x="14706" y="207488"/>
                    <a:pt x="14706" y="207542"/>
                  </a:cubicBezTo>
                  <a:cubicBezTo>
                    <a:pt x="14760" y="207275"/>
                    <a:pt x="14760" y="207009"/>
                    <a:pt x="14706" y="206743"/>
                  </a:cubicBezTo>
                  <a:cubicBezTo>
                    <a:pt x="14706" y="206796"/>
                    <a:pt x="14706" y="206743"/>
                    <a:pt x="14600" y="206263"/>
                  </a:cubicBezTo>
                  <a:cubicBezTo>
                    <a:pt x="14440" y="205730"/>
                    <a:pt x="14174" y="204984"/>
                    <a:pt x="13747" y="203705"/>
                  </a:cubicBezTo>
                  <a:lnTo>
                    <a:pt x="7460" y="184470"/>
                  </a:lnTo>
                  <a:lnTo>
                    <a:pt x="7460" y="184470"/>
                  </a:lnTo>
                  <a:cubicBezTo>
                    <a:pt x="2664" y="169817"/>
                    <a:pt x="1598" y="159373"/>
                    <a:pt x="1598" y="143867"/>
                  </a:cubicBezTo>
                  <a:cubicBezTo>
                    <a:pt x="1598" y="65113"/>
                    <a:pt x="66819" y="0"/>
                    <a:pt x="144027" y="0"/>
                  </a:cubicBezTo>
                  <a:cubicBezTo>
                    <a:pt x="221236" y="0"/>
                    <a:pt x="289333" y="63515"/>
                    <a:pt x="289333" y="142695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2688E751-5D1D-AE96-6C33-3455AB160074}"/>
              </a:ext>
            </a:extLst>
          </p:cNvPr>
          <p:cNvGrpSpPr/>
          <p:nvPr userDrawn="1"/>
        </p:nvGrpSpPr>
        <p:grpSpPr>
          <a:xfrm>
            <a:off x="8812711" y="4766579"/>
            <a:ext cx="284930" cy="284963"/>
            <a:chOff x="7786288" y="5070837"/>
            <a:chExt cx="284856" cy="284963"/>
          </a:xfrm>
        </p:grpSpPr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ED108C4D-70F4-4BA2-6310-BB5EBC360D9D}"/>
                </a:ext>
              </a:extLst>
            </p:cNvPr>
            <p:cNvSpPr/>
            <p:nvPr/>
          </p:nvSpPr>
          <p:spPr>
            <a:xfrm>
              <a:off x="7786288" y="5070837"/>
              <a:ext cx="284856" cy="284963"/>
            </a:xfrm>
            <a:custGeom>
              <a:avLst/>
              <a:gdLst>
                <a:gd name="csX0" fmla="*/ 263543 w 284856"/>
                <a:gd name="csY0" fmla="*/ 101400 h 284963"/>
                <a:gd name="csX1" fmla="*/ 261625 w 284856"/>
                <a:gd name="csY1" fmla="*/ 83443 h 284963"/>
                <a:gd name="csX2" fmla="*/ 214948 w 284856"/>
                <a:gd name="csY2" fmla="*/ 127722 h 284963"/>
                <a:gd name="csX3" fmla="*/ 200082 w 284856"/>
                <a:gd name="csY3" fmla="*/ 127509 h 284963"/>
                <a:gd name="csX4" fmla="*/ 157455 w 284856"/>
                <a:gd name="csY4" fmla="*/ 84882 h 284963"/>
                <a:gd name="csX5" fmla="*/ 157455 w 284856"/>
                <a:gd name="csY5" fmla="*/ 69802 h 284963"/>
                <a:gd name="csX6" fmla="*/ 176051 w 284856"/>
                <a:gd name="csY6" fmla="*/ 51153 h 284963"/>
                <a:gd name="csX7" fmla="*/ 203865 w 284856"/>
                <a:gd name="csY7" fmla="*/ 23178 h 284963"/>
                <a:gd name="csX8" fmla="*/ 187773 w 284856"/>
                <a:gd name="csY8" fmla="*/ 21367 h 284963"/>
                <a:gd name="csX9" fmla="*/ 112057 w 284856"/>
                <a:gd name="csY9" fmla="*/ 101400 h 284963"/>
                <a:gd name="csX10" fmla="*/ 114242 w 284856"/>
                <a:gd name="csY10" fmla="*/ 120529 h 284963"/>
                <a:gd name="csX11" fmla="*/ 116213 w 284856"/>
                <a:gd name="csY11" fmla="*/ 129534 h 284963"/>
                <a:gd name="csX12" fmla="*/ 116906 w 284856"/>
                <a:gd name="csY12" fmla="*/ 137047 h 284963"/>
                <a:gd name="csX13" fmla="*/ 114242 w 284856"/>
                <a:gd name="csY13" fmla="*/ 147011 h 284963"/>
                <a:gd name="csX14" fmla="*/ 105450 w 284856"/>
                <a:gd name="csY14" fmla="*/ 157934 h 284963"/>
                <a:gd name="csX15" fmla="*/ 104810 w 284856"/>
                <a:gd name="csY15" fmla="*/ 158574 h 284963"/>
                <a:gd name="csX16" fmla="*/ 23072 w 284856"/>
                <a:gd name="csY16" fmla="*/ 230401 h 284963"/>
                <a:gd name="csX17" fmla="*/ 52751 w 284856"/>
                <a:gd name="csY17" fmla="*/ 262211 h 284963"/>
                <a:gd name="csX18" fmla="*/ 133477 w 284856"/>
                <a:gd name="csY18" fmla="*/ 188306 h 284963"/>
                <a:gd name="csX19" fmla="*/ 138325 w 284856"/>
                <a:gd name="csY19" fmla="*/ 183404 h 284963"/>
                <a:gd name="csX20" fmla="*/ 143761 w 284856"/>
                <a:gd name="csY20" fmla="*/ 179301 h 284963"/>
                <a:gd name="csX21" fmla="*/ 144827 w 284856"/>
                <a:gd name="csY21" fmla="*/ 178715 h 284963"/>
                <a:gd name="csX22" fmla="*/ 148556 w 284856"/>
                <a:gd name="csY22" fmla="*/ 177223 h 284963"/>
                <a:gd name="csX23" fmla="*/ 153725 w 284856"/>
                <a:gd name="csY23" fmla="*/ 176370 h 284963"/>
                <a:gd name="csX24" fmla="*/ 154737 w 284856"/>
                <a:gd name="csY24" fmla="*/ 176370 h 284963"/>
                <a:gd name="csX25" fmla="*/ 161291 w 284856"/>
                <a:gd name="csY25" fmla="*/ 177116 h 284963"/>
                <a:gd name="csX26" fmla="*/ 169923 w 284856"/>
                <a:gd name="csY26" fmla="*/ 179248 h 284963"/>
                <a:gd name="csX27" fmla="*/ 187773 w 284856"/>
                <a:gd name="csY27" fmla="*/ 181486 h 284963"/>
                <a:gd name="csX28" fmla="*/ 263543 w 284856"/>
                <a:gd name="csY28" fmla="*/ 101453 h 284963"/>
                <a:gd name="csX29" fmla="*/ 284857 w 284856"/>
                <a:gd name="csY29" fmla="*/ 101400 h 284963"/>
                <a:gd name="csX30" fmla="*/ 187773 w 284856"/>
                <a:gd name="csY30" fmla="*/ 202746 h 284963"/>
                <a:gd name="csX31" fmla="*/ 164648 w 284856"/>
                <a:gd name="csY31" fmla="*/ 199816 h 284963"/>
                <a:gd name="csX32" fmla="*/ 156869 w 284856"/>
                <a:gd name="csY32" fmla="*/ 197897 h 284963"/>
                <a:gd name="csX33" fmla="*/ 155057 w 284856"/>
                <a:gd name="csY33" fmla="*/ 197578 h 284963"/>
                <a:gd name="csX34" fmla="*/ 154577 w 284856"/>
                <a:gd name="csY34" fmla="*/ 197578 h 284963"/>
                <a:gd name="csX35" fmla="*/ 153991 w 284856"/>
                <a:gd name="csY35" fmla="*/ 197897 h 284963"/>
                <a:gd name="csX36" fmla="*/ 152979 w 284856"/>
                <a:gd name="csY36" fmla="*/ 198803 h 284963"/>
                <a:gd name="csX37" fmla="*/ 148663 w 284856"/>
                <a:gd name="csY37" fmla="*/ 203172 h 284963"/>
                <a:gd name="csX38" fmla="*/ 148130 w 284856"/>
                <a:gd name="csY38" fmla="*/ 203705 h 284963"/>
                <a:gd name="csX39" fmla="*/ 59359 w 284856"/>
                <a:gd name="csY39" fmla="*/ 284963 h 284963"/>
                <a:gd name="csX40" fmla="*/ 44385 w 284856"/>
                <a:gd name="csY40" fmla="*/ 284377 h 284963"/>
                <a:gd name="csX41" fmla="*/ 0 w 284856"/>
                <a:gd name="csY41" fmla="*/ 236848 h 284963"/>
                <a:gd name="csX42" fmla="*/ 746 w 284856"/>
                <a:gd name="csY42" fmla="*/ 221556 h 284963"/>
                <a:gd name="csX43" fmla="*/ 90370 w 284856"/>
                <a:gd name="csY43" fmla="*/ 142801 h 284963"/>
                <a:gd name="csX44" fmla="*/ 94207 w 284856"/>
                <a:gd name="csY44" fmla="*/ 138645 h 284963"/>
                <a:gd name="csX45" fmla="*/ 95112 w 284856"/>
                <a:gd name="csY45" fmla="*/ 137526 h 284963"/>
                <a:gd name="csX46" fmla="*/ 95485 w 284856"/>
                <a:gd name="csY46" fmla="*/ 136780 h 284963"/>
                <a:gd name="csX47" fmla="*/ 95539 w 284856"/>
                <a:gd name="csY47" fmla="*/ 136621 h 284963"/>
                <a:gd name="csX48" fmla="*/ 95539 w 284856"/>
                <a:gd name="csY48" fmla="*/ 136461 h 284963"/>
                <a:gd name="csX49" fmla="*/ 95645 w 284856"/>
                <a:gd name="csY49" fmla="*/ 135608 h 284963"/>
                <a:gd name="csX50" fmla="*/ 95272 w 284856"/>
                <a:gd name="csY50" fmla="*/ 133477 h 284963"/>
                <a:gd name="csX51" fmla="*/ 93461 w 284856"/>
                <a:gd name="csY51" fmla="*/ 125271 h 284963"/>
                <a:gd name="csX52" fmla="*/ 90743 w 284856"/>
                <a:gd name="csY52" fmla="*/ 101347 h 284963"/>
                <a:gd name="csX53" fmla="*/ 187773 w 284856"/>
                <a:gd name="csY53" fmla="*/ 0 h 284963"/>
                <a:gd name="csX54" fmla="*/ 227950 w 284856"/>
                <a:gd name="csY54" fmla="*/ 9058 h 284963"/>
                <a:gd name="csX55" fmla="*/ 230933 w 284856"/>
                <a:gd name="csY55" fmla="*/ 26216 h 284963"/>
                <a:gd name="csX56" fmla="*/ 191184 w 284856"/>
                <a:gd name="csY56" fmla="*/ 66179 h 284963"/>
                <a:gd name="csX57" fmla="*/ 191130 w 284856"/>
                <a:gd name="csY57" fmla="*/ 66179 h 284963"/>
                <a:gd name="csX58" fmla="*/ 180047 w 284856"/>
                <a:gd name="csY58" fmla="*/ 77315 h 284963"/>
                <a:gd name="csX59" fmla="*/ 207808 w 284856"/>
                <a:gd name="csY59" fmla="*/ 105076 h 284963"/>
                <a:gd name="csX60" fmla="*/ 259228 w 284856"/>
                <a:gd name="csY60" fmla="*/ 56321 h 284963"/>
                <a:gd name="csX61" fmla="*/ 276332 w 284856"/>
                <a:gd name="csY61" fmla="*/ 59838 h 284963"/>
                <a:gd name="csX62" fmla="*/ 284857 w 284856"/>
                <a:gd name="csY62" fmla="*/ 101400 h 2849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</a:cxnLst>
              <a:rect l="l" t="t" r="r" b="b"/>
              <a:pathLst>
                <a:path w="284856" h="284963">
                  <a:moveTo>
                    <a:pt x="263543" y="101400"/>
                  </a:moveTo>
                  <a:cubicBezTo>
                    <a:pt x="263543" y="95219"/>
                    <a:pt x="262850" y="89198"/>
                    <a:pt x="261625" y="83443"/>
                  </a:cubicBezTo>
                  <a:lnTo>
                    <a:pt x="214948" y="127722"/>
                  </a:lnTo>
                  <a:lnTo>
                    <a:pt x="200082" y="127509"/>
                  </a:lnTo>
                  <a:lnTo>
                    <a:pt x="157455" y="84882"/>
                  </a:lnTo>
                  <a:lnTo>
                    <a:pt x="157455" y="69802"/>
                  </a:lnTo>
                  <a:lnTo>
                    <a:pt x="176051" y="51153"/>
                  </a:lnTo>
                  <a:lnTo>
                    <a:pt x="203865" y="23178"/>
                  </a:lnTo>
                  <a:cubicBezTo>
                    <a:pt x="198697" y="22006"/>
                    <a:pt x="193315" y="21367"/>
                    <a:pt x="187773" y="21367"/>
                  </a:cubicBezTo>
                  <a:cubicBezTo>
                    <a:pt x="146425" y="21367"/>
                    <a:pt x="112057" y="56694"/>
                    <a:pt x="112057" y="101400"/>
                  </a:cubicBezTo>
                  <a:cubicBezTo>
                    <a:pt x="112057" y="108007"/>
                    <a:pt x="112803" y="114401"/>
                    <a:pt x="114242" y="120529"/>
                  </a:cubicBezTo>
                  <a:cubicBezTo>
                    <a:pt x="115040" y="124152"/>
                    <a:pt x="115733" y="127136"/>
                    <a:pt x="116213" y="129534"/>
                  </a:cubicBezTo>
                  <a:cubicBezTo>
                    <a:pt x="116639" y="131772"/>
                    <a:pt x="117065" y="134436"/>
                    <a:pt x="116906" y="137047"/>
                  </a:cubicBezTo>
                  <a:cubicBezTo>
                    <a:pt x="116639" y="140883"/>
                    <a:pt x="115946" y="143547"/>
                    <a:pt x="114242" y="147011"/>
                  </a:cubicBezTo>
                  <a:cubicBezTo>
                    <a:pt x="112323" y="150901"/>
                    <a:pt x="108806" y="154417"/>
                    <a:pt x="105450" y="157934"/>
                  </a:cubicBezTo>
                  <a:lnTo>
                    <a:pt x="104810" y="158574"/>
                  </a:lnTo>
                  <a:lnTo>
                    <a:pt x="23072" y="230401"/>
                  </a:lnTo>
                  <a:lnTo>
                    <a:pt x="52751" y="262211"/>
                  </a:lnTo>
                  <a:lnTo>
                    <a:pt x="133477" y="188306"/>
                  </a:lnTo>
                  <a:cubicBezTo>
                    <a:pt x="135289" y="186441"/>
                    <a:pt x="136887" y="184736"/>
                    <a:pt x="138325" y="183404"/>
                  </a:cubicBezTo>
                  <a:cubicBezTo>
                    <a:pt x="139818" y="181965"/>
                    <a:pt x="141576" y="180473"/>
                    <a:pt x="143761" y="179301"/>
                  </a:cubicBezTo>
                  <a:lnTo>
                    <a:pt x="144827" y="178715"/>
                  </a:lnTo>
                  <a:cubicBezTo>
                    <a:pt x="145945" y="178182"/>
                    <a:pt x="147171" y="177649"/>
                    <a:pt x="148556" y="177223"/>
                  </a:cubicBezTo>
                  <a:cubicBezTo>
                    <a:pt x="150421" y="176690"/>
                    <a:pt x="152127" y="176477"/>
                    <a:pt x="153725" y="176370"/>
                  </a:cubicBezTo>
                  <a:lnTo>
                    <a:pt x="154737" y="176370"/>
                  </a:lnTo>
                  <a:cubicBezTo>
                    <a:pt x="157082" y="176317"/>
                    <a:pt x="159373" y="176690"/>
                    <a:pt x="161291" y="177116"/>
                  </a:cubicBezTo>
                  <a:cubicBezTo>
                    <a:pt x="163583" y="177596"/>
                    <a:pt x="166460" y="178342"/>
                    <a:pt x="169923" y="179248"/>
                  </a:cubicBezTo>
                  <a:cubicBezTo>
                    <a:pt x="175624" y="180740"/>
                    <a:pt x="181645" y="181486"/>
                    <a:pt x="187773" y="181486"/>
                  </a:cubicBezTo>
                  <a:cubicBezTo>
                    <a:pt x="229175" y="181486"/>
                    <a:pt x="263543" y="146158"/>
                    <a:pt x="263543" y="101453"/>
                  </a:cubicBezTo>
                  <a:close/>
                  <a:moveTo>
                    <a:pt x="284857" y="101400"/>
                  </a:moveTo>
                  <a:cubicBezTo>
                    <a:pt x="284857" y="156869"/>
                    <a:pt x="241857" y="202746"/>
                    <a:pt x="187773" y="202746"/>
                  </a:cubicBezTo>
                  <a:cubicBezTo>
                    <a:pt x="179834" y="202746"/>
                    <a:pt x="172055" y="201734"/>
                    <a:pt x="164648" y="199816"/>
                  </a:cubicBezTo>
                  <a:cubicBezTo>
                    <a:pt x="161025" y="198910"/>
                    <a:pt x="158627" y="198270"/>
                    <a:pt x="156869" y="197897"/>
                  </a:cubicBezTo>
                  <a:cubicBezTo>
                    <a:pt x="155749" y="197684"/>
                    <a:pt x="155217" y="197578"/>
                    <a:pt x="155057" y="197578"/>
                  </a:cubicBezTo>
                  <a:cubicBezTo>
                    <a:pt x="154471" y="197578"/>
                    <a:pt x="154417" y="197684"/>
                    <a:pt x="154577" y="197578"/>
                  </a:cubicBezTo>
                  <a:cubicBezTo>
                    <a:pt x="154684" y="197578"/>
                    <a:pt x="154631" y="197578"/>
                    <a:pt x="153991" y="197897"/>
                  </a:cubicBezTo>
                  <a:cubicBezTo>
                    <a:pt x="154098" y="197844"/>
                    <a:pt x="153831" y="197951"/>
                    <a:pt x="152979" y="198803"/>
                  </a:cubicBezTo>
                  <a:cubicBezTo>
                    <a:pt x="151967" y="199709"/>
                    <a:pt x="150741" y="201041"/>
                    <a:pt x="148663" y="203172"/>
                  </a:cubicBezTo>
                  <a:lnTo>
                    <a:pt x="148130" y="203705"/>
                  </a:lnTo>
                  <a:lnTo>
                    <a:pt x="59359" y="284963"/>
                  </a:lnTo>
                  <a:lnTo>
                    <a:pt x="44385" y="284377"/>
                  </a:lnTo>
                  <a:lnTo>
                    <a:pt x="0" y="236848"/>
                  </a:lnTo>
                  <a:lnTo>
                    <a:pt x="746" y="221556"/>
                  </a:lnTo>
                  <a:lnTo>
                    <a:pt x="90370" y="142801"/>
                  </a:lnTo>
                  <a:cubicBezTo>
                    <a:pt x="92235" y="140883"/>
                    <a:pt x="93407" y="139605"/>
                    <a:pt x="94207" y="138645"/>
                  </a:cubicBezTo>
                  <a:cubicBezTo>
                    <a:pt x="95112" y="137633"/>
                    <a:pt x="95165" y="137366"/>
                    <a:pt x="95112" y="137526"/>
                  </a:cubicBezTo>
                  <a:cubicBezTo>
                    <a:pt x="95325" y="137153"/>
                    <a:pt x="95432" y="136940"/>
                    <a:pt x="95485" y="136780"/>
                  </a:cubicBezTo>
                  <a:cubicBezTo>
                    <a:pt x="95485" y="136674"/>
                    <a:pt x="95539" y="136621"/>
                    <a:pt x="95539" y="136621"/>
                  </a:cubicBezTo>
                  <a:lnTo>
                    <a:pt x="95539" y="136461"/>
                  </a:lnTo>
                  <a:cubicBezTo>
                    <a:pt x="95539" y="136461"/>
                    <a:pt x="95592" y="136034"/>
                    <a:pt x="95645" y="135608"/>
                  </a:cubicBezTo>
                  <a:cubicBezTo>
                    <a:pt x="95592" y="135875"/>
                    <a:pt x="95645" y="135502"/>
                    <a:pt x="95272" y="133477"/>
                  </a:cubicBezTo>
                  <a:cubicBezTo>
                    <a:pt x="94899" y="131559"/>
                    <a:pt x="94313" y="129054"/>
                    <a:pt x="93461" y="125271"/>
                  </a:cubicBezTo>
                  <a:cubicBezTo>
                    <a:pt x="91649" y="117598"/>
                    <a:pt x="90743" y="109552"/>
                    <a:pt x="90743" y="101347"/>
                  </a:cubicBezTo>
                  <a:cubicBezTo>
                    <a:pt x="90743" y="45878"/>
                    <a:pt x="133690" y="0"/>
                    <a:pt x="187773" y="0"/>
                  </a:cubicBezTo>
                  <a:cubicBezTo>
                    <a:pt x="202107" y="0"/>
                    <a:pt x="215694" y="3250"/>
                    <a:pt x="227950" y="9058"/>
                  </a:cubicBezTo>
                  <a:lnTo>
                    <a:pt x="230933" y="26216"/>
                  </a:lnTo>
                  <a:lnTo>
                    <a:pt x="191184" y="66179"/>
                  </a:lnTo>
                  <a:lnTo>
                    <a:pt x="191130" y="66179"/>
                  </a:lnTo>
                  <a:cubicBezTo>
                    <a:pt x="191130" y="66179"/>
                    <a:pt x="180047" y="77315"/>
                    <a:pt x="180047" y="77315"/>
                  </a:cubicBezTo>
                  <a:lnTo>
                    <a:pt x="207808" y="105076"/>
                  </a:lnTo>
                  <a:lnTo>
                    <a:pt x="259228" y="56321"/>
                  </a:lnTo>
                  <a:lnTo>
                    <a:pt x="276332" y="59838"/>
                  </a:lnTo>
                  <a:cubicBezTo>
                    <a:pt x="281820" y="72520"/>
                    <a:pt x="284857" y="86587"/>
                    <a:pt x="284857" y="10140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76FFE630-D9BC-5A2B-BB6A-46080905D492}"/>
                </a:ext>
              </a:extLst>
            </p:cNvPr>
            <p:cNvSpPr/>
            <p:nvPr/>
          </p:nvSpPr>
          <p:spPr>
            <a:xfrm>
              <a:off x="7786288" y="5070837"/>
              <a:ext cx="284856" cy="284963"/>
            </a:xfrm>
            <a:custGeom>
              <a:avLst/>
              <a:gdLst>
                <a:gd name="csX0" fmla="*/ 263543 w 284856"/>
                <a:gd name="csY0" fmla="*/ 101400 h 284963"/>
                <a:gd name="csX1" fmla="*/ 261625 w 284856"/>
                <a:gd name="csY1" fmla="*/ 83443 h 284963"/>
                <a:gd name="csX2" fmla="*/ 214948 w 284856"/>
                <a:gd name="csY2" fmla="*/ 127722 h 284963"/>
                <a:gd name="csX3" fmla="*/ 200082 w 284856"/>
                <a:gd name="csY3" fmla="*/ 127509 h 284963"/>
                <a:gd name="csX4" fmla="*/ 157455 w 284856"/>
                <a:gd name="csY4" fmla="*/ 84882 h 284963"/>
                <a:gd name="csX5" fmla="*/ 157455 w 284856"/>
                <a:gd name="csY5" fmla="*/ 69802 h 284963"/>
                <a:gd name="csX6" fmla="*/ 176051 w 284856"/>
                <a:gd name="csY6" fmla="*/ 51153 h 284963"/>
                <a:gd name="csX7" fmla="*/ 203865 w 284856"/>
                <a:gd name="csY7" fmla="*/ 23178 h 284963"/>
                <a:gd name="csX8" fmla="*/ 187773 w 284856"/>
                <a:gd name="csY8" fmla="*/ 21367 h 284963"/>
                <a:gd name="csX9" fmla="*/ 112057 w 284856"/>
                <a:gd name="csY9" fmla="*/ 101400 h 284963"/>
                <a:gd name="csX10" fmla="*/ 114242 w 284856"/>
                <a:gd name="csY10" fmla="*/ 120529 h 284963"/>
                <a:gd name="csX11" fmla="*/ 116213 w 284856"/>
                <a:gd name="csY11" fmla="*/ 129534 h 284963"/>
                <a:gd name="csX12" fmla="*/ 116906 w 284856"/>
                <a:gd name="csY12" fmla="*/ 137047 h 284963"/>
                <a:gd name="csX13" fmla="*/ 114242 w 284856"/>
                <a:gd name="csY13" fmla="*/ 147011 h 284963"/>
                <a:gd name="csX14" fmla="*/ 105450 w 284856"/>
                <a:gd name="csY14" fmla="*/ 157934 h 284963"/>
                <a:gd name="csX15" fmla="*/ 104810 w 284856"/>
                <a:gd name="csY15" fmla="*/ 158574 h 284963"/>
                <a:gd name="csX16" fmla="*/ 23072 w 284856"/>
                <a:gd name="csY16" fmla="*/ 230401 h 284963"/>
                <a:gd name="csX17" fmla="*/ 52751 w 284856"/>
                <a:gd name="csY17" fmla="*/ 262211 h 284963"/>
                <a:gd name="csX18" fmla="*/ 133477 w 284856"/>
                <a:gd name="csY18" fmla="*/ 188306 h 284963"/>
                <a:gd name="csX19" fmla="*/ 138325 w 284856"/>
                <a:gd name="csY19" fmla="*/ 183404 h 284963"/>
                <a:gd name="csX20" fmla="*/ 143761 w 284856"/>
                <a:gd name="csY20" fmla="*/ 179301 h 284963"/>
                <a:gd name="csX21" fmla="*/ 144827 w 284856"/>
                <a:gd name="csY21" fmla="*/ 178715 h 284963"/>
                <a:gd name="csX22" fmla="*/ 148556 w 284856"/>
                <a:gd name="csY22" fmla="*/ 177223 h 284963"/>
                <a:gd name="csX23" fmla="*/ 153725 w 284856"/>
                <a:gd name="csY23" fmla="*/ 176370 h 284963"/>
                <a:gd name="csX24" fmla="*/ 154737 w 284856"/>
                <a:gd name="csY24" fmla="*/ 176370 h 284963"/>
                <a:gd name="csX25" fmla="*/ 161291 w 284856"/>
                <a:gd name="csY25" fmla="*/ 177116 h 284963"/>
                <a:gd name="csX26" fmla="*/ 169923 w 284856"/>
                <a:gd name="csY26" fmla="*/ 179248 h 284963"/>
                <a:gd name="csX27" fmla="*/ 187773 w 284856"/>
                <a:gd name="csY27" fmla="*/ 181486 h 284963"/>
                <a:gd name="csX28" fmla="*/ 263543 w 284856"/>
                <a:gd name="csY28" fmla="*/ 101453 h 284963"/>
                <a:gd name="csX29" fmla="*/ 284857 w 284856"/>
                <a:gd name="csY29" fmla="*/ 101400 h 284963"/>
                <a:gd name="csX30" fmla="*/ 187773 w 284856"/>
                <a:gd name="csY30" fmla="*/ 202746 h 284963"/>
                <a:gd name="csX31" fmla="*/ 164648 w 284856"/>
                <a:gd name="csY31" fmla="*/ 199816 h 284963"/>
                <a:gd name="csX32" fmla="*/ 156869 w 284856"/>
                <a:gd name="csY32" fmla="*/ 197897 h 284963"/>
                <a:gd name="csX33" fmla="*/ 155057 w 284856"/>
                <a:gd name="csY33" fmla="*/ 197578 h 284963"/>
                <a:gd name="csX34" fmla="*/ 154577 w 284856"/>
                <a:gd name="csY34" fmla="*/ 197578 h 284963"/>
                <a:gd name="csX35" fmla="*/ 153991 w 284856"/>
                <a:gd name="csY35" fmla="*/ 197897 h 284963"/>
                <a:gd name="csX36" fmla="*/ 152979 w 284856"/>
                <a:gd name="csY36" fmla="*/ 198803 h 284963"/>
                <a:gd name="csX37" fmla="*/ 148663 w 284856"/>
                <a:gd name="csY37" fmla="*/ 203172 h 284963"/>
                <a:gd name="csX38" fmla="*/ 148130 w 284856"/>
                <a:gd name="csY38" fmla="*/ 203705 h 284963"/>
                <a:gd name="csX39" fmla="*/ 59359 w 284856"/>
                <a:gd name="csY39" fmla="*/ 284963 h 284963"/>
                <a:gd name="csX40" fmla="*/ 44385 w 284856"/>
                <a:gd name="csY40" fmla="*/ 284377 h 284963"/>
                <a:gd name="csX41" fmla="*/ 0 w 284856"/>
                <a:gd name="csY41" fmla="*/ 236848 h 284963"/>
                <a:gd name="csX42" fmla="*/ 746 w 284856"/>
                <a:gd name="csY42" fmla="*/ 221556 h 284963"/>
                <a:gd name="csX43" fmla="*/ 90370 w 284856"/>
                <a:gd name="csY43" fmla="*/ 142801 h 284963"/>
                <a:gd name="csX44" fmla="*/ 94207 w 284856"/>
                <a:gd name="csY44" fmla="*/ 138645 h 284963"/>
                <a:gd name="csX45" fmla="*/ 95112 w 284856"/>
                <a:gd name="csY45" fmla="*/ 137526 h 284963"/>
                <a:gd name="csX46" fmla="*/ 95485 w 284856"/>
                <a:gd name="csY46" fmla="*/ 136780 h 284963"/>
                <a:gd name="csX47" fmla="*/ 95539 w 284856"/>
                <a:gd name="csY47" fmla="*/ 136621 h 284963"/>
                <a:gd name="csX48" fmla="*/ 95539 w 284856"/>
                <a:gd name="csY48" fmla="*/ 136461 h 284963"/>
                <a:gd name="csX49" fmla="*/ 95645 w 284856"/>
                <a:gd name="csY49" fmla="*/ 135608 h 284963"/>
                <a:gd name="csX50" fmla="*/ 95272 w 284856"/>
                <a:gd name="csY50" fmla="*/ 133477 h 284963"/>
                <a:gd name="csX51" fmla="*/ 93461 w 284856"/>
                <a:gd name="csY51" fmla="*/ 125271 h 284963"/>
                <a:gd name="csX52" fmla="*/ 90743 w 284856"/>
                <a:gd name="csY52" fmla="*/ 101347 h 284963"/>
                <a:gd name="csX53" fmla="*/ 187773 w 284856"/>
                <a:gd name="csY53" fmla="*/ 0 h 284963"/>
                <a:gd name="csX54" fmla="*/ 227950 w 284856"/>
                <a:gd name="csY54" fmla="*/ 9058 h 284963"/>
                <a:gd name="csX55" fmla="*/ 230933 w 284856"/>
                <a:gd name="csY55" fmla="*/ 26216 h 284963"/>
                <a:gd name="csX56" fmla="*/ 191184 w 284856"/>
                <a:gd name="csY56" fmla="*/ 66179 h 284963"/>
                <a:gd name="csX57" fmla="*/ 191130 w 284856"/>
                <a:gd name="csY57" fmla="*/ 66179 h 284963"/>
                <a:gd name="csX58" fmla="*/ 180047 w 284856"/>
                <a:gd name="csY58" fmla="*/ 77315 h 284963"/>
                <a:gd name="csX59" fmla="*/ 207808 w 284856"/>
                <a:gd name="csY59" fmla="*/ 105076 h 284963"/>
                <a:gd name="csX60" fmla="*/ 259228 w 284856"/>
                <a:gd name="csY60" fmla="*/ 56321 h 284963"/>
                <a:gd name="csX61" fmla="*/ 276332 w 284856"/>
                <a:gd name="csY61" fmla="*/ 59838 h 284963"/>
                <a:gd name="csX62" fmla="*/ 284857 w 284856"/>
                <a:gd name="csY62" fmla="*/ 101400 h 2849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</a:cxnLst>
              <a:rect l="l" t="t" r="r" b="b"/>
              <a:pathLst>
                <a:path w="284856" h="284963">
                  <a:moveTo>
                    <a:pt x="263543" y="101400"/>
                  </a:moveTo>
                  <a:cubicBezTo>
                    <a:pt x="263543" y="95219"/>
                    <a:pt x="262850" y="89198"/>
                    <a:pt x="261625" y="83443"/>
                  </a:cubicBezTo>
                  <a:lnTo>
                    <a:pt x="214948" y="127722"/>
                  </a:lnTo>
                  <a:lnTo>
                    <a:pt x="200082" y="127509"/>
                  </a:lnTo>
                  <a:lnTo>
                    <a:pt x="157455" y="84882"/>
                  </a:lnTo>
                  <a:lnTo>
                    <a:pt x="157455" y="69802"/>
                  </a:lnTo>
                  <a:lnTo>
                    <a:pt x="176051" y="51153"/>
                  </a:lnTo>
                  <a:lnTo>
                    <a:pt x="203865" y="23178"/>
                  </a:lnTo>
                  <a:cubicBezTo>
                    <a:pt x="198697" y="22006"/>
                    <a:pt x="193315" y="21367"/>
                    <a:pt x="187773" y="21367"/>
                  </a:cubicBezTo>
                  <a:cubicBezTo>
                    <a:pt x="146425" y="21367"/>
                    <a:pt x="112057" y="56694"/>
                    <a:pt x="112057" y="101400"/>
                  </a:cubicBezTo>
                  <a:cubicBezTo>
                    <a:pt x="112057" y="108007"/>
                    <a:pt x="112803" y="114401"/>
                    <a:pt x="114242" y="120529"/>
                  </a:cubicBezTo>
                  <a:cubicBezTo>
                    <a:pt x="115040" y="124152"/>
                    <a:pt x="115733" y="127136"/>
                    <a:pt x="116213" y="129534"/>
                  </a:cubicBezTo>
                  <a:cubicBezTo>
                    <a:pt x="116639" y="131772"/>
                    <a:pt x="117065" y="134436"/>
                    <a:pt x="116906" y="137047"/>
                  </a:cubicBezTo>
                  <a:cubicBezTo>
                    <a:pt x="116639" y="140883"/>
                    <a:pt x="115946" y="143547"/>
                    <a:pt x="114242" y="147011"/>
                  </a:cubicBezTo>
                  <a:cubicBezTo>
                    <a:pt x="112323" y="150901"/>
                    <a:pt x="108806" y="154417"/>
                    <a:pt x="105450" y="157934"/>
                  </a:cubicBezTo>
                  <a:lnTo>
                    <a:pt x="104810" y="158574"/>
                  </a:lnTo>
                  <a:lnTo>
                    <a:pt x="23072" y="230401"/>
                  </a:lnTo>
                  <a:lnTo>
                    <a:pt x="52751" y="262211"/>
                  </a:lnTo>
                  <a:lnTo>
                    <a:pt x="133477" y="188306"/>
                  </a:lnTo>
                  <a:cubicBezTo>
                    <a:pt x="135289" y="186441"/>
                    <a:pt x="136887" y="184736"/>
                    <a:pt x="138325" y="183404"/>
                  </a:cubicBezTo>
                  <a:cubicBezTo>
                    <a:pt x="139818" y="181965"/>
                    <a:pt x="141576" y="180473"/>
                    <a:pt x="143761" y="179301"/>
                  </a:cubicBezTo>
                  <a:lnTo>
                    <a:pt x="144827" y="178715"/>
                  </a:lnTo>
                  <a:cubicBezTo>
                    <a:pt x="145945" y="178182"/>
                    <a:pt x="147171" y="177649"/>
                    <a:pt x="148556" y="177223"/>
                  </a:cubicBezTo>
                  <a:cubicBezTo>
                    <a:pt x="150421" y="176690"/>
                    <a:pt x="152127" y="176477"/>
                    <a:pt x="153725" y="176370"/>
                  </a:cubicBezTo>
                  <a:lnTo>
                    <a:pt x="154737" y="176370"/>
                  </a:lnTo>
                  <a:cubicBezTo>
                    <a:pt x="157082" y="176317"/>
                    <a:pt x="159373" y="176690"/>
                    <a:pt x="161291" y="177116"/>
                  </a:cubicBezTo>
                  <a:cubicBezTo>
                    <a:pt x="163583" y="177596"/>
                    <a:pt x="166460" y="178342"/>
                    <a:pt x="169923" y="179248"/>
                  </a:cubicBezTo>
                  <a:cubicBezTo>
                    <a:pt x="175624" y="180740"/>
                    <a:pt x="181645" y="181486"/>
                    <a:pt x="187773" y="181486"/>
                  </a:cubicBezTo>
                  <a:cubicBezTo>
                    <a:pt x="229175" y="181486"/>
                    <a:pt x="263543" y="146158"/>
                    <a:pt x="263543" y="101453"/>
                  </a:cubicBezTo>
                  <a:close/>
                  <a:moveTo>
                    <a:pt x="284857" y="101400"/>
                  </a:moveTo>
                  <a:cubicBezTo>
                    <a:pt x="284857" y="156869"/>
                    <a:pt x="241857" y="202746"/>
                    <a:pt x="187773" y="202746"/>
                  </a:cubicBezTo>
                  <a:cubicBezTo>
                    <a:pt x="179834" y="202746"/>
                    <a:pt x="172055" y="201734"/>
                    <a:pt x="164648" y="199816"/>
                  </a:cubicBezTo>
                  <a:cubicBezTo>
                    <a:pt x="161025" y="198910"/>
                    <a:pt x="158627" y="198270"/>
                    <a:pt x="156869" y="197897"/>
                  </a:cubicBezTo>
                  <a:cubicBezTo>
                    <a:pt x="155749" y="197684"/>
                    <a:pt x="155217" y="197578"/>
                    <a:pt x="155057" y="197578"/>
                  </a:cubicBezTo>
                  <a:cubicBezTo>
                    <a:pt x="154471" y="197578"/>
                    <a:pt x="154417" y="197684"/>
                    <a:pt x="154577" y="197578"/>
                  </a:cubicBezTo>
                  <a:cubicBezTo>
                    <a:pt x="154684" y="197578"/>
                    <a:pt x="154631" y="197578"/>
                    <a:pt x="153991" y="197897"/>
                  </a:cubicBezTo>
                  <a:cubicBezTo>
                    <a:pt x="154098" y="197844"/>
                    <a:pt x="153831" y="197951"/>
                    <a:pt x="152979" y="198803"/>
                  </a:cubicBezTo>
                  <a:cubicBezTo>
                    <a:pt x="151967" y="199709"/>
                    <a:pt x="150741" y="201041"/>
                    <a:pt x="148663" y="203172"/>
                  </a:cubicBezTo>
                  <a:lnTo>
                    <a:pt x="148130" y="203705"/>
                  </a:lnTo>
                  <a:lnTo>
                    <a:pt x="59359" y="284963"/>
                  </a:lnTo>
                  <a:lnTo>
                    <a:pt x="44385" y="284377"/>
                  </a:lnTo>
                  <a:lnTo>
                    <a:pt x="0" y="236848"/>
                  </a:lnTo>
                  <a:lnTo>
                    <a:pt x="746" y="221556"/>
                  </a:lnTo>
                  <a:lnTo>
                    <a:pt x="90370" y="142801"/>
                  </a:lnTo>
                  <a:cubicBezTo>
                    <a:pt x="92235" y="140883"/>
                    <a:pt x="93407" y="139605"/>
                    <a:pt x="94207" y="138645"/>
                  </a:cubicBezTo>
                  <a:cubicBezTo>
                    <a:pt x="95112" y="137633"/>
                    <a:pt x="95165" y="137366"/>
                    <a:pt x="95112" y="137526"/>
                  </a:cubicBezTo>
                  <a:cubicBezTo>
                    <a:pt x="95325" y="137153"/>
                    <a:pt x="95432" y="136940"/>
                    <a:pt x="95485" y="136780"/>
                  </a:cubicBezTo>
                  <a:cubicBezTo>
                    <a:pt x="95485" y="136674"/>
                    <a:pt x="95539" y="136621"/>
                    <a:pt x="95539" y="136621"/>
                  </a:cubicBezTo>
                  <a:lnTo>
                    <a:pt x="95539" y="136461"/>
                  </a:lnTo>
                  <a:cubicBezTo>
                    <a:pt x="95539" y="136461"/>
                    <a:pt x="95592" y="136034"/>
                    <a:pt x="95645" y="135608"/>
                  </a:cubicBezTo>
                  <a:cubicBezTo>
                    <a:pt x="95592" y="135875"/>
                    <a:pt x="95645" y="135502"/>
                    <a:pt x="95272" y="133477"/>
                  </a:cubicBezTo>
                  <a:cubicBezTo>
                    <a:pt x="94899" y="131559"/>
                    <a:pt x="94313" y="129054"/>
                    <a:pt x="93461" y="125271"/>
                  </a:cubicBezTo>
                  <a:cubicBezTo>
                    <a:pt x="91649" y="117598"/>
                    <a:pt x="90743" y="109552"/>
                    <a:pt x="90743" y="101347"/>
                  </a:cubicBezTo>
                  <a:cubicBezTo>
                    <a:pt x="90743" y="45878"/>
                    <a:pt x="133690" y="0"/>
                    <a:pt x="187773" y="0"/>
                  </a:cubicBezTo>
                  <a:cubicBezTo>
                    <a:pt x="202107" y="0"/>
                    <a:pt x="215694" y="3250"/>
                    <a:pt x="227950" y="9058"/>
                  </a:cubicBezTo>
                  <a:lnTo>
                    <a:pt x="230933" y="26216"/>
                  </a:lnTo>
                  <a:lnTo>
                    <a:pt x="191184" y="66179"/>
                  </a:lnTo>
                  <a:lnTo>
                    <a:pt x="191130" y="66179"/>
                  </a:lnTo>
                  <a:cubicBezTo>
                    <a:pt x="191130" y="66179"/>
                    <a:pt x="180047" y="77315"/>
                    <a:pt x="180047" y="77315"/>
                  </a:cubicBezTo>
                  <a:lnTo>
                    <a:pt x="207808" y="105076"/>
                  </a:lnTo>
                  <a:lnTo>
                    <a:pt x="259228" y="56321"/>
                  </a:lnTo>
                  <a:lnTo>
                    <a:pt x="276332" y="59838"/>
                  </a:lnTo>
                  <a:cubicBezTo>
                    <a:pt x="281820" y="72520"/>
                    <a:pt x="284857" y="86587"/>
                    <a:pt x="284857" y="10140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E0AE223C-C384-8E3E-63DE-915CEF65C07F}"/>
              </a:ext>
            </a:extLst>
          </p:cNvPr>
          <p:cNvGrpSpPr/>
          <p:nvPr userDrawn="1"/>
        </p:nvGrpSpPr>
        <p:grpSpPr>
          <a:xfrm>
            <a:off x="5318357" y="4766633"/>
            <a:ext cx="287862" cy="287947"/>
            <a:chOff x="4676892" y="5070891"/>
            <a:chExt cx="287787" cy="287947"/>
          </a:xfrm>
        </p:grpSpPr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E08E47DA-235C-5906-88A5-CFCD7660D5FE}"/>
                </a:ext>
              </a:extLst>
            </p:cNvPr>
            <p:cNvSpPr/>
            <p:nvPr/>
          </p:nvSpPr>
          <p:spPr>
            <a:xfrm>
              <a:off x="4676892" y="5070891"/>
              <a:ext cx="287787" cy="287947"/>
            </a:xfrm>
            <a:custGeom>
              <a:avLst/>
              <a:gdLst>
                <a:gd name="csX0" fmla="*/ 21367 w 287787"/>
                <a:gd name="csY0" fmla="*/ 21314 h 287947"/>
                <a:gd name="csX1" fmla="*/ 21367 w 287787"/>
                <a:gd name="csY1" fmla="*/ 218625 h 287947"/>
                <a:gd name="csX2" fmla="*/ 97990 w 287787"/>
                <a:gd name="csY2" fmla="*/ 218625 h 287947"/>
                <a:gd name="csX3" fmla="*/ 143921 w 287787"/>
                <a:gd name="csY3" fmla="*/ 274413 h 287947"/>
                <a:gd name="csX4" fmla="*/ 189851 w 287787"/>
                <a:gd name="csY4" fmla="*/ 218625 h 287947"/>
                <a:gd name="csX5" fmla="*/ 266474 w 287787"/>
                <a:gd name="csY5" fmla="*/ 218625 h 287947"/>
                <a:gd name="csX6" fmla="*/ 266474 w 287787"/>
                <a:gd name="csY6" fmla="*/ 21314 h 287947"/>
                <a:gd name="csX7" fmla="*/ 21367 w 287787"/>
                <a:gd name="csY7" fmla="*/ 21314 h 287947"/>
                <a:gd name="csX8" fmla="*/ 287788 w 287787"/>
                <a:gd name="csY8" fmla="*/ 218625 h 287947"/>
                <a:gd name="csX9" fmla="*/ 266474 w 287787"/>
                <a:gd name="csY9" fmla="*/ 239938 h 287947"/>
                <a:gd name="csX10" fmla="*/ 199922 w 287787"/>
                <a:gd name="csY10" fmla="*/ 239938 h 287947"/>
                <a:gd name="csX11" fmla="*/ 160332 w 287787"/>
                <a:gd name="csY11" fmla="*/ 287947 h 287947"/>
                <a:gd name="csX12" fmla="*/ 127456 w 287787"/>
                <a:gd name="csY12" fmla="*/ 287947 h 287947"/>
                <a:gd name="csX13" fmla="*/ 87866 w 287787"/>
                <a:gd name="csY13" fmla="*/ 239938 h 287947"/>
                <a:gd name="csX14" fmla="*/ 21314 w 287787"/>
                <a:gd name="csY14" fmla="*/ 239938 h 287947"/>
                <a:gd name="csX15" fmla="*/ 0 w 287787"/>
                <a:gd name="csY15" fmla="*/ 218625 h 287947"/>
                <a:gd name="csX16" fmla="*/ 0 w 287787"/>
                <a:gd name="csY16" fmla="*/ 21314 h 287947"/>
                <a:gd name="csX17" fmla="*/ 21314 w 287787"/>
                <a:gd name="csY17" fmla="*/ 0 h 287947"/>
                <a:gd name="csX18" fmla="*/ 266421 w 287787"/>
                <a:gd name="csY18" fmla="*/ 0 h 287947"/>
                <a:gd name="csX19" fmla="*/ 287734 w 287787"/>
                <a:gd name="csY19" fmla="*/ 21314 h 287947"/>
                <a:gd name="csX20" fmla="*/ 287734 w 287787"/>
                <a:gd name="csY20" fmla="*/ 218625 h 287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87787" h="287947">
                  <a:moveTo>
                    <a:pt x="21367" y="21314"/>
                  </a:moveTo>
                  <a:lnTo>
                    <a:pt x="21367" y="218625"/>
                  </a:lnTo>
                  <a:lnTo>
                    <a:pt x="97990" y="218625"/>
                  </a:lnTo>
                  <a:lnTo>
                    <a:pt x="143921" y="274413"/>
                  </a:lnTo>
                  <a:lnTo>
                    <a:pt x="189851" y="218625"/>
                  </a:lnTo>
                  <a:lnTo>
                    <a:pt x="266474" y="218625"/>
                  </a:lnTo>
                  <a:lnTo>
                    <a:pt x="266474" y="21314"/>
                  </a:lnTo>
                  <a:lnTo>
                    <a:pt x="21367" y="21314"/>
                  </a:lnTo>
                  <a:close/>
                  <a:moveTo>
                    <a:pt x="287788" y="218625"/>
                  </a:moveTo>
                  <a:cubicBezTo>
                    <a:pt x="287788" y="230401"/>
                    <a:pt x="278250" y="239938"/>
                    <a:pt x="266474" y="239938"/>
                  </a:cubicBezTo>
                  <a:lnTo>
                    <a:pt x="199922" y="239938"/>
                  </a:lnTo>
                  <a:lnTo>
                    <a:pt x="160332" y="287947"/>
                  </a:lnTo>
                  <a:lnTo>
                    <a:pt x="127456" y="287947"/>
                  </a:lnTo>
                  <a:lnTo>
                    <a:pt x="87866" y="239938"/>
                  </a:lnTo>
                  <a:lnTo>
                    <a:pt x="21314" y="239938"/>
                  </a:lnTo>
                  <a:cubicBezTo>
                    <a:pt x="9538" y="239938"/>
                    <a:pt x="0" y="230401"/>
                    <a:pt x="0" y="218625"/>
                  </a:cubicBez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1862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7403F7DB-9CF6-B1A7-1BB6-CC8845852286}"/>
                </a:ext>
              </a:extLst>
            </p:cNvPr>
            <p:cNvSpPr/>
            <p:nvPr/>
          </p:nvSpPr>
          <p:spPr>
            <a:xfrm>
              <a:off x="4676892" y="5070891"/>
              <a:ext cx="287787" cy="287947"/>
            </a:xfrm>
            <a:custGeom>
              <a:avLst/>
              <a:gdLst>
                <a:gd name="csX0" fmla="*/ 21367 w 287787"/>
                <a:gd name="csY0" fmla="*/ 21314 h 287947"/>
                <a:gd name="csX1" fmla="*/ 21367 w 287787"/>
                <a:gd name="csY1" fmla="*/ 218625 h 287947"/>
                <a:gd name="csX2" fmla="*/ 97990 w 287787"/>
                <a:gd name="csY2" fmla="*/ 218625 h 287947"/>
                <a:gd name="csX3" fmla="*/ 143921 w 287787"/>
                <a:gd name="csY3" fmla="*/ 274413 h 287947"/>
                <a:gd name="csX4" fmla="*/ 189851 w 287787"/>
                <a:gd name="csY4" fmla="*/ 218625 h 287947"/>
                <a:gd name="csX5" fmla="*/ 266474 w 287787"/>
                <a:gd name="csY5" fmla="*/ 218625 h 287947"/>
                <a:gd name="csX6" fmla="*/ 266474 w 287787"/>
                <a:gd name="csY6" fmla="*/ 21314 h 287947"/>
                <a:gd name="csX7" fmla="*/ 21367 w 287787"/>
                <a:gd name="csY7" fmla="*/ 21314 h 287947"/>
                <a:gd name="csX8" fmla="*/ 287788 w 287787"/>
                <a:gd name="csY8" fmla="*/ 218625 h 287947"/>
                <a:gd name="csX9" fmla="*/ 266474 w 287787"/>
                <a:gd name="csY9" fmla="*/ 239938 h 287947"/>
                <a:gd name="csX10" fmla="*/ 199922 w 287787"/>
                <a:gd name="csY10" fmla="*/ 239938 h 287947"/>
                <a:gd name="csX11" fmla="*/ 160332 w 287787"/>
                <a:gd name="csY11" fmla="*/ 287947 h 287947"/>
                <a:gd name="csX12" fmla="*/ 127456 w 287787"/>
                <a:gd name="csY12" fmla="*/ 287947 h 287947"/>
                <a:gd name="csX13" fmla="*/ 87866 w 287787"/>
                <a:gd name="csY13" fmla="*/ 239938 h 287947"/>
                <a:gd name="csX14" fmla="*/ 21314 w 287787"/>
                <a:gd name="csY14" fmla="*/ 239938 h 287947"/>
                <a:gd name="csX15" fmla="*/ 0 w 287787"/>
                <a:gd name="csY15" fmla="*/ 218625 h 287947"/>
                <a:gd name="csX16" fmla="*/ 0 w 287787"/>
                <a:gd name="csY16" fmla="*/ 21314 h 287947"/>
                <a:gd name="csX17" fmla="*/ 21314 w 287787"/>
                <a:gd name="csY17" fmla="*/ 0 h 287947"/>
                <a:gd name="csX18" fmla="*/ 266421 w 287787"/>
                <a:gd name="csY18" fmla="*/ 0 h 287947"/>
                <a:gd name="csX19" fmla="*/ 287734 w 287787"/>
                <a:gd name="csY19" fmla="*/ 21314 h 287947"/>
                <a:gd name="csX20" fmla="*/ 287734 w 287787"/>
                <a:gd name="csY20" fmla="*/ 218625 h 287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87787" h="287947">
                  <a:moveTo>
                    <a:pt x="21367" y="21314"/>
                  </a:moveTo>
                  <a:lnTo>
                    <a:pt x="21367" y="218625"/>
                  </a:lnTo>
                  <a:lnTo>
                    <a:pt x="97990" y="218625"/>
                  </a:lnTo>
                  <a:lnTo>
                    <a:pt x="143921" y="274413"/>
                  </a:lnTo>
                  <a:lnTo>
                    <a:pt x="189851" y="218625"/>
                  </a:lnTo>
                  <a:lnTo>
                    <a:pt x="266474" y="218625"/>
                  </a:lnTo>
                  <a:lnTo>
                    <a:pt x="266474" y="21314"/>
                  </a:lnTo>
                  <a:lnTo>
                    <a:pt x="21367" y="21314"/>
                  </a:lnTo>
                  <a:close/>
                  <a:moveTo>
                    <a:pt x="287788" y="218625"/>
                  </a:moveTo>
                  <a:cubicBezTo>
                    <a:pt x="287788" y="230401"/>
                    <a:pt x="278250" y="239938"/>
                    <a:pt x="266474" y="239938"/>
                  </a:cubicBezTo>
                  <a:lnTo>
                    <a:pt x="199922" y="239938"/>
                  </a:lnTo>
                  <a:lnTo>
                    <a:pt x="160332" y="287947"/>
                  </a:lnTo>
                  <a:lnTo>
                    <a:pt x="127456" y="287947"/>
                  </a:lnTo>
                  <a:lnTo>
                    <a:pt x="87866" y="239938"/>
                  </a:lnTo>
                  <a:lnTo>
                    <a:pt x="21314" y="239938"/>
                  </a:lnTo>
                  <a:cubicBezTo>
                    <a:pt x="9538" y="239938"/>
                    <a:pt x="0" y="230401"/>
                    <a:pt x="0" y="218625"/>
                  </a:cubicBez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1862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14BDBEA3-6521-EA28-BD1C-E5045D21FDEA}"/>
              </a:ext>
            </a:extLst>
          </p:cNvPr>
          <p:cNvGrpSpPr/>
          <p:nvPr userDrawn="1"/>
        </p:nvGrpSpPr>
        <p:grpSpPr>
          <a:xfrm>
            <a:off x="712924" y="4766632"/>
            <a:ext cx="287809" cy="287734"/>
            <a:chOff x="584722" y="5070891"/>
            <a:chExt cx="287734" cy="287734"/>
          </a:xfrm>
        </p:grpSpPr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C3D9287C-49C8-9BCE-B3C0-D71ABA47F78E}"/>
                </a:ext>
              </a:extLst>
            </p:cNvPr>
            <p:cNvSpPr/>
            <p:nvPr/>
          </p:nvSpPr>
          <p:spPr>
            <a:xfrm>
              <a:off x="584722" y="5070891"/>
              <a:ext cx="287734" cy="287734"/>
            </a:xfrm>
            <a:custGeom>
              <a:avLst/>
              <a:gdLst>
                <a:gd name="csX0" fmla="*/ 266421 w 287734"/>
                <a:gd name="csY0" fmla="*/ 143867 h 287734"/>
                <a:gd name="csX1" fmla="*/ 143867 w 287734"/>
                <a:gd name="csY1" fmla="*/ 21314 h 287734"/>
                <a:gd name="csX2" fmla="*/ 21314 w 287734"/>
                <a:gd name="csY2" fmla="*/ 143867 h 287734"/>
                <a:gd name="csX3" fmla="*/ 143867 w 287734"/>
                <a:gd name="csY3" fmla="*/ 266421 h 287734"/>
                <a:gd name="csX4" fmla="*/ 266421 w 287734"/>
                <a:gd name="csY4" fmla="*/ 143867 h 287734"/>
                <a:gd name="csX5" fmla="*/ 206902 w 287734"/>
                <a:gd name="csY5" fmla="*/ 117012 h 287734"/>
                <a:gd name="csX6" fmla="*/ 144826 w 287734"/>
                <a:gd name="csY6" fmla="*/ 180580 h 287734"/>
                <a:gd name="csX7" fmla="*/ 129853 w 287734"/>
                <a:gd name="csY7" fmla="*/ 180900 h 287734"/>
                <a:gd name="csX8" fmla="*/ 96817 w 287734"/>
                <a:gd name="csY8" fmla="*/ 149569 h 287734"/>
                <a:gd name="csX9" fmla="*/ 111470 w 287734"/>
                <a:gd name="csY9" fmla="*/ 134116 h 287734"/>
                <a:gd name="csX10" fmla="*/ 136887 w 287734"/>
                <a:gd name="csY10" fmla="*/ 158201 h 287734"/>
                <a:gd name="csX11" fmla="*/ 191610 w 287734"/>
                <a:gd name="csY11" fmla="*/ 102146 h 287734"/>
                <a:gd name="csX12" fmla="*/ 206849 w 287734"/>
                <a:gd name="csY12" fmla="*/ 117012 h 287734"/>
                <a:gd name="csX13" fmla="*/ 287734 w 287734"/>
                <a:gd name="csY13" fmla="*/ 143867 h 287734"/>
                <a:gd name="csX14" fmla="*/ 143867 w 287734"/>
                <a:gd name="csY14" fmla="*/ 287734 h 287734"/>
                <a:gd name="csX15" fmla="*/ 0 w 287734"/>
                <a:gd name="csY15" fmla="*/ 143867 h 287734"/>
                <a:gd name="csX16" fmla="*/ 143867 w 287734"/>
                <a:gd name="csY16" fmla="*/ 0 h 287734"/>
                <a:gd name="csX17" fmla="*/ 287734 w 287734"/>
                <a:gd name="csY17" fmla="*/ 143867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266421" y="143867"/>
                  </a:moveTo>
                  <a:cubicBezTo>
                    <a:pt x="266421" y="76196"/>
                    <a:pt x="211538" y="21314"/>
                    <a:pt x="143867" y="21314"/>
                  </a:cubicBezTo>
                  <a:cubicBezTo>
                    <a:pt x="76196" y="21314"/>
                    <a:pt x="21314" y="76196"/>
                    <a:pt x="21314" y="143867"/>
                  </a:cubicBezTo>
                  <a:cubicBezTo>
                    <a:pt x="21314" y="211538"/>
                    <a:pt x="76196" y="266421"/>
                    <a:pt x="143867" y="266421"/>
                  </a:cubicBezTo>
                  <a:cubicBezTo>
                    <a:pt x="211538" y="266421"/>
                    <a:pt x="266421" y="211538"/>
                    <a:pt x="266421" y="143867"/>
                  </a:cubicBezTo>
                  <a:close/>
                  <a:moveTo>
                    <a:pt x="206902" y="117012"/>
                  </a:moveTo>
                  <a:lnTo>
                    <a:pt x="144826" y="180580"/>
                  </a:lnTo>
                  <a:lnTo>
                    <a:pt x="129853" y="180900"/>
                  </a:lnTo>
                  <a:lnTo>
                    <a:pt x="96817" y="149569"/>
                  </a:lnTo>
                  <a:lnTo>
                    <a:pt x="111470" y="134116"/>
                  </a:lnTo>
                  <a:lnTo>
                    <a:pt x="136887" y="158201"/>
                  </a:lnTo>
                  <a:lnTo>
                    <a:pt x="191610" y="102146"/>
                  </a:lnTo>
                  <a:lnTo>
                    <a:pt x="206849" y="117012"/>
                  </a:lnTo>
                  <a:close/>
                  <a:moveTo>
                    <a:pt x="287734" y="143867"/>
                  </a:moveTo>
                  <a:cubicBezTo>
                    <a:pt x="287734" y="223314"/>
                    <a:pt x="223314" y="287734"/>
                    <a:pt x="143867" y="287734"/>
                  </a:cubicBezTo>
                  <a:cubicBezTo>
                    <a:pt x="64421" y="287734"/>
                    <a:pt x="0" y="223314"/>
                    <a:pt x="0" y="143867"/>
                  </a:cubicBezTo>
                  <a:cubicBezTo>
                    <a:pt x="0" y="64420"/>
                    <a:pt x="64421" y="0"/>
                    <a:pt x="143867" y="0"/>
                  </a:cubicBezTo>
                  <a:cubicBezTo>
                    <a:pt x="223314" y="0"/>
                    <a:pt x="287734" y="64420"/>
                    <a:pt x="287734" y="14386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19CC7D56-07F0-719B-EA40-91775F241EEE}"/>
                </a:ext>
              </a:extLst>
            </p:cNvPr>
            <p:cNvSpPr/>
            <p:nvPr/>
          </p:nvSpPr>
          <p:spPr>
            <a:xfrm>
              <a:off x="584722" y="5070891"/>
              <a:ext cx="287734" cy="287734"/>
            </a:xfrm>
            <a:custGeom>
              <a:avLst/>
              <a:gdLst>
                <a:gd name="csX0" fmla="*/ 266421 w 287734"/>
                <a:gd name="csY0" fmla="*/ 143867 h 287734"/>
                <a:gd name="csX1" fmla="*/ 143867 w 287734"/>
                <a:gd name="csY1" fmla="*/ 21314 h 287734"/>
                <a:gd name="csX2" fmla="*/ 21314 w 287734"/>
                <a:gd name="csY2" fmla="*/ 143867 h 287734"/>
                <a:gd name="csX3" fmla="*/ 143867 w 287734"/>
                <a:gd name="csY3" fmla="*/ 266421 h 287734"/>
                <a:gd name="csX4" fmla="*/ 266421 w 287734"/>
                <a:gd name="csY4" fmla="*/ 143867 h 287734"/>
                <a:gd name="csX5" fmla="*/ 206902 w 287734"/>
                <a:gd name="csY5" fmla="*/ 117012 h 287734"/>
                <a:gd name="csX6" fmla="*/ 144826 w 287734"/>
                <a:gd name="csY6" fmla="*/ 180580 h 287734"/>
                <a:gd name="csX7" fmla="*/ 129853 w 287734"/>
                <a:gd name="csY7" fmla="*/ 180900 h 287734"/>
                <a:gd name="csX8" fmla="*/ 96817 w 287734"/>
                <a:gd name="csY8" fmla="*/ 149569 h 287734"/>
                <a:gd name="csX9" fmla="*/ 111470 w 287734"/>
                <a:gd name="csY9" fmla="*/ 134116 h 287734"/>
                <a:gd name="csX10" fmla="*/ 136887 w 287734"/>
                <a:gd name="csY10" fmla="*/ 158201 h 287734"/>
                <a:gd name="csX11" fmla="*/ 191610 w 287734"/>
                <a:gd name="csY11" fmla="*/ 102146 h 287734"/>
                <a:gd name="csX12" fmla="*/ 206849 w 287734"/>
                <a:gd name="csY12" fmla="*/ 117012 h 287734"/>
                <a:gd name="csX13" fmla="*/ 287734 w 287734"/>
                <a:gd name="csY13" fmla="*/ 143867 h 287734"/>
                <a:gd name="csX14" fmla="*/ 143867 w 287734"/>
                <a:gd name="csY14" fmla="*/ 287734 h 287734"/>
                <a:gd name="csX15" fmla="*/ 0 w 287734"/>
                <a:gd name="csY15" fmla="*/ 143867 h 287734"/>
                <a:gd name="csX16" fmla="*/ 143867 w 287734"/>
                <a:gd name="csY16" fmla="*/ 0 h 287734"/>
                <a:gd name="csX17" fmla="*/ 287734 w 287734"/>
                <a:gd name="csY17" fmla="*/ 143867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266421" y="143867"/>
                  </a:moveTo>
                  <a:cubicBezTo>
                    <a:pt x="266421" y="76196"/>
                    <a:pt x="211538" y="21314"/>
                    <a:pt x="143867" y="21314"/>
                  </a:cubicBezTo>
                  <a:cubicBezTo>
                    <a:pt x="76196" y="21314"/>
                    <a:pt x="21314" y="76196"/>
                    <a:pt x="21314" y="143867"/>
                  </a:cubicBezTo>
                  <a:cubicBezTo>
                    <a:pt x="21314" y="211538"/>
                    <a:pt x="76196" y="266421"/>
                    <a:pt x="143867" y="266421"/>
                  </a:cubicBezTo>
                  <a:cubicBezTo>
                    <a:pt x="211538" y="266421"/>
                    <a:pt x="266421" y="211538"/>
                    <a:pt x="266421" y="143867"/>
                  </a:cubicBezTo>
                  <a:close/>
                  <a:moveTo>
                    <a:pt x="206902" y="117012"/>
                  </a:moveTo>
                  <a:lnTo>
                    <a:pt x="144826" y="180580"/>
                  </a:lnTo>
                  <a:lnTo>
                    <a:pt x="129853" y="180900"/>
                  </a:lnTo>
                  <a:lnTo>
                    <a:pt x="96817" y="149569"/>
                  </a:lnTo>
                  <a:lnTo>
                    <a:pt x="111470" y="134116"/>
                  </a:lnTo>
                  <a:lnTo>
                    <a:pt x="136887" y="158201"/>
                  </a:lnTo>
                  <a:lnTo>
                    <a:pt x="191610" y="102146"/>
                  </a:lnTo>
                  <a:lnTo>
                    <a:pt x="206849" y="117012"/>
                  </a:lnTo>
                  <a:close/>
                  <a:moveTo>
                    <a:pt x="287734" y="143867"/>
                  </a:moveTo>
                  <a:cubicBezTo>
                    <a:pt x="287734" y="223314"/>
                    <a:pt x="223314" y="287734"/>
                    <a:pt x="143867" y="287734"/>
                  </a:cubicBezTo>
                  <a:cubicBezTo>
                    <a:pt x="64421" y="287734"/>
                    <a:pt x="0" y="223314"/>
                    <a:pt x="0" y="143867"/>
                  </a:cubicBezTo>
                  <a:cubicBezTo>
                    <a:pt x="0" y="64420"/>
                    <a:pt x="64421" y="0"/>
                    <a:pt x="143867" y="0"/>
                  </a:cubicBezTo>
                  <a:cubicBezTo>
                    <a:pt x="223314" y="0"/>
                    <a:pt x="287734" y="64420"/>
                    <a:pt x="287734" y="14386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BB4D0FF3-915C-C354-C939-AFB72390E229}"/>
              </a:ext>
            </a:extLst>
          </p:cNvPr>
          <p:cNvGrpSpPr/>
          <p:nvPr userDrawn="1"/>
        </p:nvGrpSpPr>
        <p:grpSpPr>
          <a:xfrm>
            <a:off x="6496964" y="5724840"/>
            <a:ext cx="288661" cy="288214"/>
            <a:chOff x="5727176" y="6029099"/>
            <a:chExt cx="288586" cy="288214"/>
          </a:xfrm>
        </p:grpSpPr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3FC31387-7A54-2B0D-2361-6194B030C47B}"/>
                </a:ext>
              </a:extLst>
            </p:cNvPr>
            <p:cNvSpPr/>
            <p:nvPr/>
          </p:nvSpPr>
          <p:spPr>
            <a:xfrm>
              <a:off x="5727176" y="6029099"/>
              <a:ext cx="288586" cy="288214"/>
            </a:xfrm>
            <a:custGeom>
              <a:avLst/>
              <a:gdLst>
                <a:gd name="csX0" fmla="*/ 288533 w 288586"/>
                <a:gd name="csY0" fmla="*/ 99748 h 288214"/>
                <a:gd name="csX1" fmla="*/ 276811 w 288586"/>
                <a:gd name="csY1" fmla="*/ 136035 h 288214"/>
                <a:gd name="csX2" fmla="*/ 219851 w 288586"/>
                <a:gd name="csY2" fmla="*/ 144720 h 288214"/>
                <a:gd name="csX3" fmla="*/ 202906 w 288586"/>
                <a:gd name="csY3" fmla="*/ 162037 h 288214"/>
                <a:gd name="csX4" fmla="*/ 195286 w 288586"/>
                <a:gd name="csY4" fmla="*/ 237061 h 288214"/>
                <a:gd name="csX5" fmla="*/ 159160 w 288586"/>
                <a:gd name="csY5" fmla="*/ 250116 h 288214"/>
                <a:gd name="csX6" fmla="*/ 106409 w 288586"/>
                <a:gd name="csY6" fmla="*/ 198377 h 288214"/>
                <a:gd name="csX7" fmla="*/ 14919 w 288586"/>
                <a:gd name="csY7" fmla="*/ 288214 h 288214"/>
                <a:gd name="csX8" fmla="*/ 0 w 288586"/>
                <a:gd name="csY8" fmla="*/ 273028 h 288214"/>
                <a:gd name="csX9" fmla="*/ 91223 w 288586"/>
                <a:gd name="csY9" fmla="*/ 183458 h 288214"/>
                <a:gd name="csX10" fmla="*/ 39057 w 288586"/>
                <a:gd name="csY10" fmla="*/ 132305 h 288214"/>
                <a:gd name="csX11" fmla="*/ 51419 w 288586"/>
                <a:gd name="csY11" fmla="*/ 95911 h 288214"/>
                <a:gd name="csX12" fmla="*/ 126284 w 288586"/>
                <a:gd name="csY12" fmla="*/ 86853 h 288214"/>
                <a:gd name="csX13" fmla="*/ 143281 w 288586"/>
                <a:gd name="csY13" fmla="*/ 69536 h 288214"/>
                <a:gd name="csX14" fmla="*/ 150847 w 288586"/>
                <a:gd name="csY14" fmla="*/ 12415 h 288214"/>
                <a:gd name="csX15" fmla="*/ 186921 w 288586"/>
                <a:gd name="csY15" fmla="*/ 0 h 288214"/>
                <a:gd name="csX16" fmla="*/ 288587 w 288586"/>
                <a:gd name="csY16" fmla="*/ 99695 h 288214"/>
                <a:gd name="csX17" fmla="*/ 171948 w 288586"/>
                <a:gd name="csY17" fmla="*/ 15293 h 288214"/>
                <a:gd name="csX18" fmla="*/ 163422 w 288586"/>
                <a:gd name="csY18" fmla="*/ 79447 h 288214"/>
                <a:gd name="csX19" fmla="*/ 136248 w 288586"/>
                <a:gd name="csY19" fmla="*/ 107155 h 288214"/>
                <a:gd name="csX20" fmla="*/ 53977 w 288586"/>
                <a:gd name="csY20" fmla="*/ 117119 h 288214"/>
                <a:gd name="csX21" fmla="*/ 174079 w 288586"/>
                <a:gd name="csY21" fmla="*/ 234930 h 288214"/>
                <a:gd name="csX22" fmla="*/ 182445 w 288586"/>
                <a:gd name="csY22" fmla="*/ 152500 h 288214"/>
                <a:gd name="csX23" fmla="*/ 209620 w 288586"/>
                <a:gd name="csY23" fmla="*/ 124792 h 288214"/>
                <a:gd name="csX24" fmla="*/ 273561 w 288586"/>
                <a:gd name="csY24" fmla="*/ 115041 h 288214"/>
                <a:gd name="csX25" fmla="*/ 171948 w 288586"/>
                <a:gd name="csY25" fmla="*/ 15346 h 288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88586" h="288214">
                  <a:moveTo>
                    <a:pt x="288533" y="99748"/>
                  </a:moveTo>
                  <a:lnTo>
                    <a:pt x="276811" y="136035"/>
                  </a:lnTo>
                  <a:lnTo>
                    <a:pt x="219851" y="144720"/>
                  </a:lnTo>
                  <a:lnTo>
                    <a:pt x="202906" y="162037"/>
                  </a:lnTo>
                  <a:lnTo>
                    <a:pt x="195286" y="237061"/>
                  </a:lnTo>
                  <a:lnTo>
                    <a:pt x="159160" y="250116"/>
                  </a:lnTo>
                  <a:lnTo>
                    <a:pt x="106409" y="198377"/>
                  </a:lnTo>
                  <a:lnTo>
                    <a:pt x="14919" y="288214"/>
                  </a:lnTo>
                  <a:lnTo>
                    <a:pt x="0" y="273028"/>
                  </a:lnTo>
                  <a:lnTo>
                    <a:pt x="91223" y="183458"/>
                  </a:lnTo>
                  <a:lnTo>
                    <a:pt x="39057" y="132305"/>
                  </a:lnTo>
                  <a:lnTo>
                    <a:pt x="51419" y="95911"/>
                  </a:lnTo>
                  <a:lnTo>
                    <a:pt x="126284" y="86853"/>
                  </a:lnTo>
                  <a:lnTo>
                    <a:pt x="143281" y="69536"/>
                  </a:lnTo>
                  <a:lnTo>
                    <a:pt x="150847" y="12415"/>
                  </a:lnTo>
                  <a:lnTo>
                    <a:pt x="186921" y="0"/>
                  </a:lnTo>
                  <a:lnTo>
                    <a:pt x="288587" y="99695"/>
                  </a:lnTo>
                  <a:close/>
                  <a:moveTo>
                    <a:pt x="171948" y="15293"/>
                  </a:moveTo>
                  <a:lnTo>
                    <a:pt x="163422" y="79447"/>
                  </a:lnTo>
                  <a:lnTo>
                    <a:pt x="136248" y="107155"/>
                  </a:lnTo>
                  <a:lnTo>
                    <a:pt x="53977" y="117119"/>
                  </a:lnTo>
                  <a:lnTo>
                    <a:pt x="174079" y="234930"/>
                  </a:lnTo>
                  <a:lnTo>
                    <a:pt x="182445" y="152500"/>
                  </a:lnTo>
                  <a:lnTo>
                    <a:pt x="209620" y="124792"/>
                  </a:lnTo>
                  <a:lnTo>
                    <a:pt x="273561" y="115041"/>
                  </a:lnTo>
                  <a:lnTo>
                    <a:pt x="171948" y="1534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3A3443F6-2E8D-D725-893A-9107B047CE15}"/>
                </a:ext>
              </a:extLst>
            </p:cNvPr>
            <p:cNvSpPr/>
            <p:nvPr/>
          </p:nvSpPr>
          <p:spPr>
            <a:xfrm>
              <a:off x="5727176" y="6029099"/>
              <a:ext cx="288586" cy="288214"/>
            </a:xfrm>
            <a:custGeom>
              <a:avLst/>
              <a:gdLst>
                <a:gd name="csX0" fmla="*/ 288533 w 288586"/>
                <a:gd name="csY0" fmla="*/ 99748 h 288214"/>
                <a:gd name="csX1" fmla="*/ 276811 w 288586"/>
                <a:gd name="csY1" fmla="*/ 136035 h 288214"/>
                <a:gd name="csX2" fmla="*/ 219851 w 288586"/>
                <a:gd name="csY2" fmla="*/ 144720 h 288214"/>
                <a:gd name="csX3" fmla="*/ 202906 w 288586"/>
                <a:gd name="csY3" fmla="*/ 162037 h 288214"/>
                <a:gd name="csX4" fmla="*/ 195286 w 288586"/>
                <a:gd name="csY4" fmla="*/ 237061 h 288214"/>
                <a:gd name="csX5" fmla="*/ 159160 w 288586"/>
                <a:gd name="csY5" fmla="*/ 250116 h 288214"/>
                <a:gd name="csX6" fmla="*/ 106409 w 288586"/>
                <a:gd name="csY6" fmla="*/ 198377 h 288214"/>
                <a:gd name="csX7" fmla="*/ 14919 w 288586"/>
                <a:gd name="csY7" fmla="*/ 288214 h 288214"/>
                <a:gd name="csX8" fmla="*/ 0 w 288586"/>
                <a:gd name="csY8" fmla="*/ 273028 h 288214"/>
                <a:gd name="csX9" fmla="*/ 91223 w 288586"/>
                <a:gd name="csY9" fmla="*/ 183458 h 288214"/>
                <a:gd name="csX10" fmla="*/ 39057 w 288586"/>
                <a:gd name="csY10" fmla="*/ 132305 h 288214"/>
                <a:gd name="csX11" fmla="*/ 51419 w 288586"/>
                <a:gd name="csY11" fmla="*/ 95911 h 288214"/>
                <a:gd name="csX12" fmla="*/ 126284 w 288586"/>
                <a:gd name="csY12" fmla="*/ 86853 h 288214"/>
                <a:gd name="csX13" fmla="*/ 143281 w 288586"/>
                <a:gd name="csY13" fmla="*/ 69536 h 288214"/>
                <a:gd name="csX14" fmla="*/ 150847 w 288586"/>
                <a:gd name="csY14" fmla="*/ 12415 h 288214"/>
                <a:gd name="csX15" fmla="*/ 186921 w 288586"/>
                <a:gd name="csY15" fmla="*/ 0 h 288214"/>
                <a:gd name="csX16" fmla="*/ 288587 w 288586"/>
                <a:gd name="csY16" fmla="*/ 99695 h 288214"/>
                <a:gd name="csX17" fmla="*/ 171948 w 288586"/>
                <a:gd name="csY17" fmla="*/ 15293 h 288214"/>
                <a:gd name="csX18" fmla="*/ 163422 w 288586"/>
                <a:gd name="csY18" fmla="*/ 79447 h 288214"/>
                <a:gd name="csX19" fmla="*/ 136248 w 288586"/>
                <a:gd name="csY19" fmla="*/ 107155 h 288214"/>
                <a:gd name="csX20" fmla="*/ 53977 w 288586"/>
                <a:gd name="csY20" fmla="*/ 117119 h 288214"/>
                <a:gd name="csX21" fmla="*/ 174079 w 288586"/>
                <a:gd name="csY21" fmla="*/ 234930 h 288214"/>
                <a:gd name="csX22" fmla="*/ 182445 w 288586"/>
                <a:gd name="csY22" fmla="*/ 152500 h 288214"/>
                <a:gd name="csX23" fmla="*/ 209620 w 288586"/>
                <a:gd name="csY23" fmla="*/ 124792 h 288214"/>
                <a:gd name="csX24" fmla="*/ 273561 w 288586"/>
                <a:gd name="csY24" fmla="*/ 115041 h 288214"/>
                <a:gd name="csX25" fmla="*/ 171948 w 288586"/>
                <a:gd name="csY25" fmla="*/ 15346 h 288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88586" h="288214">
                  <a:moveTo>
                    <a:pt x="288533" y="99748"/>
                  </a:moveTo>
                  <a:lnTo>
                    <a:pt x="276811" y="136035"/>
                  </a:lnTo>
                  <a:lnTo>
                    <a:pt x="219851" y="144720"/>
                  </a:lnTo>
                  <a:lnTo>
                    <a:pt x="202906" y="162037"/>
                  </a:lnTo>
                  <a:lnTo>
                    <a:pt x="195286" y="237061"/>
                  </a:lnTo>
                  <a:lnTo>
                    <a:pt x="159160" y="250116"/>
                  </a:lnTo>
                  <a:lnTo>
                    <a:pt x="106409" y="198377"/>
                  </a:lnTo>
                  <a:lnTo>
                    <a:pt x="14919" y="288214"/>
                  </a:lnTo>
                  <a:lnTo>
                    <a:pt x="0" y="273028"/>
                  </a:lnTo>
                  <a:lnTo>
                    <a:pt x="91223" y="183458"/>
                  </a:lnTo>
                  <a:lnTo>
                    <a:pt x="39057" y="132305"/>
                  </a:lnTo>
                  <a:lnTo>
                    <a:pt x="51419" y="95911"/>
                  </a:lnTo>
                  <a:lnTo>
                    <a:pt x="126284" y="86853"/>
                  </a:lnTo>
                  <a:lnTo>
                    <a:pt x="143281" y="69536"/>
                  </a:lnTo>
                  <a:lnTo>
                    <a:pt x="150847" y="12415"/>
                  </a:lnTo>
                  <a:lnTo>
                    <a:pt x="186921" y="0"/>
                  </a:lnTo>
                  <a:lnTo>
                    <a:pt x="288587" y="99695"/>
                  </a:lnTo>
                  <a:close/>
                  <a:moveTo>
                    <a:pt x="171948" y="15293"/>
                  </a:moveTo>
                  <a:lnTo>
                    <a:pt x="163422" y="79447"/>
                  </a:lnTo>
                  <a:lnTo>
                    <a:pt x="136248" y="107155"/>
                  </a:lnTo>
                  <a:lnTo>
                    <a:pt x="53977" y="117119"/>
                  </a:lnTo>
                  <a:lnTo>
                    <a:pt x="174079" y="234930"/>
                  </a:lnTo>
                  <a:lnTo>
                    <a:pt x="182445" y="152500"/>
                  </a:lnTo>
                  <a:lnTo>
                    <a:pt x="209620" y="124792"/>
                  </a:lnTo>
                  <a:lnTo>
                    <a:pt x="273561" y="115041"/>
                  </a:lnTo>
                  <a:lnTo>
                    <a:pt x="171948" y="1534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B970605B-5561-937E-8A1E-8D6A17B5FE66}"/>
              </a:ext>
            </a:extLst>
          </p:cNvPr>
          <p:cNvGrpSpPr/>
          <p:nvPr userDrawn="1"/>
        </p:nvGrpSpPr>
        <p:grpSpPr>
          <a:xfrm>
            <a:off x="7653132" y="5725694"/>
            <a:ext cx="284664" cy="284643"/>
            <a:chOff x="6755027" y="6029952"/>
            <a:chExt cx="284590" cy="284643"/>
          </a:xfrm>
        </p:grpSpPr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E2F58C47-5BDC-CC37-5FA0-800FBB6E9F7F}"/>
                </a:ext>
              </a:extLst>
            </p:cNvPr>
            <p:cNvSpPr/>
            <p:nvPr/>
          </p:nvSpPr>
          <p:spPr>
            <a:xfrm>
              <a:off x="6755027" y="6029952"/>
              <a:ext cx="284590" cy="284643"/>
            </a:xfrm>
            <a:custGeom>
              <a:avLst/>
              <a:gdLst>
                <a:gd name="csX0" fmla="*/ 207222 w 284590"/>
                <a:gd name="csY0" fmla="*/ 114295 h 284643"/>
                <a:gd name="csX1" fmla="*/ 114242 w 284590"/>
                <a:gd name="csY1" fmla="*/ 21367 h 284643"/>
                <a:gd name="csX2" fmla="*/ 21314 w 284590"/>
                <a:gd name="csY2" fmla="*/ 114295 h 284643"/>
                <a:gd name="csX3" fmla="*/ 114242 w 284590"/>
                <a:gd name="csY3" fmla="*/ 207275 h 284643"/>
                <a:gd name="csX4" fmla="*/ 207222 w 284590"/>
                <a:gd name="csY4" fmla="*/ 114295 h 284643"/>
                <a:gd name="csX5" fmla="*/ 228536 w 284590"/>
                <a:gd name="csY5" fmla="*/ 114295 h 284643"/>
                <a:gd name="csX6" fmla="*/ 202267 w 284590"/>
                <a:gd name="csY6" fmla="*/ 187187 h 284643"/>
                <a:gd name="csX7" fmla="*/ 284591 w 284590"/>
                <a:gd name="csY7" fmla="*/ 269564 h 284643"/>
                <a:gd name="csX8" fmla="*/ 269565 w 284590"/>
                <a:gd name="csY8" fmla="*/ 284644 h 284643"/>
                <a:gd name="csX9" fmla="*/ 187187 w 284590"/>
                <a:gd name="csY9" fmla="*/ 202267 h 284643"/>
                <a:gd name="csX10" fmla="*/ 114242 w 284590"/>
                <a:gd name="csY10" fmla="*/ 228536 h 284643"/>
                <a:gd name="csX11" fmla="*/ 0 w 284590"/>
                <a:gd name="csY11" fmla="*/ 114241 h 284643"/>
                <a:gd name="csX12" fmla="*/ 114242 w 284590"/>
                <a:gd name="csY12" fmla="*/ 0 h 284643"/>
                <a:gd name="csX13" fmla="*/ 228536 w 284590"/>
                <a:gd name="csY13" fmla="*/ 114241 h 284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4590" h="284643">
                  <a:moveTo>
                    <a:pt x="207222" y="114295"/>
                  </a:moveTo>
                  <a:cubicBezTo>
                    <a:pt x="207222" y="62982"/>
                    <a:pt x="165608" y="21367"/>
                    <a:pt x="114242" y="21367"/>
                  </a:cubicBezTo>
                  <a:cubicBezTo>
                    <a:pt x="62876" y="21367"/>
                    <a:pt x="21314" y="62982"/>
                    <a:pt x="21314" y="114295"/>
                  </a:cubicBezTo>
                  <a:cubicBezTo>
                    <a:pt x="21314" y="165607"/>
                    <a:pt x="62929" y="207275"/>
                    <a:pt x="114242" y="207275"/>
                  </a:cubicBezTo>
                  <a:cubicBezTo>
                    <a:pt x="165554" y="207275"/>
                    <a:pt x="207222" y="165660"/>
                    <a:pt x="207222" y="114295"/>
                  </a:cubicBezTo>
                  <a:close/>
                  <a:moveTo>
                    <a:pt x="228536" y="114295"/>
                  </a:moveTo>
                  <a:cubicBezTo>
                    <a:pt x="228536" y="142002"/>
                    <a:pt x="218678" y="167419"/>
                    <a:pt x="202267" y="187187"/>
                  </a:cubicBezTo>
                  <a:lnTo>
                    <a:pt x="284591" y="269564"/>
                  </a:lnTo>
                  <a:lnTo>
                    <a:pt x="269565" y="284644"/>
                  </a:lnTo>
                  <a:lnTo>
                    <a:pt x="187187" y="202267"/>
                  </a:lnTo>
                  <a:cubicBezTo>
                    <a:pt x="167366" y="218678"/>
                    <a:pt x="142002" y="228536"/>
                    <a:pt x="114242" y="228536"/>
                  </a:cubicBezTo>
                  <a:cubicBezTo>
                    <a:pt x="51153" y="228536"/>
                    <a:pt x="0" y="177383"/>
                    <a:pt x="0" y="114241"/>
                  </a:cubicBezTo>
                  <a:cubicBezTo>
                    <a:pt x="0" y="51099"/>
                    <a:pt x="51153" y="0"/>
                    <a:pt x="114242" y="0"/>
                  </a:cubicBezTo>
                  <a:cubicBezTo>
                    <a:pt x="177330" y="0"/>
                    <a:pt x="228536" y="51153"/>
                    <a:pt x="228536" y="114241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19AE0E2E-AEBB-12CA-450A-02B40F4CD97F}"/>
                </a:ext>
              </a:extLst>
            </p:cNvPr>
            <p:cNvSpPr/>
            <p:nvPr/>
          </p:nvSpPr>
          <p:spPr>
            <a:xfrm>
              <a:off x="6755027" y="6029952"/>
              <a:ext cx="284590" cy="284643"/>
            </a:xfrm>
            <a:custGeom>
              <a:avLst/>
              <a:gdLst>
                <a:gd name="csX0" fmla="*/ 207222 w 284590"/>
                <a:gd name="csY0" fmla="*/ 114295 h 284643"/>
                <a:gd name="csX1" fmla="*/ 114242 w 284590"/>
                <a:gd name="csY1" fmla="*/ 21367 h 284643"/>
                <a:gd name="csX2" fmla="*/ 21314 w 284590"/>
                <a:gd name="csY2" fmla="*/ 114295 h 284643"/>
                <a:gd name="csX3" fmla="*/ 114242 w 284590"/>
                <a:gd name="csY3" fmla="*/ 207275 h 284643"/>
                <a:gd name="csX4" fmla="*/ 207222 w 284590"/>
                <a:gd name="csY4" fmla="*/ 114295 h 284643"/>
                <a:gd name="csX5" fmla="*/ 228536 w 284590"/>
                <a:gd name="csY5" fmla="*/ 114295 h 284643"/>
                <a:gd name="csX6" fmla="*/ 202267 w 284590"/>
                <a:gd name="csY6" fmla="*/ 187187 h 284643"/>
                <a:gd name="csX7" fmla="*/ 284591 w 284590"/>
                <a:gd name="csY7" fmla="*/ 269564 h 284643"/>
                <a:gd name="csX8" fmla="*/ 269565 w 284590"/>
                <a:gd name="csY8" fmla="*/ 284644 h 284643"/>
                <a:gd name="csX9" fmla="*/ 187187 w 284590"/>
                <a:gd name="csY9" fmla="*/ 202267 h 284643"/>
                <a:gd name="csX10" fmla="*/ 114242 w 284590"/>
                <a:gd name="csY10" fmla="*/ 228536 h 284643"/>
                <a:gd name="csX11" fmla="*/ 0 w 284590"/>
                <a:gd name="csY11" fmla="*/ 114241 h 284643"/>
                <a:gd name="csX12" fmla="*/ 114242 w 284590"/>
                <a:gd name="csY12" fmla="*/ 0 h 284643"/>
                <a:gd name="csX13" fmla="*/ 228536 w 284590"/>
                <a:gd name="csY13" fmla="*/ 114241 h 284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4590" h="284643">
                  <a:moveTo>
                    <a:pt x="207222" y="114295"/>
                  </a:moveTo>
                  <a:cubicBezTo>
                    <a:pt x="207222" y="62982"/>
                    <a:pt x="165608" y="21367"/>
                    <a:pt x="114242" y="21367"/>
                  </a:cubicBezTo>
                  <a:cubicBezTo>
                    <a:pt x="62876" y="21367"/>
                    <a:pt x="21314" y="62982"/>
                    <a:pt x="21314" y="114295"/>
                  </a:cubicBezTo>
                  <a:cubicBezTo>
                    <a:pt x="21314" y="165607"/>
                    <a:pt x="62929" y="207275"/>
                    <a:pt x="114242" y="207275"/>
                  </a:cubicBezTo>
                  <a:cubicBezTo>
                    <a:pt x="165554" y="207275"/>
                    <a:pt x="207222" y="165660"/>
                    <a:pt x="207222" y="114295"/>
                  </a:cubicBezTo>
                  <a:close/>
                  <a:moveTo>
                    <a:pt x="228536" y="114295"/>
                  </a:moveTo>
                  <a:cubicBezTo>
                    <a:pt x="228536" y="142002"/>
                    <a:pt x="218678" y="167419"/>
                    <a:pt x="202267" y="187187"/>
                  </a:cubicBezTo>
                  <a:lnTo>
                    <a:pt x="284591" y="269564"/>
                  </a:lnTo>
                  <a:lnTo>
                    <a:pt x="269565" y="284644"/>
                  </a:lnTo>
                  <a:lnTo>
                    <a:pt x="187187" y="202267"/>
                  </a:lnTo>
                  <a:cubicBezTo>
                    <a:pt x="167366" y="218678"/>
                    <a:pt x="142002" y="228536"/>
                    <a:pt x="114242" y="228536"/>
                  </a:cubicBezTo>
                  <a:cubicBezTo>
                    <a:pt x="51153" y="228536"/>
                    <a:pt x="0" y="177383"/>
                    <a:pt x="0" y="114241"/>
                  </a:cubicBezTo>
                  <a:cubicBezTo>
                    <a:pt x="0" y="51099"/>
                    <a:pt x="51153" y="0"/>
                    <a:pt x="114242" y="0"/>
                  </a:cubicBezTo>
                  <a:cubicBezTo>
                    <a:pt x="177330" y="0"/>
                    <a:pt x="228536" y="51153"/>
                    <a:pt x="228536" y="114241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 dirty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527E6E27-7697-75FA-B0AA-91F469E2C1BC}"/>
              </a:ext>
            </a:extLst>
          </p:cNvPr>
          <p:cNvGrpSpPr/>
          <p:nvPr userDrawn="1"/>
        </p:nvGrpSpPr>
        <p:grpSpPr>
          <a:xfrm>
            <a:off x="1874361" y="5721022"/>
            <a:ext cx="315903" cy="315821"/>
            <a:chOff x="1873872" y="5721021"/>
            <a:chExt cx="315821" cy="315821"/>
          </a:xfrm>
        </p:grpSpPr>
        <p:pic>
          <p:nvPicPr>
            <p:cNvPr id="377" name="Graphic 376">
              <a:extLst>
                <a:ext uri="{FF2B5EF4-FFF2-40B4-BE49-F238E27FC236}">
                  <a16:creationId xmlns:a16="http://schemas.microsoft.com/office/drawing/2014/main" id="{207CC958-785D-7B4F-7794-0DD9E2C35B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873872" y="5721021"/>
              <a:ext cx="315821" cy="315821"/>
            </a:xfrm>
            <a:prstGeom prst="rect">
              <a:avLst/>
            </a:prstGeom>
          </p:spPr>
        </p:pic>
        <p:pic>
          <p:nvPicPr>
            <p:cNvPr id="378" name="Graphic 377">
              <a:extLst>
                <a:ext uri="{FF2B5EF4-FFF2-40B4-BE49-F238E27FC236}">
                  <a16:creationId xmlns:a16="http://schemas.microsoft.com/office/drawing/2014/main" id="{3B5941B8-804E-483A-D6D5-4B174B971B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873872" y="5721021"/>
              <a:ext cx="315821" cy="31582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132787"/>
            <a:ext cx="4194175" cy="543614"/>
          </a:xfrm>
        </p:spPr>
        <p:txBody>
          <a:bodyPr anchor="t">
            <a:noAutofit/>
          </a:bodyPr>
          <a:lstStyle>
            <a:lvl1pPr>
              <a:defRPr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Small Scale Icons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F818DA2-BA5C-BE6F-7EC8-C849E695442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5E0B2581-3EF6-0BBF-2EEA-74743205F0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028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-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346D661-B197-13DA-2DB1-67025B511D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2280" y="3086685"/>
            <a:ext cx="1394555" cy="1394555"/>
          </a:xfrm>
          <a:prstGeom prst="rect">
            <a:avLst/>
          </a:prstGeom>
        </p:spPr>
      </p:pic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D2CC30A6-9164-AEF1-4141-F03B00890ACC}"/>
              </a:ext>
            </a:extLst>
          </p:cNvPr>
          <p:cNvSpPr txBox="1">
            <a:spLocks/>
          </p:cNvSpPr>
          <p:nvPr userDrawn="1"/>
        </p:nvSpPr>
        <p:spPr>
          <a:xfrm>
            <a:off x="10798893" y="5402478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 dirty="0">
                <a:latin typeface="Replica LL TT" panose="020B0504010101010104" pitchFamily="34" charset="77"/>
              </a:rPr>
              <a:t>Attention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C8EEF1E8-656B-B838-5185-98F2063D2E3C}"/>
              </a:ext>
            </a:extLst>
          </p:cNvPr>
          <p:cNvSpPr txBox="1">
            <a:spLocks/>
          </p:cNvSpPr>
          <p:nvPr userDrawn="1"/>
        </p:nvSpPr>
        <p:spPr>
          <a:xfrm>
            <a:off x="10798893" y="3650920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 dirty="0">
                <a:latin typeface="Replica LL TT" panose="020B0504010101010104" pitchFamily="34" charset="77"/>
              </a:rPr>
              <a:t>Target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CC7E4F8-3AC0-47CD-06C7-F41F2DBB3FEE}"/>
              </a:ext>
            </a:extLst>
          </p:cNvPr>
          <p:cNvSpPr txBox="1">
            <a:spLocks/>
          </p:cNvSpPr>
          <p:nvPr userDrawn="1"/>
        </p:nvSpPr>
        <p:spPr>
          <a:xfrm>
            <a:off x="10798893" y="1879236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 dirty="0">
                <a:latin typeface="Replica LL TT" panose="020B0504010101010104" pitchFamily="34" charset="77"/>
              </a:rPr>
              <a:t>Space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0C03911B-105B-9C02-668F-B5196BBBCE46}"/>
              </a:ext>
            </a:extLst>
          </p:cNvPr>
          <p:cNvSpPr txBox="1">
            <a:spLocks/>
          </p:cNvSpPr>
          <p:nvPr userDrawn="1"/>
        </p:nvSpPr>
        <p:spPr>
          <a:xfrm>
            <a:off x="7856430" y="5402478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 dirty="0">
                <a:latin typeface="Replica LL TT" panose="020B0504010101010104" pitchFamily="34" charset="77"/>
              </a:rPr>
              <a:t>Complexity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3B56392A-B5C5-1A11-43B0-8C4BC1B137A1}"/>
              </a:ext>
            </a:extLst>
          </p:cNvPr>
          <p:cNvSpPr txBox="1">
            <a:spLocks/>
          </p:cNvSpPr>
          <p:nvPr userDrawn="1"/>
        </p:nvSpPr>
        <p:spPr>
          <a:xfrm>
            <a:off x="7856430" y="3650920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 dirty="0">
                <a:latin typeface="Replica LL TT" panose="020B0504010101010104" pitchFamily="34" charset="77"/>
              </a:rPr>
              <a:t>Progression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1AC2B92-CE90-4A6F-3953-F3A008AC3B58}"/>
              </a:ext>
            </a:extLst>
          </p:cNvPr>
          <p:cNvSpPr txBox="1">
            <a:spLocks/>
          </p:cNvSpPr>
          <p:nvPr userDrawn="1"/>
        </p:nvSpPr>
        <p:spPr>
          <a:xfrm>
            <a:off x="7856430" y="1879236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 dirty="0">
                <a:latin typeface="Replica LL TT" panose="020B0504010101010104" pitchFamily="34" charset="77"/>
              </a:rPr>
              <a:t>Multiply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D165060F-B27A-550C-5700-84FC00813336}"/>
              </a:ext>
            </a:extLst>
          </p:cNvPr>
          <p:cNvSpPr txBox="1">
            <a:spLocks/>
          </p:cNvSpPr>
          <p:nvPr userDrawn="1"/>
        </p:nvSpPr>
        <p:spPr>
          <a:xfrm>
            <a:off x="5146889" y="5402478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 dirty="0">
                <a:latin typeface="Replica LL TT" panose="020B0504010101010104" pitchFamily="34" charset="77"/>
              </a:rPr>
              <a:t>Detail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5A82C7A-AF4E-AEAF-BBAF-C67943A96FCD}"/>
              </a:ext>
            </a:extLst>
          </p:cNvPr>
          <p:cNvSpPr txBox="1">
            <a:spLocks/>
          </p:cNvSpPr>
          <p:nvPr userDrawn="1"/>
        </p:nvSpPr>
        <p:spPr>
          <a:xfrm>
            <a:off x="5146889" y="3650920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 dirty="0">
                <a:latin typeface="Replica LL TT" panose="020B0504010101010104" pitchFamily="34" charset="77"/>
              </a:rPr>
              <a:t>Growth</a:t>
            </a:r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76BD0E6-EE70-2656-47DD-9893A0CA9362}"/>
              </a:ext>
            </a:extLst>
          </p:cNvPr>
          <p:cNvSpPr txBox="1">
            <a:spLocks/>
          </p:cNvSpPr>
          <p:nvPr userDrawn="1"/>
        </p:nvSpPr>
        <p:spPr>
          <a:xfrm>
            <a:off x="5146889" y="1879236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 dirty="0">
                <a:latin typeface="Replica LL TT" panose="020B0504010101010104" pitchFamily="34" charset="77"/>
              </a:rPr>
              <a:t>Added Value</a:t>
            </a:r>
          </a:p>
        </p:txBody>
      </p:sp>
      <p:sp>
        <p:nvSpPr>
          <p:cNvPr id="31" name="Large icon-9">
            <a:extLst>
              <a:ext uri="{FF2B5EF4-FFF2-40B4-BE49-F238E27FC236}">
                <a16:creationId xmlns:a16="http://schemas.microsoft.com/office/drawing/2014/main" id="{8CC479CA-986B-E851-5A16-19695F294358}"/>
              </a:ext>
            </a:extLst>
          </p:cNvPr>
          <p:cNvSpPr/>
          <p:nvPr userDrawn="1"/>
        </p:nvSpPr>
        <p:spPr>
          <a:xfrm>
            <a:off x="9142834" y="4743859"/>
            <a:ext cx="1693451" cy="1536798"/>
          </a:xfrm>
          <a:custGeom>
            <a:avLst/>
            <a:gdLst>
              <a:gd name="csX0" fmla="*/ 417078 w 800678"/>
              <a:gd name="csY0" fmla="*/ 31049 h 726800"/>
              <a:gd name="csX1" fmla="*/ 487678 w 800678"/>
              <a:gd name="csY1" fmla="*/ 149902 h 726800"/>
              <a:gd name="csX2" fmla="*/ 487678 w 800678"/>
              <a:gd name="csY2" fmla="*/ 160144 h 726800"/>
              <a:gd name="csX3" fmla="*/ 487637 w 800678"/>
              <a:gd name="csY3" fmla="*/ 160144 h 726800"/>
              <a:gd name="csX4" fmla="*/ 714008 w 800678"/>
              <a:gd name="csY4" fmla="*/ 574307 h 726800"/>
              <a:gd name="csX5" fmla="*/ 716802 w 800678"/>
              <a:gd name="csY5" fmla="*/ 575927 h 726800"/>
              <a:gd name="csX6" fmla="*/ 800679 w 800678"/>
              <a:gd name="csY6" fmla="*/ 725505 h 726800"/>
              <a:gd name="csX7" fmla="*/ 625921 w 800678"/>
              <a:gd name="csY7" fmla="*/ 726800 h 726800"/>
              <a:gd name="csX8" fmla="*/ 622359 w 800678"/>
              <a:gd name="csY8" fmla="*/ 724736 h 726800"/>
              <a:gd name="csX9" fmla="*/ 178320 w 800678"/>
              <a:gd name="csY9" fmla="*/ 724736 h 726800"/>
              <a:gd name="csX10" fmla="*/ 174757 w 800678"/>
              <a:gd name="csY10" fmla="*/ 726800 h 726800"/>
              <a:gd name="csX11" fmla="*/ 0 w 800678"/>
              <a:gd name="csY11" fmla="*/ 725505 h 726800"/>
              <a:gd name="csX12" fmla="*/ 83877 w 800678"/>
              <a:gd name="csY12" fmla="*/ 575927 h 726800"/>
              <a:gd name="csX13" fmla="*/ 86832 w 800678"/>
              <a:gd name="csY13" fmla="*/ 574227 h 726800"/>
              <a:gd name="csX14" fmla="*/ 311544 w 800678"/>
              <a:gd name="csY14" fmla="*/ 162249 h 726800"/>
              <a:gd name="csX15" fmla="*/ 311544 w 800678"/>
              <a:gd name="csY15" fmla="*/ 153181 h 726800"/>
              <a:gd name="csX16" fmla="*/ 381171 w 800678"/>
              <a:gd name="csY16" fmla="*/ 34611 h 726800"/>
              <a:gd name="csX17" fmla="*/ 400076 w 800678"/>
              <a:gd name="csY17" fmla="*/ 0 h 726800"/>
              <a:gd name="csX18" fmla="*/ 417038 w 800678"/>
              <a:gd name="csY18" fmla="*/ 31049 h 726800"/>
              <a:gd name="csX19" fmla="*/ 321907 w 800678"/>
              <a:gd name="csY19" fmla="*/ 160144 h 726800"/>
              <a:gd name="csX20" fmla="*/ 316644 w 800678"/>
              <a:gd name="csY20" fmla="*/ 161561 h 726800"/>
              <a:gd name="csX21" fmla="*/ 93107 w 800678"/>
              <a:gd name="csY21" fmla="*/ 571393 h 726800"/>
              <a:gd name="csX22" fmla="*/ 97034 w 800678"/>
              <a:gd name="csY22" fmla="*/ 582039 h 726800"/>
              <a:gd name="csX23" fmla="*/ 77845 w 800678"/>
              <a:gd name="csY23" fmla="*/ 663973 h 726800"/>
              <a:gd name="csX24" fmla="*/ 92216 w 800678"/>
              <a:gd name="csY24" fmla="*/ 688910 h 726800"/>
              <a:gd name="csX25" fmla="*/ 175729 w 800678"/>
              <a:gd name="csY25" fmla="*/ 714413 h 726800"/>
              <a:gd name="csX26" fmla="*/ 182044 w 800678"/>
              <a:gd name="csY26" fmla="*/ 720688 h 726800"/>
              <a:gd name="csX27" fmla="*/ 618756 w 800678"/>
              <a:gd name="csY27" fmla="*/ 720688 h 726800"/>
              <a:gd name="csX28" fmla="*/ 625071 w 800678"/>
              <a:gd name="csY28" fmla="*/ 714413 h 726800"/>
              <a:gd name="csX29" fmla="*/ 708584 w 800678"/>
              <a:gd name="csY29" fmla="*/ 688910 h 726800"/>
              <a:gd name="csX30" fmla="*/ 722955 w 800678"/>
              <a:gd name="csY30" fmla="*/ 663973 h 726800"/>
              <a:gd name="csX31" fmla="*/ 703767 w 800678"/>
              <a:gd name="csY31" fmla="*/ 582039 h 726800"/>
              <a:gd name="csX32" fmla="*/ 707734 w 800678"/>
              <a:gd name="csY32" fmla="*/ 571312 h 726800"/>
              <a:gd name="csX33" fmla="*/ 482496 w 800678"/>
              <a:gd name="csY33" fmla="*/ 159253 h 726800"/>
              <a:gd name="csX34" fmla="*/ 475817 w 800678"/>
              <a:gd name="csY34" fmla="*/ 158120 h 726800"/>
              <a:gd name="csX35" fmla="*/ 414447 w 800678"/>
              <a:gd name="csY35" fmla="*/ 100556 h 726800"/>
              <a:gd name="csX36" fmla="*/ 385665 w 800678"/>
              <a:gd name="csY36" fmla="*/ 100556 h 726800"/>
              <a:gd name="csX37" fmla="*/ 321826 w 800678"/>
              <a:gd name="csY37" fmla="*/ 160144 h 72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00678" h="726800">
                <a:moveTo>
                  <a:pt x="417078" y="31049"/>
                </a:moveTo>
                <a:lnTo>
                  <a:pt x="487678" y="149902"/>
                </a:lnTo>
                <a:lnTo>
                  <a:pt x="487678" y="160144"/>
                </a:lnTo>
                <a:lnTo>
                  <a:pt x="487637" y="160144"/>
                </a:lnTo>
                <a:cubicBezTo>
                  <a:pt x="487637" y="160144"/>
                  <a:pt x="714008" y="574307"/>
                  <a:pt x="714008" y="574307"/>
                </a:cubicBezTo>
                <a:lnTo>
                  <a:pt x="716802" y="575927"/>
                </a:lnTo>
                <a:lnTo>
                  <a:pt x="800679" y="725505"/>
                </a:lnTo>
                <a:lnTo>
                  <a:pt x="625921" y="726800"/>
                </a:lnTo>
                <a:lnTo>
                  <a:pt x="622359" y="724736"/>
                </a:lnTo>
                <a:lnTo>
                  <a:pt x="178320" y="724736"/>
                </a:lnTo>
                <a:lnTo>
                  <a:pt x="174757" y="726800"/>
                </a:lnTo>
                <a:lnTo>
                  <a:pt x="0" y="725505"/>
                </a:lnTo>
                <a:lnTo>
                  <a:pt x="83877" y="575927"/>
                </a:lnTo>
                <a:lnTo>
                  <a:pt x="86832" y="574227"/>
                </a:lnTo>
                <a:lnTo>
                  <a:pt x="311544" y="162249"/>
                </a:lnTo>
                <a:lnTo>
                  <a:pt x="311544" y="153181"/>
                </a:lnTo>
                <a:lnTo>
                  <a:pt x="381171" y="34611"/>
                </a:lnTo>
                <a:lnTo>
                  <a:pt x="400076" y="0"/>
                </a:lnTo>
                <a:lnTo>
                  <a:pt x="417038" y="31049"/>
                </a:lnTo>
                <a:close/>
                <a:moveTo>
                  <a:pt x="321907" y="160144"/>
                </a:moveTo>
                <a:lnTo>
                  <a:pt x="316644" y="161561"/>
                </a:lnTo>
                <a:lnTo>
                  <a:pt x="93107" y="571393"/>
                </a:lnTo>
                <a:lnTo>
                  <a:pt x="97034" y="582039"/>
                </a:lnTo>
                <a:lnTo>
                  <a:pt x="77845" y="663973"/>
                </a:lnTo>
                <a:lnTo>
                  <a:pt x="92216" y="688910"/>
                </a:lnTo>
                <a:lnTo>
                  <a:pt x="175729" y="714413"/>
                </a:lnTo>
                <a:lnTo>
                  <a:pt x="182044" y="720688"/>
                </a:lnTo>
                <a:lnTo>
                  <a:pt x="618756" y="720688"/>
                </a:lnTo>
                <a:lnTo>
                  <a:pt x="625071" y="714413"/>
                </a:lnTo>
                <a:lnTo>
                  <a:pt x="708584" y="688910"/>
                </a:lnTo>
                <a:lnTo>
                  <a:pt x="722955" y="663973"/>
                </a:lnTo>
                <a:lnTo>
                  <a:pt x="703767" y="582039"/>
                </a:lnTo>
                <a:lnTo>
                  <a:pt x="707734" y="571312"/>
                </a:lnTo>
                <a:lnTo>
                  <a:pt x="482496" y="159253"/>
                </a:lnTo>
                <a:lnTo>
                  <a:pt x="475817" y="158120"/>
                </a:lnTo>
                <a:lnTo>
                  <a:pt x="414447" y="100556"/>
                </a:lnTo>
                <a:lnTo>
                  <a:pt x="385665" y="100556"/>
                </a:lnTo>
                <a:lnTo>
                  <a:pt x="321826" y="160144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5" name="Large icon-7">
            <a:extLst>
              <a:ext uri="{FF2B5EF4-FFF2-40B4-BE49-F238E27FC236}">
                <a16:creationId xmlns:a16="http://schemas.microsoft.com/office/drawing/2014/main" id="{B05FED40-D02F-E3A9-AFE9-68267B4E31CE}"/>
              </a:ext>
            </a:extLst>
          </p:cNvPr>
          <p:cNvSpPr/>
          <p:nvPr userDrawn="1"/>
        </p:nvSpPr>
        <p:spPr>
          <a:xfrm>
            <a:off x="9219036" y="1030216"/>
            <a:ext cx="1541048" cy="1672295"/>
          </a:xfrm>
          <a:custGeom>
            <a:avLst/>
            <a:gdLst>
              <a:gd name="csX0" fmla="*/ 410966 w 728621"/>
              <a:gd name="csY0" fmla="*/ 26515 h 790881"/>
              <a:gd name="csX1" fmla="*/ 534150 w 728621"/>
              <a:gd name="csY1" fmla="*/ 92176 h 790881"/>
              <a:gd name="csX2" fmla="*/ 534150 w 728621"/>
              <a:gd name="csY2" fmla="*/ 93269 h 790881"/>
              <a:gd name="csX3" fmla="*/ 726841 w 728621"/>
              <a:gd name="csY3" fmla="*/ 197710 h 790881"/>
              <a:gd name="csX4" fmla="*/ 726841 w 728621"/>
              <a:gd name="csY4" fmla="*/ 394004 h 790881"/>
              <a:gd name="csX5" fmla="*/ 728622 w 728621"/>
              <a:gd name="csY5" fmla="*/ 395016 h 790881"/>
              <a:gd name="csX6" fmla="*/ 726841 w 728621"/>
              <a:gd name="csY6" fmla="*/ 493183 h 790881"/>
              <a:gd name="csX7" fmla="*/ 726841 w 728621"/>
              <a:gd name="csY7" fmla="*/ 593131 h 790881"/>
              <a:gd name="csX8" fmla="*/ 690934 w 728621"/>
              <a:gd name="csY8" fmla="*/ 612603 h 790881"/>
              <a:gd name="csX9" fmla="*/ 563661 w 728621"/>
              <a:gd name="csY9" fmla="*/ 689193 h 790881"/>
              <a:gd name="csX10" fmla="*/ 554148 w 728621"/>
              <a:gd name="csY10" fmla="*/ 686764 h 790881"/>
              <a:gd name="csX11" fmla="*/ 362024 w 728621"/>
              <a:gd name="csY11" fmla="*/ 790882 h 790881"/>
              <a:gd name="csX12" fmla="*/ 178199 w 728621"/>
              <a:gd name="csY12" fmla="*/ 690165 h 790881"/>
              <a:gd name="csX13" fmla="*/ 168280 w 728621"/>
              <a:gd name="csY13" fmla="*/ 691582 h 790881"/>
              <a:gd name="csX14" fmla="*/ 37040 w 728621"/>
              <a:gd name="csY14" fmla="*/ 612805 h 790881"/>
              <a:gd name="csX15" fmla="*/ 1174 w 728621"/>
              <a:gd name="csY15" fmla="*/ 593172 h 790881"/>
              <a:gd name="csX16" fmla="*/ 1174 w 728621"/>
              <a:gd name="csY16" fmla="*/ 460150 h 790881"/>
              <a:gd name="csX17" fmla="*/ 0 w 728621"/>
              <a:gd name="csY17" fmla="*/ 395664 h 790881"/>
              <a:gd name="csX18" fmla="*/ 1174 w 728621"/>
              <a:gd name="csY18" fmla="*/ 394976 h 790881"/>
              <a:gd name="csX19" fmla="*/ 1174 w 728621"/>
              <a:gd name="csY19" fmla="*/ 197710 h 790881"/>
              <a:gd name="csX20" fmla="*/ 189088 w 728621"/>
              <a:gd name="csY20" fmla="*/ 94767 h 790881"/>
              <a:gd name="csX21" fmla="*/ 189088 w 728621"/>
              <a:gd name="csY21" fmla="*/ 92176 h 790881"/>
              <a:gd name="csX22" fmla="*/ 348422 w 728621"/>
              <a:gd name="csY22" fmla="*/ 7449 h 790881"/>
              <a:gd name="csX23" fmla="*/ 362024 w 728621"/>
              <a:gd name="csY23" fmla="*/ 0 h 790881"/>
              <a:gd name="csX24" fmla="*/ 410966 w 728621"/>
              <a:gd name="csY24" fmla="*/ 26515 h 790881"/>
              <a:gd name="csX25" fmla="*/ 450435 w 728621"/>
              <a:gd name="csY25" fmla="*/ 353523 h 790881"/>
              <a:gd name="csX26" fmla="*/ 449909 w 728621"/>
              <a:gd name="csY26" fmla="*/ 353847 h 790881"/>
              <a:gd name="csX27" fmla="*/ 464563 w 728621"/>
              <a:gd name="csY27" fmla="*/ 346722 h 790881"/>
              <a:gd name="csX28" fmla="*/ 390725 w 728621"/>
              <a:gd name="csY28" fmla="*/ 404974 h 790881"/>
              <a:gd name="csX29" fmla="*/ 379593 w 728621"/>
              <a:gd name="csY29" fmla="*/ 426065 h 790881"/>
              <a:gd name="csX30" fmla="*/ 367084 w 728621"/>
              <a:gd name="csY30" fmla="*/ 485937 h 790881"/>
              <a:gd name="csX31" fmla="*/ 367084 w 728621"/>
              <a:gd name="csY31" fmla="*/ 783514 h 790881"/>
              <a:gd name="csX32" fmla="*/ 548359 w 728621"/>
              <a:gd name="csY32" fmla="*/ 685266 h 790881"/>
              <a:gd name="csX33" fmla="*/ 547995 w 728621"/>
              <a:gd name="csY33" fmla="*/ 685186 h 790881"/>
              <a:gd name="csX34" fmla="*/ 551273 w 728621"/>
              <a:gd name="csY34" fmla="*/ 670369 h 790881"/>
              <a:gd name="csX35" fmla="*/ 679154 w 728621"/>
              <a:gd name="csY35" fmla="*/ 573538 h 790881"/>
              <a:gd name="csX36" fmla="*/ 686117 w 728621"/>
              <a:gd name="csY36" fmla="*/ 561434 h 790881"/>
              <a:gd name="csX37" fmla="*/ 715830 w 728621"/>
              <a:gd name="csY37" fmla="*/ 398416 h 790881"/>
              <a:gd name="csX38" fmla="*/ 720485 w 728621"/>
              <a:gd name="csY38" fmla="*/ 390361 h 790881"/>
              <a:gd name="csX39" fmla="*/ 722752 w 728621"/>
              <a:gd name="csY39" fmla="*/ 391656 h 790881"/>
              <a:gd name="csX40" fmla="*/ 722752 w 728621"/>
              <a:gd name="csY40" fmla="*/ 202852 h 790881"/>
              <a:gd name="csX41" fmla="*/ 450354 w 728621"/>
              <a:gd name="csY41" fmla="*/ 353523 h 790881"/>
              <a:gd name="csX42" fmla="*/ 5222 w 728621"/>
              <a:gd name="csY42" fmla="*/ 392628 h 790881"/>
              <a:gd name="csX43" fmla="*/ 8096 w 728621"/>
              <a:gd name="csY43" fmla="*/ 390968 h 790881"/>
              <a:gd name="csX44" fmla="*/ 12751 w 728621"/>
              <a:gd name="csY44" fmla="*/ 399024 h 790881"/>
              <a:gd name="csX45" fmla="*/ 42465 w 728621"/>
              <a:gd name="csY45" fmla="*/ 562042 h 790881"/>
              <a:gd name="csX46" fmla="*/ 49468 w 728621"/>
              <a:gd name="csY46" fmla="*/ 574145 h 790881"/>
              <a:gd name="csX47" fmla="*/ 179048 w 728621"/>
              <a:gd name="csY47" fmla="*/ 677535 h 790881"/>
              <a:gd name="csX48" fmla="*/ 180223 w 728621"/>
              <a:gd name="csY48" fmla="*/ 686562 h 790881"/>
              <a:gd name="csX49" fmla="*/ 357004 w 728621"/>
              <a:gd name="csY49" fmla="*/ 783433 h 790881"/>
              <a:gd name="csX50" fmla="*/ 357004 w 728621"/>
              <a:gd name="csY50" fmla="*/ 489459 h 790881"/>
              <a:gd name="csX51" fmla="*/ 343766 w 728621"/>
              <a:gd name="csY51" fmla="*/ 426025 h 790881"/>
              <a:gd name="csX52" fmla="*/ 332634 w 728621"/>
              <a:gd name="csY52" fmla="*/ 404934 h 790881"/>
              <a:gd name="csX53" fmla="*/ 258311 w 728621"/>
              <a:gd name="csY53" fmla="*/ 343079 h 790881"/>
              <a:gd name="csX54" fmla="*/ 268026 w 728621"/>
              <a:gd name="csY54" fmla="*/ 348139 h 790881"/>
              <a:gd name="csX55" fmla="*/ 5222 w 728621"/>
              <a:gd name="csY55" fmla="*/ 202811 h 790881"/>
              <a:gd name="csX56" fmla="*/ 5222 w 728621"/>
              <a:gd name="csY56" fmla="*/ 392587 h 790881"/>
              <a:gd name="csX57" fmla="*/ 198399 w 728621"/>
              <a:gd name="csY57" fmla="*/ 101487 h 790881"/>
              <a:gd name="csX58" fmla="*/ 189088 w 728621"/>
              <a:gd name="csY58" fmla="*/ 101487 h 790881"/>
              <a:gd name="csX59" fmla="*/ 189088 w 728621"/>
              <a:gd name="csY59" fmla="*/ 99381 h 790881"/>
              <a:gd name="csX60" fmla="*/ 6922 w 728621"/>
              <a:gd name="csY60" fmla="*/ 199168 h 790881"/>
              <a:gd name="csX61" fmla="*/ 270455 w 728621"/>
              <a:gd name="csY61" fmla="*/ 344900 h 790881"/>
              <a:gd name="csX62" fmla="*/ 347572 w 728621"/>
              <a:gd name="csY62" fmla="*/ 369594 h 790881"/>
              <a:gd name="csX63" fmla="*/ 377002 w 728621"/>
              <a:gd name="csY63" fmla="*/ 369594 h 790881"/>
              <a:gd name="csX64" fmla="*/ 451244 w 728621"/>
              <a:gd name="csY64" fmla="*/ 348463 h 790881"/>
              <a:gd name="csX65" fmla="*/ 721052 w 728621"/>
              <a:gd name="csY65" fmla="*/ 199208 h 790881"/>
              <a:gd name="csX66" fmla="*/ 534109 w 728621"/>
              <a:gd name="csY66" fmla="*/ 97924 h 790881"/>
              <a:gd name="csX67" fmla="*/ 534109 w 728621"/>
              <a:gd name="csY67" fmla="*/ 101527 h 790881"/>
              <a:gd name="csX68" fmla="*/ 524799 w 728621"/>
              <a:gd name="csY68" fmla="*/ 101527 h 790881"/>
              <a:gd name="csX69" fmla="*/ 368784 w 728621"/>
              <a:gd name="csY69" fmla="*/ 45744 h 790881"/>
              <a:gd name="csX70" fmla="*/ 354818 w 728621"/>
              <a:gd name="csY70" fmla="*/ 45744 h 790881"/>
              <a:gd name="csX71" fmla="*/ 198399 w 728621"/>
              <a:gd name="csY71" fmla="*/ 101527 h 790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728621" h="790881">
                <a:moveTo>
                  <a:pt x="410966" y="26515"/>
                </a:moveTo>
                <a:lnTo>
                  <a:pt x="534150" y="92176"/>
                </a:lnTo>
                <a:lnTo>
                  <a:pt x="534150" y="93269"/>
                </a:lnTo>
                <a:lnTo>
                  <a:pt x="726841" y="197710"/>
                </a:lnTo>
                <a:lnTo>
                  <a:pt x="726841" y="394004"/>
                </a:lnTo>
                <a:lnTo>
                  <a:pt x="728622" y="395016"/>
                </a:lnTo>
                <a:lnTo>
                  <a:pt x="726841" y="493183"/>
                </a:lnTo>
                <a:lnTo>
                  <a:pt x="726841" y="593131"/>
                </a:lnTo>
                <a:lnTo>
                  <a:pt x="690934" y="612603"/>
                </a:lnTo>
                <a:lnTo>
                  <a:pt x="563661" y="689193"/>
                </a:lnTo>
                <a:lnTo>
                  <a:pt x="554148" y="686764"/>
                </a:lnTo>
                <a:lnTo>
                  <a:pt x="362024" y="790882"/>
                </a:lnTo>
                <a:lnTo>
                  <a:pt x="178199" y="690165"/>
                </a:lnTo>
                <a:lnTo>
                  <a:pt x="168280" y="691582"/>
                </a:lnTo>
                <a:lnTo>
                  <a:pt x="37040" y="612805"/>
                </a:lnTo>
                <a:lnTo>
                  <a:pt x="1174" y="593172"/>
                </a:lnTo>
                <a:lnTo>
                  <a:pt x="1174" y="460150"/>
                </a:lnTo>
                <a:lnTo>
                  <a:pt x="0" y="395664"/>
                </a:lnTo>
                <a:lnTo>
                  <a:pt x="1174" y="394976"/>
                </a:lnTo>
                <a:lnTo>
                  <a:pt x="1174" y="197710"/>
                </a:lnTo>
                <a:lnTo>
                  <a:pt x="189088" y="94767"/>
                </a:lnTo>
                <a:lnTo>
                  <a:pt x="189088" y="92176"/>
                </a:lnTo>
                <a:lnTo>
                  <a:pt x="348422" y="7449"/>
                </a:lnTo>
                <a:lnTo>
                  <a:pt x="362024" y="0"/>
                </a:lnTo>
                <a:lnTo>
                  <a:pt x="410966" y="26515"/>
                </a:lnTo>
                <a:close/>
                <a:moveTo>
                  <a:pt x="450435" y="353523"/>
                </a:moveTo>
                <a:lnTo>
                  <a:pt x="449909" y="353847"/>
                </a:lnTo>
                <a:lnTo>
                  <a:pt x="464563" y="346722"/>
                </a:lnTo>
                <a:lnTo>
                  <a:pt x="390725" y="404974"/>
                </a:lnTo>
                <a:lnTo>
                  <a:pt x="379593" y="426065"/>
                </a:lnTo>
                <a:lnTo>
                  <a:pt x="367084" y="485937"/>
                </a:lnTo>
                <a:lnTo>
                  <a:pt x="367084" y="783514"/>
                </a:lnTo>
                <a:lnTo>
                  <a:pt x="548359" y="685266"/>
                </a:lnTo>
                <a:lnTo>
                  <a:pt x="547995" y="685186"/>
                </a:lnTo>
                <a:lnTo>
                  <a:pt x="551273" y="670369"/>
                </a:lnTo>
                <a:lnTo>
                  <a:pt x="679154" y="573538"/>
                </a:lnTo>
                <a:lnTo>
                  <a:pt x="686117" y="561434"/>
                </a:lnTo>
                <a:lnTo>
                  <a:pt x="715830" y="398416"/>
                </a:lnTo>
                <a:lnTo>
                  <a:pt x="720485" y="390361"/>
                </a:lnTo>
                <a:lnTo>
                  <a:pt x="722752" y="391656"/>
                </a:lnTo>
                <a:lnTo>
                  <a:pt x="722752" y="202852"/>
                </a:lnTo>
                <a:lnTo>
                  <a:pt x="450354" y="353523"/>
                </a:lnTo>
                <a:close/>
                <a:moveTo>
                  <a:pt x="5222" y="392628"/>
                </a:moveTo>
                <a:lnTo>
                  <a:pt x="8096" y="390968"/>
                </a:lnTo>
                <a:lnTo>
                  <a:pt x="12751" y="399024"/>
                </a:lnTo>
                <a:lnTo>
                  <a:pt x="42465" y="562042"/>
                </a:lnTo>
                <a:lnTo>
                  <a:pt x="49468" y="574145"/>
                </a:lnTo>
                <a:lnTo>
                  <a:pt x="179048" y="677535"/>
                </a:lnTo>
                <a:lnTo>
                  <a:pt x="180223" y="686562"/>
                </a:lnTo>
                <a:lnTo>
                  <a:pt x="357004" y="783433"/>
                </a:lnTo>
                <a:lnTo>
                  <a:pt x="357004" y="489459"/>
                </a:lnTo>
                <a:lnTo>
                  <a:pt x="343766" y="426025"/>
                </a:lnTo>
                <a:lnTo>
                  <a:pt x="332634" y="404934"/>
                </a:lnTo>
                <a:lnTo>
                  <a:pt x="258311" y="343079"/>
                </a:lnTo>
                <a:lnTo>
                  <a:pt x="268026" y="348139"/>
                </a:lnTo>
                <a:lnTo>
                  <a:pt x="5222" y="202811"/>
                </a:lnTo>
                <a:lnTo>
                  <a:pt x="5222" y="392587"/>
                </a:lnTo>
                <a:close/>
                <a:moveTo>
                  <a:pt x="198399" y="101487"/>
                </a:moveTo>
                <a:lnTo>
                  <a:pt x="189088" y="101487"/>
                </a:lnTo>
                <a:lnTo>
                  <a:pt x="189088" y="99381"/>
                </a:lnTo>
                <a:lnTo>
                  <a:pt x="6922" y="199168"/>
                </a:lnTo>
                <a:lnTo>
                  <a:pt x="270455" y="344900"/>
                </a:lnTo>
                <a:lnTo>
                  <a:pt x="347572" y="369594"/>
                </a:lnTo>
                <a:lnTo>
                  <a:pt x="377002" y="369594"/>
                </a:lnTo>
                <a:lnTo>
                  <a:pt x="451244" y="348463"/>
                </a:lnTo>
                <a:lnTo>
                  <a:pt x="721052" y="199208"/>
                </a:lnTo>
                <a:lnTo>
                  <a:pt x="534109" y="97924"/>
                </a:lnTo>
                <a:lnTo>
                  <a:pt x="534109" y="101527"/>
                </a:lnTo>
                <a:lnTo>
                  <a:pt x="524799" y="101527"/>
                </a:lnTo>
                <a:lnTo>
                  <a:pt x="368784" y="45744"/>
                </a:lnTo>
                <a:lnTo>
                  <a:pt x="354818" y="45744"/>
                </a:lnTo>
                <a:lnTo>
                  <a:pt x="198399" y="101527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30" name="Large icon-6">
            <a:extLst>
              <a:ext uri="{FF2B5EF4-FFF2-40B4-BE49-F238E27FC236}">
                <a16:creationId xmlns:a16="http://schemas.microsoft.com/office/drawing/2014/main" id="{7DF9429C-F441-5159-8559-87E6F5858768}"/>
              </a:ext>
            </a:extLst>
          </p:cNvPr>
          <p:cNvSpPr/>
          <p:nvPr userDrawn="1"/>
        </p:nvSpPr>
        <p:spPr>
          <a:xfrm>
            <a:off x="6416641" y="4859845"/>
            <a:ext cx="1421354" cy="1420813"/>
          </a:xfrm>
          <a:custGeom>
            <a:avLst/>
            <a:gdLst>
              <a:gd name="csX0" fmla="*/ 336116 w 672029"/>
              <a:gd name="csY0" fmla="*/ 162 h 671948"/>
              <a:gd name="csX1" fmla="*/ 369715 w 672029"/>
              <a:gd name="csY1" fmla="*/ 33761 h 671948"/>
              <a:gd name="csX2" fmla="*/ 338140 w 672029"/>
              <a:gd name="csY2" fmla="*/ 67280 h 671948"/>
              <a:gd name="csX3" fmla="*/ 338140 w 672029"/>
              <a:gd name="csY3" fmla="*/ 270941 h 671948"/>
              <a:gd name="csX4" fmla="*/ 338788 w 672029"/>
              <a:gd name="csY4" fmla="*/ 271589 h 671948"/>
              <a:gd name="csX5" fmla="*/ 345993 w 672029"/>
              <a:gd name="csY5" fmla="*/ 312151 h 671948"/>
              <a:gd name="csX6" fmla="*/ 379795 w 672029"/>
              <a:gd name="csY6" fmla="*/ 288550 h 671948"/>
              <a:gd name="csX7" fmla="*/ 380726 w 672029"/>
              <a:gd name="csY7" fmla="*/ 288550 h 671948"/>
              <a:gd name="csX8" fmla="*/ 524718 w 672029"/>
              <a:gd name="csY8" fmla="*/ 144559 h 671948"/>
              <a:gd name="csX9" fmla="*/ 516258 w 672029"/>
              <a:gd name="csY9" fmla="*/ 122294 h 671948"/>
              <a:gd name="csX10" fmla="*/ 549857 w 672029"/>
              <a:gd name="csY10" fmla="*/ 88694 h 671948"/>
              <a:gd name="csX11" fmla="*/ 583456 w 672029"/>
              <a:gd name="csY11" fmla="*/ 122294 h 671948"/>
              <a:gd name="csX12" fmla="*/ 549857 w 672029"/>
              <a:gd name="csY12" fmla="*/ 155893 h 671948"/>
              <a:gd name="csX13" fmla="*/ 527592 w 672029"/>
              <a:gd name="csY13" fmla="*/ 147433 h 671948"/>
              <a:gd name="csX14" fmla="*/ 383600 w 672029"/>
              <a:gd name="csY14" fmla="*/ 291424 h 671948"/>
              <a:gd name="csX15" fmla="*/ 383600 w 672029"/>
              <a:gd name="csY15" fmla="*/ 292355 h 671948"/>
              <a:gd name="csX16" fmla="*/ 360000 w 672029"/>
              <a:gd name="csY16" fmla="*/ 326157 h 671948"/>
              <a:gd name="csX17" fmla="*/ 400562 w 672029"/>
              <a:gd name="csY17" fmla="*/ 333363 h 671948"/>
              <a:gd name="csX18" fmla="*/ 401250 w 672029"/>
              <a:gd name="csY18" fmla="*/ 334011 h 671948"/>
              <a:gd name="csX19" fmla="*/ 604911 w 672029"/>
              <a:gd name="csY19" fmla="*/ 334011 h 671948"/>
              <a:gd name="csX20" fmla="*/ 638430 w 672029"/>
              <a:gd name="csY20" fmla="*/ 302435 h 671948"/>
              <a:gd name="csX21" fmla="*/ 672029 w 672029"/>
              <a:gd name="csY21" fmla="*/ 336035 h 671948"/>
              <a:gd name="csX22" fmla="*/ 638430 w 672029"/>
              <a:gd name="csY22" fmla="*/ 369634 h 671948"/>
              <a:gd name="csX23" fmla="*/ 604911 w 672029"/>
              <a:gd name="csY23" fmla="*/ 338059 h 671948"/>
              <a:gd name="csX24" fmla="*/ 401250 w 672029"/>
              <a:gd name="csY24" fmla="*/ 338059 h 671948"/>
              <a:gd name="csX25" fmla="*/ 400562 w 672029"/>
              <a:gd name="csY25" fmla="*/ 338706 h 671948"/>
              <a:gd name="csX26" fmla="*/ 360000 w 672029"/>
              <a:gd name="csY26" fmla="*/ 345912 h 671948"/>
              <a:gd name="csX27" fmla="*/ 383560 w 672029"/>
              <a:gd name="csY27" fmla="*/ 379714 h 671948"/>
              <a:gd name="csX28" fmla="*/ 383560 w 672029"/>
              <a:gd name="csY28" fmla="*/ 380686 h 671948"/>
              <a:gd name="csX29" fmla="*/ 527552 w 672029"/>
              <a:gd name="csY29" fmla="*/ 524677 h 671948"/>
              <a:gd name="csX30" fmla="*/ 549816 w 672029"/>
              <a:gd name="csY30" fmla="*/ 516217 h 671948"/>
              <a:gd name="csX31" fmla="*/ 583416 w 672029"/>
              <a:gd name="csY31" fmla="*/ 549816 h 671948"/>
              <a:gd name="csX32" fmla="*/ 549816 w 672029"/>
              <a:gd name="csY32" fmla="*/ 583416 h 671948"/>
              <a:gd name="csX33" fmla="*/ 516217 w 672029"/>
              <a:gd name="csY33" fmla="*/ 549816 h 671948"/>
              <a:gd name="csX34" fmla="*/ 524677 w 672029"/>
              <a:gd name="csY34" fmla="*/ 527552 h 671948"/>
              <a:gd name="csX35" fmla="*/ 380645 w 672029"/>
              <a:gd name="csY35" fmla="*/ 383519 h 671948"/>
              <a:gd name="csX36" fmla="*/ 379714 w 672029"/>
              <a:gd name="csY36" fmla="*/ 383519 h 671948"/>
              <a:gd name="csX37" fmla="*/ 345912 w 672029"/>
              <a:gd name="csY37" fmla="*/ 359919 h 671948"/>
              <a:gd name="csX38" fmla="*/ 338666 w 672029"/>
              <a:gd name="csY38" fmla="*/ 400521 h 671948"/>
              <a:gd name="csX39" fmla="*/ 338018 w 672029"/>
              <a:gd name="csY39" fmla="*/ 401169 h 671948"/>
              <a:gd name="csX40" fmla="*/ 338018 w 672029"/>
              <a:gd name="csY40" fmla="*/ 604830 h 671948"/>
              <a:gd name="csX41" fmla="*/ 369594 w 672029"/>
              <a:gd name="csY41" fmla="*/ 638349 h 671948"/>
              <a:gd name="csX42" fmla="*/ 335994 w 672029"/>
              <a:gd name="csY42" fmla="*/ 671948 h 671948"/>
              <a:gd name="csX43" fmla="*/ 302395 w 672029"/>
              <a:gd name="csY43" fmla="*/ 638349 h 671948"/>
              <a:gd name="csX44" fmla="*/ 333970 w 672029"/>
              <a:gd name="csY44" fmla="*/ 604830 h 671948"/>
              <a:gd name="csX45" fmla="*/ 333970 w 672029"/>
              <a:gd name="csY45" fmla="*/ 401169 h 671948"/>
              <a:gd name="csX46" fmla="*/ 333282 w 672029"/>
              <a:gd name="csY46" fmla="*/ 400521 h 671948"/>
              <a:gd name="csX47" fmla="*/ 326036 w 672029"/>
              <a:gd name="csY47" fmla="*/ 359959 h 671948"/>
              <a:gd name="csX48" fmla="*/ 292234 w 672029"/>
              <a:gd name="csY48" fmla="*/ 383519 h 671948"/>
              <a:gd name="csX49" fmla="*/ 291303 w 672029"/>
              <a:gd name="csY49" fmla="*/ 383519 h 671948"/>
              <a:gd name="csX50" fmla="*/ 147271 w 672029"/>
              <a:gd name="csY50" fmla="*/ 527552 h 671948"/>
              <a:gd name="csX51" fmla="*/ 155732 w 672029"/>
              <a:gd name="csY51" fmla="*/ 549816 h 671948"/>
              <a:gd name="csX52" fmla="*/ 122132 w 672029"/>
              <a:gd name="csY52" fmla="*/ 583416 h 671948"/>
              <a:gd name="csX53" fmla="*/ 88532 w 672029"/>
              <a:gd name="csY53" fmla="*/ 549816 h 671948"/>
              <a:gd name="csX54" fmla="*/ 122132 w 672029"/>
              <a:gd name="csY54" fmla="*/ 516217 h 671948"/>
              <a:gd name="csX55" fmla="*/ 144397 w 672029"/>
              <a:gd name="csY55" fmla="*/ 524677 h 671948"/>
              <a:gd name="csX56" fmla="*/ 288429 w 672029"/>
              <a:gd name="csY56" fmla="*/ 380645 h 671948"/>
              <a:gd name="csX57" fmla="*/ 288429 w 672029"/>
              <a:gd name="csY57" fmla="*/ 379714 h 671948"/>
              <a:gd name="csX58" fmla="*/ 311989 w 672029"/>
              <a:gd name="csY58" fmla="*/ 345912 h 671948"/>
              <a:gd name="csX59" fmla="*/ 271427 w 672029"/>
              <a:gd name="csY59" fmla="*/ 338706 h 671948"/>
              <a:gd name="csX60" fmla="*/ 270779 w 672029"/>
              <a:gd name="csY60" fmla="*/ 338059 h 671948"/>
              <a:gd name="csX61" fmla="*/ 67118 w 672029"/>
              <a:gd name="csY61" fmla="*/ 338059 h 671948"/>
              <a:gd name="csX62" fmla="*/ 33599 w 672029"/>
              <a:gd name="csY62" fmla="*/ 369634 h 671948"/>
              <a:gd name="csX63" fmla="*/ 0 w 672029"/>
              <a:gd name="csY63" fmla="*/ 336035 h 671948"/>
              <a:gd name="csX64" fmla="*/ 33599 w 672029"/>
              <a:gd name="csY64" fmla="*/ 302435 h 671948"/>
              <a:gd name="csX65" fmla="*/ 67118 w 672029"/>
              <a:gd name="csY65" fmla="*/ 334011 h 671948"/>
              <a:gd name="csX66" fmla="*/ 270779 w 672029"/>
              <a:gd name="csY66" fmla="*/ 334011 h 671948"/>
              <a:gd name="csX67" fmla="*/ 271427 w 672029"/>
              <a:gd name="csY67" fmla="*/ 333363 h 671948"/>
              <a:gd name="csX68" fmla="*/ 311989 w 672029"/>
              <a:gd name="csY68" fmla="*/ 326117 h 671948"/>
              <a:gd name="csX69" fmla="*/ 288388 w 672029"/>
              <a:gd name="csY69" fmla="*/ 292315 h 671948"/>
              <a:gd name="csX70" fmla="*/ 288388 w 672029"/>
              <a:gd name="csY70" fmla="*/ 291384 h 671948"/>
              <a:gd name="csX71" fmla="*/ 144356 w 672029"/>
              <a:gd name="csY71" fmla="*/ 147352 h 671948"/>
              <a:gd name="csX72" fmla="*/ 122092 w 672029"/>
              <a:gd name="csY72" fmla="*/ 155812 h 671948"/>
              <a:gd name="csX73" fmla="*/ 88492 w 672029"/>
              <a:gd name="csY73" fmla="*/ 122213 h 671948"/>
              <a:gd name="csX74" fmla="*/ 122092 w 672029"/>
              <a:gd name="csY74" fmla="*/ 88613 h 671948"/>
              <a:gd name="csX75" fmla="*/ 155691 w 672029"/>
              <a:gd name="csY75" fmla="*/ 122213 h 671948"/>
              <a:gd name="csX76" fmla="*/ 147230 w 672029"/>
              <a:gd name="csY76" fmla="*/ 144478 h 671948"/>
              <a:gd name="csX77" fmla="*/ 291222 w 672029"/>
              <a:gd name="csY77" fmla="*/ 288469 h 671948"/>
              <a:gd name="csX78" fmla="*/ 292194 w 672029"/>
              <a:gd name="csY78" fmla="*/ 288469 h 671948"/>
              <a:gd name="csX79" fmla="*/ 325996 w 672029"/>
              <a:gd name="csY79" fmla="*/ 312029 h 671948"/>
              <a:gd name="csX80" fmla="*/ 333201 w 672029"/>
              <a:gd name="csY80" fmla="*/ 271467 h 671948"/>
              <a:gd name="csX81" fmla="*/ 333889 w 672029"/>
              <a:gd name="csY81" fmla="*/ 270779 h 671948"/>
              <a:gd name="csX82" fmla="*/ 333889 w 672029"/>
              <a:gd name="csY82" fmla="*/ 67118 h 671948"/>
              <a:gd name="csX83" fmla="*/ 302314 w 672029"/>
              <a:gd name="csY83" fmla="*/ 33599 h 671948"/>
              <a:gd name="csX84" fmla="*/ 335913 w 672029"/>
              <a:gd name="csY84" fmla="*/ 0 h 6719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</a:cxnLst>
            <a:rect l="l" t="t" r="r" b="b"/>
            <a:pathLst>
              <a:path w="672029" h="671948">
                <a:moveTo>
                  <a:pt x="336116" y="162"/>
                </a:moveTo>
                <a:cubicBezTo>
                  <a:pt x="354656" y="162"/>
                  <a:pt x="369715" y="15180"/>
                  <a:pt x="369715" y="33761"/>
                </a:cubicBezTo>
                <a:cubicBezTo>
                  <a:pt x="369715" y="52342"/>
                  <a:pt x="355749" y="66227"/>
                  <a:pt x="338140" y="67280"/>
                </a:cubicBezTo>
                <a:lnTo>
                  <a:pt x="338140" y="270941"/>
                </a:lnTo>
                <a:lnTo>
                  <a:pt x="338788" y="271589"/>
                </a:lnTo>
                <a:lnTo>
                  <a:pt x="345993" y="312151"/>
                </a:lnTo>
                <a:lnTo>
                  <a:pt x="379795" y="288550"/>
                </a:lnTo>
                <a:lnTo>
                  <a:pt x="380726" y="288550"/>
                </a:lnTo>
                <a:lnTo>
                  <a:pt x="524718" y="144559"/>
                </a:lnTo>
                <a:cubicBezTo>
                  <a:pt x="519455" y="138648"/>
                  <a:pt x="516258" y="130835"/>
                  <a:pt x="516258" y="122294"/>
                </a:cubicBezTo>
                <a:cubicBezTo>
                  <a:pt x="516258" y="103753"/>
                  <a:pt x="531316" y="88694"/>
                  <a:pt x="549857" y="88694"/>
                </a:cubicBezTo>
                <a:cubicBezTo>
                  <a:pt x="568397" y="88694"/>
                  <a:pt x="583456" y="103713"/>
                  <a:pt x="583456" y="122294"/>
                </a:cubicBezTo>
                <a:cubicBezTo>
                  <a:pt x="583456" y="140875"/>
                  <a:pt x="568438" y="155893"/>
                  <a:pt x="549857" y="155893"/>
                </a:cubicBezTo>
                <a:cubicBezTo>
                  <a:pt x="541315" y="155893"/>
                  <a:pt x="533503" y="152695"/>
                  <a:pt x="527592" y="147433"/>
                </a:cubicBezTo>
                <a:lnTo>
                  <a:pt x="383600" y="291424"/>
                </a:lnTo>
                <a:lnTo>
                  <a:pt x="383600" y="292355"/>
                </a:lnTo>
                <a:lnTo>
                  <a:pt x="360000" y="326157"/>
                </a:lnTo>
                <a:lnTo>
                  <a:pt x="400562" y="333363"/>
                </a:lnTo>
                <a:lnTo>
                  <a:pt x="401250" y="334011"/>
                </a:lnTo>
                <a:lnTo>
                  <a:pt x="604911" y="334011"/>
                </a:lnTo>
                <a:cubicBezTo>
                  <a:pt x="605964" y="316401"/>
                  <a:pt x="620578" y="302435"/>
                  <a:pt x="638430" y="302435"/>
                </a:cubicBezTo>
                <a:cubicBezTo>
                  <a:pt x="656282" y="302435"/>
                  <a:pt x="672029" y="317494"/>
                  <a:pt x="672029" y="336035"/>
                </a:cubicBezTo>
                <a:cubicBezTo>
                  <a:pt x="672029" y="354575"/>
                  <a:pt x="657011" y="369634"/>
                  <a:pt x="638430" y="369634"/>
                </a:cubicBezTo>
                <a:cubicBezTo>
                  <a:pt x="619849" y="369634"/>
                  <a:pt x="605964" y="355668"/>
                  <a:pt x="604911" y="338059"/>
                </a:cubicBezTo>
                <a:lnTo>
                  <a:pt x="401250" y="338059"/>
                </a:lnTo>
                <a:lnTo>
                  <a:pt x="400562" y="338706"/>
                </a:lnTo>
                <a:lnTo>
                  <a:pt x="360000" y="345912"/>
                </a:lnTo>
                <a:lnTo>
                  <a:pt x="383560" y="379714"/>
                </a:lnTo>
                <a:lnTo>
                  <a:pt x="383560" y="380686"/>
                </a:lnTo>
                <a:lnTo>
                  <a:pt x="527552" y="524677"/>
                </a:lnTo>
                <a:cubicBezTo>
                  <a:pt x="533462" y="519415"/>
                  <a:pt x="541275" y="516217"/>
                  <a:pt x="549816" y="516217"/>
                </a:cubicBezTo>
                <a:cubicBezTo>
                  <a:pt x="568357" y="516217"/>
                  <a:pt x="583416" y="531235"/>
                  <a:pt x="583416" y="549816"/>
                </a:cubicBezTo>
                <a:cubicBezTo>
                  <a:pt x="583416" y="568397"/>
                  <a:pt x="568397" y="583416"/>
                  <a:pt x="549816" y="583416"/>
                </a:cubicBezTo>
                <a:cubicBezTo>
                  <a:pt x="531235" y="583416"/>
                  <a:pt x="516217" y="568397"/>
                  <a:pt x="516217" y="549816"/>
                </a:cubicBezTo>
                <a:cubicBezTo>
                  <a:pt x="516217" y="541275"/>
                  <a:pt x="519415" y="533462"/>
                  <a:pt x="524677" y="527552"/>
                </a:cubicBezTo>
                <a:lnTo>
                  <a:pt x="380645" y="383519"/>
                </a:lnTo>
                <a:lnTo>
                  <a:pt x="379714" y="383519"/>
                </a:lnTo>
                <a:lnTo>
                  <a:pt x="345912" y="359919"/>
                </a:lnTo>
                <a:lnTo>
                  <a:pt x="338666" y="400521"/>
                </a:lnTo>
                <a:lnTo>
                  <a:pt x="338018" y="401169"/>
                </a:lnTo>
                <a:lnTo>
                  <a:pt x="338018" y="604830"/>
                </a:lnTo>
                <a:cubicBezTo>
                  <a:pt x="355628" y="605883"/>
                  <a:pt x="369594" y="620497"/>
                  <a:pt x="369594" y="638349"/>
                </a:cubicBezTo>
                <a:cubicBezTo>
                  <a:pt x="369594" y="656201"/>
                  <a:pt x="354535" y="671948"/>
                  <a:pt x="335994" y="671948"/>
                </a:cubicBezTo>
                <a:cubicBezTo>
                  <a:pt x="317454" y="671948"/>
                  <a:pt x="302395" y="656930"/>
                  <a:pt x="302395" y="638349"/>
                </a:cubicBezTo>
                <a:cubicBezTo>
                  <a:pt x="302395" y="619768"/>
                  <a:pt x="316361" y="605883"/>
                  <a:pt x="333970" y="604830"/>
                </a:cubicBezTo>
                <a:lnTo>
                  <a:pt x="333970" y="401169"/>
                </a:lnTo>
                <a:lnTo>
                  <a:pt x="333282" y="400521"/>
                </a:lnTo>
                <a:lnTo>
                  <a:pt x="326036" y="359959"/>
                </a:lnTo>
                <a:lnTo>
                  <a:pt x="292234" y="383519"/>
                </a:lnTo>
                <a:lnTo>
                  <a:pt x="291303" y="383519"/>
                </a:lnTo>
                <a:lnTo>
                  <a:pt x="147271" y="527552"/>
                </a:lnTo>
                <a:cubicBezTo>
                  <a:pt x="152533" y="533462"/>
                  <a:pt x="155732" y="541275"/>
                  <a:pt x="155732" y="549816"/>
                </a:cubicBezTo>
                <a:cubicBezTo>
                  <a:pt x="155732" y="568357"/>
                  <a:pt x="140713" y="583416"/>
                  <a:pt x="122132" y="583416"/>
                </a:cubicBezTo>
                <a:cubicBezTo>
                  <a:pt x="103551" y="583416"/>
                  <a:pt x="88532" y="568397"/>
                  <a:pt x="88532" y="549816"/>
                </a:cubicBezTo>
                <a:cubicBezTo>
                  <a:pt x="88532" y="531235"/>
                  <a:pt x="103551" y="516217"/>
                  <a:pt x="122132" y="516217"/>
                </a:cubicBezTo>
                <a:cubicBezTo>
                  <a:pt x="130674" y="516217"/>
                  <a:pt x="138486" y="519415"/>
                  <a:pt x="144397" y="524677"/>
                </a:cubicBezTo>
                <a:lnTo>
                  <a:pt x="288429" y="380645"/>
                </a:lnTo>
                <a:lnTo>
                  <a:pt x="288429" y="379714"/>
                </a:lnTo>
                <a:lnTo>
                  <a:pt x="311989" y="345912"/>
                </a:lnTo>
                <a:lnTo>
                  <a:pt x="271427" y="338706"/>
                </a:lnTo>
                <a:lnTo>
                  <a:pt x="270779" y="338059"/>
                </a:lnTo>
                <a:lnTo>
                  <a:pt x="67118" y="338059"/>
                </a:lnTo>
                <a:cubicBezTo>
                  <a:pt x="66065" y="355668"/>
                  <a:pt x="51452" y="369634"/>
                  <a:pt x="33599" y="369634"/>
                </a:cubicBezTo>
                <a:cubicBezTo>
                  <a:pt x="15747" y="369634"/>
                  <a:pt x="0" y="354616"/>
                  <a:pt x="0" y="336035"/>
                </a:cubicBezTo>
                <a:cubicBezTo>
                  <a:pt x="0" y="317454"/>
                  <a:pt x="15019" y="302435"/>
                  <a:pt x="33599" y="302435"/>
                </a:cubicBezTo>
                <a:cubicBezTo>
                  <a:pt x="51492" y="302435"/>
                  <a:pt x="66065" y="316401"/>
                  <a:pt x="67118" y="334011"/>
                </a:cubicBezTo>
                <a:lnTo>
                  <a:pt x="270779" y="334011"/>
                </a:lnTo>
                <a:lnTo>
                  <a:pt x="271427" y="333363"/>
                </a:lnTo>
                <a:lnTo>
                  <a:pt x="311989" y="326117"/>
                </a:lnTo>
                <a:lnTo>
                  <a:pt x="288388" y="292315"/>
                </a:lnTo>
                <a:lnTo>
                  <a:pt x="288388" y="291384"/>
                </a:lnTo>
                <a:lnTo>
                  <a:pt x="144356" y="147352"/>
                </a:lnTo>
                <a:cubicBezTo>
                  <a:pt x="138446" y="152614"/>
                  <a:pt x="130633" y="155812"/>
                  <a:pt x="122092" y="155812"/>
                </a:cubicBezTo>
                <a:cubicBezTo>
                  <a:pt x="103551" y="155812"/>
                  <a:pt x="88492" y="140753"/>
                  <a:pt x="88492" y="122213"/>
                </a:cubicBezTo>
                <a:cubicBezTo>
                  <a:pt x="88492" y="103672"/>
                  <a:pt x="103511" y="88613"/>
                  <a:pt x="122092" y="88613"/>
                </a:cubicBezTo>
                <a:cubicBezTo>
                  <a:pt x="140672" y="88613"/>
                  <a:pt x="155691" y="103632"/>
                  <a:pt x="155691" y="122213"/>
                </a:cubicBezTo>
                <a:cubicBezTo>
                  <a:pt x="155691" y="130754"/>
                  <a:pt x="152493" y="138567"/>
                  <a:pt x="147230" y="144478"/>
                </a:cubicBezTo>
                <a:lnTo>
                  <a:pt x="291222" y="288469"/>
                </a:lnTo>
                <a:lnTo>
                  <a:pt x="292194" y="288469"/>
                </a:lnTo>
                <a:lnTo>
                  <a:pt x="325996" y="312029"/>
                </a:lnTo>
                <a:lnTo>
                  <a:pt x="333201" y="271467"/>
                </a:lnTo>
                <a:lnTo>
                  <a:pt x="333889" y="270779"/>
                </a:lnTo>
                <a:lnTo>
                  <a:pt x="333889" y="67118"/>
                </a:lnTo>
                <a:cubicBezTo>
                  <a:pt x="316280" y="66065"/>
                  <a:pt x="302314" y="51452"/>
                  <a:pt x="302314" y="33599"/>
                </a:cubicBezTo>
                <a:cubicBezTo>
                  <a:pt x="302314" y="15747"/>
                  <a:pt x="317373" y="0"/>
                  <a:pt x="335913" y="0"/>
                </a:cubicBez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29" name="Large icon-5">
            <a:extLst>
              <a:ext uri="{FF2B5EF4-FFF2-40B4-BE49-F238E27FC236}">
                <a16:creationId xmlns:a16="http://schemas.microsoft.com/office/drawing/2014/main" id="{AA8EF32C-69A3-2A2A-DFAF-A16598C53007}"/>
              </a:ext>
            </a:extLst>
          </p:cNvPr>
          <p:cNvSpPr/>
          <p:nvPr userDrawn="1"/>
        </p:nvSpPr>
        <p:spPr>
          <a:xfrm>
            <a:off x="6486291" y="3121295"/>
            <a:ext cx="1282054" cy="1284629"/>
          </a:xfrm>
          <a:custGeom>
            <a:avLst/>
            <a:gdLst>
              <a:gd name="csX0" fmla="*/ 187874 w 606166"/>
              <a:gd name="csY0" fmla="*/ 184999 h 607542"/>
              <a:gd name="csX1" fmla="*/ 194512 w 606166"/>
              <a:gd name="csY1" fmla="*/ 184999 h 607542"/>
              <a:gd name="csX2" fmla="*/ 337411 w 606166"/>
              <a:gd name="csY2" fmla="*/ 296647 h 607542"/>
              <a:gd name="csX3" fmla="*/ 337411 w 606166"/>
              <a:gd name="csY3" fmla="*/ 310896 h 607542"/>
              <a:gd name="csX4" fmla="*/ 194512 w 606166"/>
              <a:gd name="csY4" fmla="*/ 422543 h 607542"/>
              <a:gd name="csX5" fmla="*/ 187874 w 606166"/>
              <a:gd name="csY5" fmla="*/ 422543 h 607542"/>
              <a:gd name="csX6" fmla="*/ 2874 w 606166"/>
              <a:gd name="csY6" fmla="*/ 607542 h 607542"/>
              <a:gd name="csX7" fmla="*/ 0 w 606166"/>
              <a:gd name="csY7" fmla="*/ 604668 h 607542"/>
              <a:gd name="csX8" fmla="*/ 184999 w 606166"/>
              <a:gd name="csY8" fmla="*/ 419669 h 607542"/>
              <a:gd name="csX9" fmla="*/ 184999 w 606166"/>
              <a:gd name="csY9" fmla="*/ 413030 h 607542"/>
              <a:gd name="csX10" fmla="*/ 256287 w 606166"/>
              <a:gd name="csY10" fmla="*/ 310896 h 607542"/>
              <a:gd name="csX11" fmla="*/ 256287 w 606166"/>
              <a:gd name="csY11" fmla="*/ 296647 h 607542"/>
              <a:gd name="csX12" fmla="*/ 184999 w 606166"/>
              <a:gd name="csY12" fmla="*/ 194512 h 607542"/>
              <a:gd name="csX13" fmla="*/ 184999 w 606166"/>
              <a:gd name="csY13" fmla="*/ 187873 h 607542"/>
              <a:gd name="csX14" fmla="*/ 0 w 606166"/>
              <a:gd name="csY14" fmla="*/ 2874 h 607542"/>
              <a:gd name="csX15" fmla="*/ 2874 w 606166"/>
              <a:gd name="csY15" fmla="*/ 0 h 607542"/>
              <a:gd name="csX16" fmla="*/ 187874 w 606166"/>
              <a:gd name="csY16" fmla="*/ 184999 h 607542"/>
              <a:gd name="csX17" fmla="*/ 456628 w 606166"/>
              <a:gd name="csY17" fmla="*/ 184999 h 607542"/>
              <a:gd name="csX18" fmla="*/ 463267 w 606166"/>
              <a:gd name="csY18" fmla="*/ 184999 h 607542"/>
              <a:gd name="csX19" fmla="*/ 606166 w 606166"/>
              <a:gd name="csY19" fmla="*/ 296647 h 607542"/>
              <a:gd name="csX20" fmla="*/ 606166 w 606166"/>
              <a:gd name="csY20" fmla="*/ 310896 h 607542"/>
              <a:gd name="csX21" fmla="*/ 463267 w 606166"/>
              <a:gd name="csY21" fmla="*/ 422543 h 607542"/>
              <a:gd name="csX22" fmla="*/ 456628 w 606166"/>
              <a:gd name="csY22" fmla="*/ 422543 h 607542"/>
              <a:gd name="csX23" fmla="*/ 271629 w 606166"/>
              <a:gd name="csY23" fmla="*/ 607542 h 607542"/>
              <a:gd name="csX24" fmla="*/ 268755 w 606166"/>
              <a:gd name="csY24" fmla="*/ 604668 h 607542"/>
              <a:gd name="csX25" fmla="*/ 453754 w 606166"/>
              <a:gd name="csY25" fmla="*/ 419669 h 607542"/>
              <a:gd name="csX26" fmla="*/ 453754 w 606166"/>
              <a:gd name="csY26" fmla="*/ 413030 h 607542"/>
              <a:gd name="csX27" fmla="*/ 525042 w 606166"/>
              <a:gd name="csY27" fmla="*/ 310896 h 607542"/>
              <a:gd name="csX28" fmla="*/ 525042 w 606166"/>
              <a:gd name="csY28" fmla="*/ 296647 h 607542"/>
              <a:gd name="csX29" fmla="*/ 453754 w 606166"/>
              <a:gd name="csY29" fmla="*/ 194512 h 607542"/>
              <a:gd name="csX30" fmla="*/ 453754 w 606166"/>
              <a:gd name="csY30" fmla="*/ 187873 h 607542"/>
              <a:gd name="csX31" fmla="*/ 268755 w 606166"/>
              <a:gd name="csY31" fmla="*/ 2874 h 607542"/>
              <a:gd name="csX32" fmla="*/ 271629 w 606166"/>
              <a:gd name="csY32" fmla="*/ 0 h 607542"/>
              <a:gd name="csX33" fmla="*/ 456628 w 606166"/>
              <a:gd name="csY33" fmla="*/ 184999 h 607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606166" h="607542">
                <a:moveTo>
                  <a:pt x="187874" y="184999"/>
                </a:moveTo>
                <a:lnTo>
                  <a:pt x="194512" y="184999"/>
                </a:lnTo>
                <a:lnTo>
                  <a:pt x="337411" y="296647"/>
                </a:lnTo>
                <a:lnTo>
                  <a:pt x="337411" y="310896"/>
                </a:lnTo>
                <a:lnTo>
                  <a:pt x="194512" y="422543"/>
                </a:lnTo>
                <a:lnTo>
                  <a:pt x="187874" y="422543"/>
                </a:lnTo>
                <a:lnTo>
                  <a:pt x="2874" y="607542"/>
                </a:lnTo>
                <a:lnTo>
                  <a:pt x="0" y="604668"/>
                </a:lnTo>
                <a:lnTo>
                  <a:pt x="184999" y="419669"/>
                </a:lnTo>
                <a:lnTo>
                  <a:pt x="184999" y="413030"/>
                </a:lnTo>
                <a:lnTo>
                  <a:pt x="256287" y="310896"/>
                </a:lnTo>
                <a:lnTo>
                  <a:pt x="256287" y="296647"/>
                </a:lnTo>
                <a:lnTo>
                  <a:pt x="184999" y="194512"/>
                </a:lnTo>
                <a:lnTo>
                  <a:pt x="184999" y="187873"/>
                </a:lnTo>
                <a:lnTo>
                  <a:pt x="0" y="2874"/>
                </a:lnTo>
                <a:lnTo>
                  <a:pt x="2874" y="0"/>
                </a:lnTo>
                <a:lnTo>
                  <a:pt x="187874" y="184999"/>
                </a:lnTo>
                <a:close/>
                <a:moveTo>
                  <a:pt x="456628" y="184999"/>
                </a:moveTo>
                <a:lnTo>
                  <a:pt x="463267" y="184999"/>
                </a:lnTo>
                <a:lnTo>
                  <a:pt x="606166" y="296647"/>
                </a:lnTo>
                <a:lnTo>
                  <a:pt x="606166" y="310896"/>
                </a:lnTo>
                <a:lnTo>
                  <a:pt x="463267" y="422543"/>
                </a:lnTo>
                <a:lnTo>
                  <a:pt x="456628" y="422543"/>
                </a:lnTo>
                <a:lnTo>
                  <a:pt x="271629" y="607542"/>
                </a:lnTo>
                <a:lnTo>
                  <a:pt x="268755" y="604668"/>
                </a:lnTo>
                <a:lnTo>
                  <a:pt x="453754" y="419669"/>
                </a:lnTo>
                <a:lnTo>
                  <a:pt x="453754" y="413030"/>
                </a:lnTo>
                <a:lnTo>
                  <a:pt x="525042" y="310896"/>
                </a:lnTo>
                <a:lnTo>
                  <a:pt x="525042" y="296647"/>
                </a:lnTo>
                <a:lnTo>
                  <a:pt x="453754" y="194512"/>
                </a:lnTo>
                <a:lnTo>
                  <a:pt x="453754" y="187873"/>
                </a:lnTo>
                <a:lnTo>
                  <a:pt x="268755" y="2874"/>
                </a:lnTo>
                <a:lnTo>
                  <a:pt x="271629" y="0"/>
                </a:lnTo>
                <a:lnTo>
                  <a:pt x="456628" y="184999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3" name="Large icon-4">
            <a:extLst>
              <a:ext uri="{FF2B5EF4-FFF2-40B4-BE49-F238E27FC236}">
                <a16:creationId xmlns:a16="http://schemas.microsoft.com/office/drawing/2014/main" id="{18E6A9D6-54CA-274F-5336-4360B0E7CDF9}"/>
              </a:ext>
            </a:extLst>
          </p:cNvPr>
          <p:cNvSpPr/>
          <p:nvPr userDrawn="1"/>
        </p:nvSpPr>
        <p:spPr>
          <a:xfrm>
            <a:off x="6426488" y="1319441"/>
            <a:ext cx="1401662" cy="1405577"/>
          </a:xfrm>
          <a:custGeom>
            <a:avLst/>
            <a:gdLst>
              <a:gd name="csX0" fmla="*/ 660694 w 662718"/>
              <a:gd name="csY0" fmla="*/ 2874 h 664742"/>
              <a:gd name="csX1" fmla="*/ 449504 w 662718"/>
              <a:gd name="csY1" fmla="*/ 214713 h 664742"/>
              <a:gd name="csX2" fmla="*/ 449504 w 662718"/>
              <a:gd name="csY2" fmla="*/ 223497 h 664742"/>
              <a:gd name="csX3" fmla="*/ 378257 w 662718"/>
              <a:gd name="csY3" fmla="*/ 325631 h 664742"/>
              <a:gd name="csX4" fmla="*/ 378257 w 662718"/>
              <a:gd name="csY4" fmla="*/ 339881 h 664742"/>
              <a:gd name="csX5" fmla="*/ 449504 w 662718"/>
              <a:gd name="csY5" fmla="*/ 442015 h 664742"/>
              <a:gd name="csX6" fmla="*/ 449504 w 662718"/>
              <a:gd name="csY6" fmla="*/ 448654 h 664742"/>
              <a:gd name="csX7" fmla="*/ 662718 w 662718"/>
              <a:gd name="csY7" fmla="*/ 661868 h 664742"/>
              <a:gd name="csX8" fmla="*/ 659844 w 662718"/>
              <a:gd name="csY8" fmla="*/ 664743 h 664742"/>
              <a:gd name="csX9" fmla="*/ 446629 w 662718"/>
              <a:gd name="csY9" fmla="*/ 451528 h 664742"/>
              <a:gd name="csX10" fmla="*/ 439991 w 662718"/>
              <a:gd name="csY10" fmla="*/ 451528 h 664742"/>
              <a:gd name="csX11" fmla="*/ 337856 w 662718"/>
              <a:gd name="csY11" fmla="*/ 380240 h 664742"/>
              <a:gd name="csX12" fmla="*/ 323607 w 662718"/>
              <a:gd name="csY12" fmla="*/ 380240 h 664742"/>
              <a:gd name="csX13" fmla="*/ 221473 w 662718"/>
              <a:gd name="csY13" fmla="*/ 451528 h 664742"/>
              <a:gd name="csX14" fmla="*/ 213417 w 662718"/>
              <a:gd name="csY14" fmla="*/ 451528 h 664742"/>
              <a:gd name="csX15" fmla="*/ 2874 w 662718"/>
              <a:gd name="csY15" fmla="*/ 662718 h 664742"/>
              <a:gd name="csX16" fmla="*/ 0 w 662718"/>
              <a:gd name="csY16" fmla="*/ 659844 h 664742"/>
              <a:gd name="csX17" fmla="*/ 211919 w 662718"/>
              <a:gd name="csY17" fmla="*/ 447237 h 664742"/>
              <a:gd name="csX18" fmla="*/ 211919 w 662718"/>
              <a:gd name="csY18" fmla="*/ 441974 h 664742"/>
              <a:gd name="csX19" fmla="*/ 283207 w 662718"/>
              <a:gd name="csY19" fmla="*/ 339840 h 664742"/>
              <a:gd name="csX20" fmla="*/ 283207 w 662718"/>
              <a:gd name="csY20" fmla="*/ 325591 h 664742"/>
              <a:gd name="csX21" fmla="*/ 211919 w 662718"/>
              <a:gd name="csY21" fmla="*/ 223456 h 664742"/>
              <a:gd name="csX22" fmla="*/ 211919 w 662718"/>
              <a:gd name="csY22" fmla="*/ 216818 h 664742"/>
              <a:gd name="csX23" fmla="*/ 0 w 662718"/>
              <a:gd name="csY23" fmla="*/ 4898 h 664742"/>
              <a:gd name="csX24" fmla="*/ 2874 w 662718"/>
              <a:gd name="csY24" fmla="*/ 2024 h 664742"/>
              <a:gd name="csX25" fmla="*/ 214794 w 662718"/>
              <a:gd name="csY25" fmla="*/ 213943 h 664742"/>
              <a:gd name="csX26" fmla="*/ 221432 w 662718"/>
              <a:gd name="csY26" fmla="*/ 213943 h 664742"/>
              <a:gd name="csX27" fmla="*/ 323567 w 662718"/>
              <a:gd name="csY27" fmla="*/ 285231 h 664742"/>
              <a:gd name="csX28" fmla="*/ 337816 w 662718"/>
              <a:gd name="csY28" fmla="*/ 285231 h 664742"/>
              <a:gd name="csX29" fmla="*/ 439950 w 662718"/>
              <a:gd name="csY29" fmla="*/ 213943 h 664742"/>
              <a:gd name="csX30" fmla="*/ 444484 w 662718"/>
              <a:gd name="csY30" fmla="*/ 213943 h 664742"/>
              <a:gd name="csX31" fmla="*/ 657780 w 662718"/>
              <a:gd name="csY31" fmla="*/ 0 h 664742"/>
              <a:gd name="csX32" fmla="*/ 660654 w 662718"/>
              <a:gd name="csY32" fmla="*/ 2874 h 6647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662718" h="664742">
                <a:moveTo>
                  <a:pt x="660694" y="2874"/>
                </a:moveTo>
                <a:lnTo>
                  <a:pt x="449504" y="214713"/>
                </a:lnTo>
                <a:lnTo>
                  <a:pt x="449504" y="223497"/>
                </a:lnTo>
                <a:lnTo>
                  <a:pt x="378257" y="325631"/>
                </a:lnTo>
                <a:lnTo>
                  <a:pt x="378257" y="339881"/>
                </a:lnTo>
                <a:lnTo>
                  <a:pt x="449504" y="442015"/>
                </a:lnTo>
                <a:lnTo>
                  <a:pt x="449504" y="448654"/>
                </a:lnTo>
                <a:lnTo>
                  <a:pt x="662718" y="661868"/>
                </a:lnTo>
                <a:lnTo>
                  <a:pt x="659844" y="664743"/>
                </a:lnTo>
                <a:lnTo>
                  <a:pt x="446629" y="451528"/>
                </a:lnTo>
                <a:lnTo>
                  <a:pt x="439991" y="451528"/>
                </a:lnTo>
                <a:lnTo>
                  <a:pt x="337856" y="380240"/>
                </a:lnTo>
                <a:lnTo>
                  <a:pt x="323607" y="380240"/>
                </a:lnTo>
                <a:lnTo>
                  <a:pt x="221473" y="451528"/>
                </a:lnTo>
                <a:lnTo>
                  <a:pt x="213417" y="451528"/>
                </a:lnTo>
                <a:lnTo>
                  <a:pt x="2874" y="662718"/>
                </a:lnTo>
                <a:lnTo>
                  <a:pt x="0" y="659844"/>
                </a:lnTo>
                <a:lnTo>
                  <a:pt x="211919" y="447237"/>
                </a:lnTo>
                <a:lnTo>
                  <a:pt x="211919" y="441974"/>
                </a:lnTo>
                <a:lnTo>
                  <a:pt x="283207" y="339840"/>
                </a:lnTo>
                <a:lnTo>
                  <a:pt x="283207" y="325591"/>
                </a:lnTo>
                <a:lnTo>
                  <a:pt x="211919" y="223456"/>
                </a:lnTo>
                <a:lnTo>
                  <a:pt x="211919" y="216818"/>
                </a:lnTo>
                <a:lnTo>
                  <a:pt x="0" y="4898"/>
                </a:lnTo>
                <a:lnTo>
                  <a:pt x="2874" y="2024"/>
                </a:lnTo>
                <a:lnTo>
                  <a:pt x="214794" y="213943"/>
                </a:lnTo>
                <a:lnTo>
                  <a:pt x="221432" y="213943"/>
                </a:lnTo>
                <a:lnTo>
                  <a:pt x="323567" y="285231"/>
                </a:lnTo>
                <a:lnTo>
                  <a:pt x="337816" y="285231"/>
                </a:lnTo>
                <a:lnTo>
                  <a:pt x="439950" y="213943"/>
                </a:lnTo>
                <a:lnTo>
                  <a:pt x="444484" y="213943"/>
                </a:lnTo>
                <a:lnTo>
                  <a:pt x="657780" y="0"/>
                </a:lnTo>
                <a:lnTo>
                  <a:pt x="660654" y="2874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32" name="Large icon-3">
            <a:extLst>
              <a:ext uri="{FF2B5EF4-FFF2-40B4-BE49-F238E27FC236}">
                <a16:creationId xmlns:a16="http://schemas.microsoft.com/office/drawing/2014/main" id="{3891C816-7F98-7217-0DF8-B5CFF4E0F355}"/>
              </a:ext>
            </a:extLst>
          </p:cNvPr>
          <p:cNvSpPr/>
          <p:nvPr userDrawn="1"/>
        </p:nvSpPr>
        <p:spPr>
          <a:xfrm>
            <a:off x="3610432" y="4873839"/>
            <a:ext cx="1393100" cy="1392823"/>
          </a:xfrm>
          <a:custGeom>
            <a:avLst/>
            <a:gdLst>
              <a:gd name="csX0" fmla="*/ 290210 w 658670"/>
              <a:gd name="csY0" fmla="*/ 0 h 658710"/>
              <a:gd name="csX1" fmla="*/ 580461 w 658670"/>
              <a:gd name="csY1" fmla="*/ 290251 h 658710"/>
              <a:gd name="csX2" fmla="*/ 575198 w 658670"/>
              <a:gd name="csY2" fmla="*/ 345629 h 658710"/>
              <a:gd name="csX3" fmla="*/ 577303 w 658670"/>
              <a:gd name="csY3" fmla="*/ 350730 h 658710"/>
              <a:gd name="csX4" fmla="*/ 547347 w 658670"/>
              <a:gd name="csY4" fmla="*/ 486990 h 658710"/>
              <a:gd name="csX5" fmla="*/ 554107 w 658670"/>
              <a:gd name="csY5" fmla="*/ 516298 h 658710"/>
              <a:gd name="csX6" fmla="*/ 620092 w 658670"/>
              <a:gd name="csY6" fmla="*/ 610862 h 658710"/>
              <a:gd name="csX7" fmla="*/ 620092 w 658670"/>
              <a:gd name="csY7" fmla="*/ 617258 h 658710"/>
              <a:gd name="csX8" fmla="*/ 658671 w 658670"/>
              <a:gd name="csY8" fmla="*/ 655837 h 658710"/>
              <a:gd name="csX9" fmla="*/ 655796 w 658670"/>
              <a:gd name="csY9" fmla="*/ 658711 h 658710"/>
              <a:gd name="csX10" fmla="*/ 617218 w 658670"/>
              <a:gd name="csY10" fmla="*/ 620132 h 658710"/>
              <a:gd name="csX11" fmla="*/ 610822 w 658670"/>
              <a:gd name="csY11" fmla="*/ 620132 h 658710"/>
              <a:gd name="csX12" fmla="*/ 516257 w 658670"/>
              <a:gd name="csY12" fmla="*/ 554148 h 658710"/>
              <a:gd name="csX13" fmla="*/ 486949 w 658670"/>
              <a:gd name="csY13" fmla="*/ 547387 h 658710"/>
              <a:gd name="csX14" fmla="*/ 350689 w 658670"/>
              <a:gd name="csY14" fmla="*/ 577343 h 658710"/>
              <a:gd name="csX15" fmla="*/ 345588 w 658670"/>
              <a:gd name="csY15" fmla="*/ 575239 h 658710"/>
              <a:gd name="csX16" fmla="*/ 290251 w 658670"/>
              <a:gd name="csY16" fmla="*/ 580501 h 658710"/>
              <a:gd name="csX17" fmla="*/ 0 w 658670"/>
              <a:gd name="csY17" fmla="*/ 290251 h 658710"/>
              <a:gd name="csX18" fmla="*/ 290251 w 658670"/>
              <a:gd name="csY18" fmla="*/ 0 h 658710"/>
              <a:gd name="csX19" fmla="*/ 290210 w 658670"/>
              <a:gd name="csY19" fmla="*/ 4048 h 658710"/>
              <a:gd name="csX20" fmla="*/ 4008 w 658670"/>
              <a:gd name="csY20" fmla="*/ 290251 h 658710"/>
              <a:gd name="csX21" fmla="*/ 290210 w 658670"/>
              <a:gd name="csY21" fmla="*/ 576453 h 658710"/>
              <a:gd name="csX22" fmla="*/ 342998 w 658670"/>
              <a:gd name="csY22" fmla="*/ 571595 h 658710"/>
              <a:gd name="csX23" fmla="*/ 345629 w 658670"/>
              <a:gd name="csY23" fmla="*/ 565240 h 658710"/>
              <a:gd name="csX24" fmla="*/ 453876 w 658670"/>
              <a:gd name="csY24" fmla="*/ 496057 h 658710"/>
              <a:gd name="csX25" fmla="*/ 496017 w 658670"/>
              <a:gd name="csY25" fmla="*/ 453916 h 658710"/>
              <a:gd name="csX26" fmla="*/ 565199 w 658670"/>
              <a:gd name="csY26" fmla="*/ 345710 h 658710"/>
              <a:gd name="csX27" fmla="*/ 571555 w 658670"/>
              <a:gd name="csY27" fmla="*/ 343079 h 658710"/>
              <a:gd name="csX28" fmla="*/ 576413 w 658670"/>
              <a:gd name="csY28" fmla="*/ 290291 h 658710"/>
              <a:gd name="csX29" fmla="*/ 290210 w 658670"/>
              <a:gd name="csY29" fmla="*/ 4089 h 6587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58670" h="658710">
                <a:moveTo>
                  <a:pt x="290210" y="0"/>
                </a:moveTo>
                <a:cubicBezTo>
                  <a:pt x="450516" y="0"/>
                  <a:pt x="580461" y="129945"/>
                  <a:pt x="580461" y="290251"/>
                </a:cubicBezTo>
                <a:cubicBezTo>
                  <a:pt x="580461" y="309196"/>
                  <a:pt x="578639" y="327696"/>
                  <a:pt x="575198" y="345629"/>
                </a:cubicBezTo>
                <a:lnTo>
                  <a:pt x="577303" y="350730"/>
                </a:lnTo>
                <a:lnTo>
                  <a:pt x="547347" y="486990"/>
                </a:lnTo>
                <a:lnTo>
                  <a:pt x="554107" y="516298"/>
                </a:lnTo>
                <a:lnTo>
                  <a:pt x="620092" y="610862"/>
                </a:lnTo>
                <a:lnTo>
                  <a:pt x="620092" y="617258"/>
                </a:lnTo>
                <a:lnTo>
                  <a:pt x="658671" y="655837"/>
                </a:lnTo>
                <a:lnTo>
                  <a:pt x="655796" y="658711"/>
                </a:lnTo>
                <a:lnTo>
                  <a:pt x="617218" y="620132"/>
                </a:lnTo>
                <a:lnTo>
                  <a:pt x="610822" y="620132"/>
                </a:lnTo>
                <a:lnTo>
                  <a:pt x="516257" y="554148"/>
                </a:lnTo>
                <a:lnTo>
                  <a:pt x="486949" y="547387"/>
                </a:lnTo>
                <a:lnTo>
                  <a:pt x="350689" y="577343"/>
                </a:lnTo>
                <a:lnTo>
                  <a:pt x="345588" y="575239"/>
                </a:lnTo>
                <a:cubicBezTo>
                  <a:pt x="327696" y="578679"/>
                  <a:pt x="309196" y="580501"/>
                  <a:pt x="290251" y="580501"/>
                </a:cubicBezTo>
                <a:cubicBezTo>
                  <a:pt x="129945" y="580501"/>
                  <a:pt x="0" y="450556"/>
                  <a:pt x="0" y="290251"/>
                </a:cubicBezTo>
                <a:cubicBezTo>
                  <a:pt x="0" y="129945"/>
                  <a:pt x="129945" y="0"/>
                  <a:pt x="290251" y="0"/>
                </a:cubicBezTo>
                <a:close/>
                <a:moveTo>
                  <a:pt x="290210" y="4048"/>
                </a:moveTo>
                <a:cubicBezTo>
                  <a:pt x="132131" y="4048"/>
                  <a:pt x="4008" y="132171"/>
                  <a:pt x="4008" y="290251"/>
                </a:cubicBezTo>
                <a:cubicBezTo>
                  <a:pt x="4008" y="448330"/>
                  <a:pt x="132131" y="576453"/>
                  <a:pt x="290210" y="576453"/>
                </a:cubicBezTo>
                <a:cubicBezTo>
                  <a:pt x="308265" y="576453"/>
                  <a:pt x="325874" y="574753"/>
                  <a:pt x="342998" y="571595"/>
                </a:cubicBezTo>
                <a:lnTo>
                  <a:pt x="345629" y="565240"/>
                </a:lnTo>
                <a:lnTo>
                  <a:pt x="453876" y="496057"/>
                </a:lnTo>
                <a:lnTo>
                  <a:pt x="496017" y="453916"/>
                </a:lnTo>
                <a:lnTo>
                  <a:pt x="565199" y="345710"/>
                </a:lnTo>
                <a:lnTo>
                  <a:pt x="571555" y="343079"/>
                </a:lnTo>
                <a:cubicBezTo>
                  <a:pt x="574753" y="325955"/>
                  <a:pt x="576413" y="308305"/>
                  <a:pt x="576413" y="290291"/>
                </a:cubicBezTo>
                <a:cubicBezTo>
                  <a:pt x="576413" y="132212"/>
                  <a:pt x="448289" y="4089"/>
                  <a:pt x="290210" y="4089"/>
                </a:cubicBez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33" name="Large icon-2">
            <a:extLst>
              <a:ext uri="{FF2B5EF4-FFF2-40B4-BE49-F238E27FC236}">
                <a16:creationId xmlns:a16="http://schemas.microsoft.com/office/drawing/2014/main" id="{C60DB8A6-ABFB-6BC5-B023-A11BFCEB347C}"/>
              </a:ext>
            </a:extLst>
          </p:cNvPr>
          <p:cNvSpPr/>
          <p:nvPr userDrawn="1"/>
        </p:nvSpPr>
        <p:spPr>
          <a:xfrm>
            <a:off x="3680295" y="3261955"/>
            <a:ext cx="1253372" cy="1250049"/>
          </a:xfrm>
          <a:custGeom>
            <a:avLst/>
            <a:gdLst>
              <a:gd name="csX0" fmla="*/ 412140 w 592605"/>
              <a:gd name="csY0" fmla="*/ 401452 h 591187"/>
              <a:gd name="csX1" fmla="*/ 412140 w 592605"/>
              <a:gd name="csY1" fmla="*/ 407849 h 591187"/>
              <a:gd name="csX2" fmla="*/ 592605 w 592605"/>
              <a:gd name="csY2" fmla="*/ 588314 h 591187"/>
              <a:gd name="csX3" fmla="*/ 589731 w 592605"/>
              <a:gd name="csY3" fmla="*/ 591188 h 591187"/>
              <a:gd name="csX4" fmla="*/ 409265 w 592605"/>
              <a:gd name="csY4" fmla="*/ 410723 h 591187"/>
              <a:gd name="csX5" fmla="*/ 402869 w 592605"/>
              <a:gd name="csY5" fmla="*/ 410723 h 591187"/>
              <a:gd name="csX6" fmla="*/ 303245 w 592605"/>
              <a:gd name="csY6" fmla="*/ 341216 h 591187"/>
              <a:gd name="csX7" fmla="*/ 289360 w 592605"/>
              <a:gd name="csY7" fmla="*/ 341216 h 591187"/>
              <a:gd name="csX8" fmla="*/ 189736 w 592605"/>
              <a:gd name="csY8" fmla="*/ 410723 h 591187"/>
              <a:gd name="csX9" fmla="*/ 183340 w 592605"/>
              <a:gd name="csY9" fmla="*/ 410723 h 591187"/>
              <a:gd name="csX10" fmla="*/ 2874 w 592605"/>
              <a:gd name="csY10" fmla="*/ 591188 h 591187"/>
              <a:gd name="csX11" fmla="*/ 0 w 592605"/>
              <a:gd name="csY11" fmla="*/ 588314 h 591187"/>
              <a:gd name="csX12" fmla="*/ 180465 w 592605"/>
              <a:gd name="csY12" fmla="*/ 407849 h 591187"/>
              <a:gd name="csX13" fmla="*/ 180465 w 592605"/>
              <a:gd name="csY13" fmla="*/ 401452 h 591187"/>
              <a:gd name="csX14" fmla="*/ 289360 w 592605"/>
              <a:gd name="csY14" fmla="*/ 262116 h 591187"/>
              <a:gd name="csX15" fmla="*/ 303245 w 592605"/>
              <a:gd name="csY15" fmla="*/ 262116 h 591187"/>
              <a:gd name="csX16" fmla="*/ 412140 w 592605"/>
              <a:gd name="csY16" fmla="*/ 401452 h 591187"/>
              <a:gd name="csX17" fmla="*/ 412140 w 592605"/>
              <a:gd name="csY17" fmla="*/ 139336 h 591187"/>
              <a:gd name="csX18" fmla="*/ 412140 w 592605"/>
              <a:gd name="csY18" fmla="*/ 145732 h 591187"/>
              <a:gd name="csX19" fmla="*/ 592605 w 592605"/>
              <a:gd name="csY19" fmla="*/ 326198 h 591187"/>
              <a:gd name="csX20" fmla="*/ 589731 w 592605"/>
              <a:gd name="csY20" fmla="*/ 329072 h 591187"/>
              <a:gd name="csX21" fmla="*/ 409265 w 592605"/>
              <a:gd name="csY21" fmla="*/ 148607 h 591187"/>
              <a:gd name="csX22" fmla="*/ 402869 w 592605"/>
              <a:gd name="csY22" fmla="*/ 148607 h 591187"/>
              <a:gd name="csX23" fmla="*/ 303245 w 592605"/>
              <a:gd name="csY23" fmla="*/ 79100 h 591187"/>
              <a:gd name="csX24" fmla="*/ 289360 w 592605"/>
              <a:gd name="csY24" fmla="*/ 79100 h 591187"/>
              <a:gd name="csX25" fmla="*/ 189736 w 592605"/>
              <a:gd name="csY25" fmla="*/ 148607 h 591187"/>
              <a:gd name="csX26" fmla="*/ 183340 w 592605"/>
              <a:gd name="csY26" fmla="*/ 148607 h 591187"/>
              <a:gd name="csX27" fmla="*/ 2874 w 592605"/>
              <a:gd name="csY27" fmla="*/ 329072 h 591187"/>
              <a:gd name="csX28" fmla="*/ 0 w 592605"/>
              <a:gd name="csY28" fmla="*/ 326198 h 591187"/>
              <a:gd name="csX29" fmla="*/ 180465 w 592605"/>
              <a:gd name="csY29" fmla="*/ 145732 h 591187"/>
              <a:gd name="csX30" fmla="*/ 180465 w 592605"/>
              <a:gd name="csY30" fmla="*/ 139336 h 591187"/>
              <a:gd name="csX31" fmla="*/ 289360 w 592605"/>
              <a:gd name="csY31" fmla="*/ 0 h 591187"/>
              <a:gd name="csX32" fmla="*/ 303245 w 592605"/>
              <a:gd name="csY32" fmla="*/ 0 h 591187"/>
              <a:gd name="csX33" fmla="*/ 412140 w 592605"/>
              <a:gd name="csY33" fmla="*/ 139336 h 5911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592605" h="591187">
                <a:moveTo>
                  <a:pt x="412140" y="401452"/>
                </a:moveTo>
                <a:lnTo>
                  <a:pt x="412140" y="407849"/>
                </a:lnTo>
                <a:lnTo>
                  <a:pt x="592605" y="588314"/>
                </a:lnTo>
                <a:lnTo>
                  <a:pt x="589731" y="591188"/>
                </a:lnTo>
                <a:lnTo>
                  <a:pt x="409265" y="410723"/>
                </a:lnTo>
                <a:lnTo>
                  <a:pt x="402869" y="410723"/>
                </a:lnTo>
                <a:lnTo>
                  <a:pt x="303245" y="341216"/>
                </a:lnTo>
                <a:lnTo>
                  <a:pt x="289360" y="341216"/>
                </a:lnTo>
                <a:lnTo>
                  <a:pt x="189736" y="410723"/>
                </a:lnTo>
                <a:lnTo>
                  <a:pt x="183340" y="410723"/>
                </a:lnTo>
                <a:lnTo>
                  <a:pt x="2874" y="591188"/>
                </a:lnTo>
                <a:lnTo>
                  <a:pt x="0" y="588314"/>
                </a:lnTo>
                <a:lnTo>
                  <a:pt x="180465" y="407849"/>
                </a:lnTo>
                <a:lnTo>
                  <a:pt x="180465" y="401452"/>
                </a:lnTo>
                <a:lnTo>
                  <a:pt x="289360" y="262116"/>
                </a:lnTo>
                <a:lnTo>
                  <a:pt x="303245" y="262116"/>
                </a:lnTo>
                <a:lnTo>
                  <a:pt x="412140" y="401452"/>
                </a:lnTo>
                <a:close/>
                <a:moveTo>
                  <a:pt x="412140" y="139336"/>
                </a:moveTo>
                <a:lnTo>
                  <a:pt x="412140" y="145732"/>
                </a:lnTo>
                <a:lnTo>
                  <a:pt x="592605" y="326198"/>
                </a:lnTo>
                <a:lnTo>
                  <a:pt x="589731" y="329072"/>
                </a:lnTo>
                <a:lnTo>
                  <a:pt x="409265" y="148607"/>
                </a:lnTo>
                <a:lnTo>
                  <a:pt x="402869" y="148607"/>
                </a:lnTo>
                <a:lnTo>
                  <a:pt x="303245" y="79100"/>
                </a:lnTo>
                <a:lnTo>
                  <a:pt x="289360" y="79100"/>
                </a:lnTo>
                <a:lnTo>
                  <a:pt x="189736" y="148607"/>
                </a:lnTo>
                <a:lnTo>
                  <a:pt x="183340" y="148607"/>
                </a:lnTo>
                <a:lnTo>
                  <a:pt x="2874" y="329072"/>
                </a:lnTo>
                <a:lnTo>
                  <a:pt x="0" y="326198"/>
                </a:lnTo>
                <a:lnTo>
                  <a:pt x="180465" y="145732"/>
                </a:lnTo>
                <a:lnTo>
                  <a:pt x="180465" y="139336"/>
                </a:lnTo>
                <a:lnTo>
                  <a:pt x="289360" y="0"/>
                </a:lnTo>
                <a:lnTo>
                  <a:pt x="303245" y="0"/>
                </a:lnTo>
                <a:lnTo>
                  <a:pt x="412140" y="139336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6" name="Large icon-1">
            <a:extLst>
              <a:ext uri="{FF2B5EF4-FFF2-40B4-BE49-F238E27FC236}">
                <a16:creationId xmlns:a16="http://schemas.microsoft.com/office/drawing/2014/main" id="{2F83363D-4B76-ED44-A262-3AB3A59CFC57}"/>
              </a:ext>
            </a:extLst>
          </p:cNvPr>
          <p:cNvSpPr/>
          <p:nvPr userDrawn="1"/>
        </p:nvSpPr>
        <p:spPr>
          <a:xfrm>
            <a:off x="3475454" y="1190918"/>
            <a:ext cx="1663056" cy="1662623"/>
          </a:xfrm>
          <a:custGeom>
            <a:avLst/>
            <a:gdLst>
              <a:gd name="csX0" fmla="*/ 395178 w 786307"/>
              <a:gd name="csY0" fmla="*/ 231350 h 786307"/>
              <a:gd name="csX1" fmla="*/ 399712 w 786307"/>
              <a:gd name="csY1" fmla="*/ 235884 h 786307"/>
              <a:gd name="csX2" fmla="*/ 421005 w 786307"/>
              <a:gd name="csY2" fmla="*/ 355466 h 786307"/>
              <a:gd name="csX3" fmla="*/ 430842 w 786307"/>
              <a:gd name="csY3" fmla="*/ 365303 h 786307"/>
              <a:gd name="csX4" fmla="*/ 550424 w 786307"/>
              <a:gd name="csY4" fmla="*/ 386596 h 786307"/>
              <a:gd name="csX5" fmla="*/ 554957 w 786307"/>
              <a:gd name="csY5" fmla="*/ 391130 h 786307"/>
              <a:gd name="csX6" fmla="*/ 786308 w 786307"/>
              <a:gd name="csY6" fmla="*/ 391130 h 786307"/>
              <a:gd name="csX7" fmla="*/ 786308 w 786307"/>
              <a:gd name="csY7" fmla="*/ 395178 h 786307"/>
              <a:gd name="csX8" fmla="*/ 554957 w 786307"/>
              <a:gd name="csY8" fmla="*/ 395178 h 786307"/>
              <a:gd name="csX9" fmla="*/ 550424 w 786307"/>
              <a:gd name="csY9" fmla="*/ 399712 h 786307"/>
              <a:gd name="csX10" fmla="*/ 430842 w 786307"/>
              <a:gd name="csY10" fmla="*/ 421005 h 786307"/>
              <a:gd name="csX11" fmla="*/ 421005 w 786307"/>
              <a:gd name="csY11" fmla="*/ 430842 h 786307"/>
              <a:gd name="csX12" fmla="*/ 399712 w 786307"/>
              <a:gd name="csY12" fmla="*/ 550423 h 786307"/>
              <a:gd name="csX13" fmla="*/ 395178 w 786307"/>
              <a:gd name="csY13" fmla="*/ 554957 h 786307"/>
              <a:gd name="csX14" fmla="*/ 395178 w 786307"/>
              <a:gd name="csY14" fmla="*/ 786308 h 786307"/>
              <a:gd name="csX15" fmla="*/ 391130 w 786307"/>
              <a:gd name="csY15" fmla="*/ 786308 h 786307"/>
              <a:gd name="csX16" fmla="*/ 391130 w 786307"/>
              <a:gd name="csY16" fmla="*/ 554957 h 786307"/>
              <a:gd name="csX17" fmla="*/ 386596 w 786307"/>
              <a:gd name="csY17" fmla="*/ 550423 h 786307"/>
              <a:gd name="csX18" fmla="*/ 365303 w 786307"/>
              <a:gd name="csY18" fmla="*/ 430842 h 786307"/>
              <a:gd name="csX19" fmla="*/ 355466 w 786307"/>
              <a:gd name="csY19" fmla="*/ 421005 h 786307"/>
              <a:gd name="csX20" fmla="*/ 235884 w 786307"/>
              <a:gd name="csY20" fmla="*/ 399712 h 786307"/>
              <a:gd name="csX21" fmla="*/ 231350 w 786307"/>
              <a:gd name="csY21" fmla="*/ 395178 h 786307"/>
              <a:gd name="csX22" fmla="*/ 0 w 786307"/>
              <a:gd name="csY22" fmla="*/ 395178 h 786307"/>
              <a:gd name="csX23" fmla="*/ 0 w 786307"/>
              <a:gd name="csY23" fmla="*/ 391130 h 786307"/>
              <a:gd name="csX24" fmla="*/ 231350 w 786307"/>
              <a:gd name="csY24" fmla="*/ 391130 h 786307"/>
              <a:gd name="csX25" fmla="*/ 235884 w 786307"/>
              <a:gd name="csY25" fmla="*/ 386596 h 786307"/>
              <a:gd name="csX26" fmla="*/ 355466 w 786307"/>
              <a:gd name="csY26" fmla="*/ 365303 h 786307"/>
              <a:gd name="csX27" fmla="*/ 365303 w 786307"/>
              <a:gd name="csY27" fmla="*/ 355466 h 786307"/>
              <a:gd name="csX28" fmla="*/ 386596 w 786307"/>
              <a:gd name="csY28" fmla="*/ 235884 h 786307"/>
              <a:gd name="csX29" fmla="*/ 391130 w 786307"/>
              <a:gd name="csY29" fmla="*/ 231350 h 786307"/>
              <a:gd name="csX30" fmla="*/ 391130 w 786307"/>
              <a:gd name="csY30" fmla="*/ 0 h 786307"/>
              <a:gd name="csX31" fmla="*/ 395178 w 786307"/>
              <a:gd name="csY31" fmla="*/ 0 h 786307"/>
              <a:gd name="csX32" fmla="*/ 395178 w 786307"/>
              <a:gd name="csY32" fmla="*/ 231350 h 786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786307" h="786307">
                <a:moveTo>
                  <a:pt x="395178" y="231350"/>
                </a:moveTo>
                <a:lnTo>
                  <a:pt x="399712" y="235884"/>
                </a:lnTo>
                <a:lnTo>
                  <a:pt x="421005" y="355466"/>
                </a:lnTo>
                <a:lnTo>
                  <a:pt x="430842" y="365303"/>
                </a:lnTo>
                <a:lnTo>
                  <a:pt x="550424" y="386596"/>
                </a:lnTo>
                <a:lnTo>
                  <a:pt x="554957" y="391130"/>
                </a:lnTo>
                <a:lnTo>
                  <a:pt x="786308" y="391130"/>
                </a:lnTo>
                <a:lnTo>
                  <a:pt x="786308" y="395178"/>
                </a:lnTo>
                <a:lnTo>
                  <a:pt x="554957" y="395178"/>
                </a:lnTo>
                <a:lnTo>
                  <a:pt x="550424" y="399712"/>
                </a:lnTo>
                <a:lnTo>
                  <a:pt x="430842" y="421005"/>
                </a:lnTo>
                <a:lnTo>
                  <a:pt x="421005" y="430842"/>
                </a:lnTo>
                <a:lnTo>
                  <a:pt x="399712" y="550423"/>
                </a:lnTo>
                <a:lnTo>
                  <a:pt x="395178" y="554957"/>
                </a:lnTo>
                <a:lnTo>
                  <a:pt x="395178" y="786308"/>
                </a:lnTo>
                <a:lnTo>
                  <a:pt x="391130" y="786308"/>
                </a:lnTo>
                <a:lnTo>
                  <a:pt x="391130" y="554957"/>
                </a:lnTo>
                <a:lnTo>
                  <a:pt x="386596" y="550423"/>
                </a:lnTo>
                <a:lnTo>
                  <a:pt x="365303" y="430842"/>
                </a:lnTo>
                <a:lnTo>
                  <a:pt x="355466" y="421005"/>
                </a:lnTo>
                <a:lnTo>
                  <a:pt x="235884" y="399712"/>
                </a:lnTo>
                <a:lnTo>
                  <a:pt x="231350" y="395178"/>
                </a:lnTo>
                <a:lnTo>
                  <a:pt x="0" y="395178"/>
                </a:lnTo>
                <a:lnTo>
                  <a:pt x="0" y="391130"/>
                </a:lnTo>
                <a:lnTo>
                  <a:pt x="231350" y="391130"/>
                </a:lnTo>
                <a:lnTo>
                  <a:pt x="235884" y="386596"/>
                </a:lnTo>
                <a:lnTo>
                  <a:pt x="355466" y="365303"/>
                </a:lnTo>
                <a:lnTo>
                  <a:pt x="365303" y="355466"/>
                </a:lnTo>
                <a:lnTo>
                  <a:pt x="386596" y="235884"/>
                </a:lnTo>
                <a:lnTo>
                  <a:pt x="391130" y="231350"/>
                </a:lnTo>
                <a:lnTo>
                  <a:pt x="391130" y="0"/>
                </a:lnTo>
                <a:lnTo>
                  <a:pt x="395178" y="0"/>
                </a:lnTo>
                <a:lnTo>
                  <a:pt x="395178" y="231350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 dirty="0">
              <a:latin typeface="Arial" panose="020B0604020202020204" pitchFamily="34" charset="0"/>
            </a:endParaRPr>
          </a:p>
        </p:txBody>
      </p:sp>
      <p:sp>
        <p:nvSpPr>
          <p:cNvPr id="193" name="Text Placeholder 10">
            <a:extLst>
              <a:ext uri="{FF2B5EF4-FFF2-40B4-BE49-F238E27FC236}">
                <a16:creationId xmlns:a16="http://schemas.microsoft.com/office/drawing/2014/main" id="{36CEBC0C-B23D-0D93-0B0D-C4400F8BA5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900" y="2737600"/>
            <a:ext cx="3132554" cy="152960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400" b="0" i="0">
                <a:latin typeface="Replica LL TT" panose="020B0504010101010104" pitchFamily="34" charset="77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r>
              <a:rPr lang="en-US" dirty="0"/>
              <a:t>Use these large illustrative icons to highlight information, or infographics.</a:t>
            </a:r>
          </a:p>
          <a:p>
            <a:r>
              <a:rPr lang="en-US" dirty="0"/>
              <a:t>The color could be changed to dark orange, dark blue, or black.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132785"/>
            <a:ext cx="2830236" cy="1247926"/>
          </a:xfrm>
        </p:spPr>
        <p:txBody>
          <a:bodyPr anchor="t">
            <a:noAutofit/>
          </a:bodyPr>
          <a:lstStyle>
            <a:lvl1pPr>
              <a:defRPr b="0" i="0" cap="all" baseline="0">
                <a:latin typeface="Replica LL TT" panose="020B0504010101010104" pitchFamily="34" charset="77"/>
              </a:defRPr>
            </a:lvl1pPr>
          </a:lstStyle>
          <a:p>
            <a:r>
              <a:rPr lang="en-US" dirty="0"/>
              <a:t>Large Illustrative Icons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B3525485-CFFC-7951-77A5-1AC64E18D7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FA806A6D-C996-3234-1221-D9AB6AC12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431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7782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11D4EF-5B33-2B04-34CA-6C6E64497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7883"/>
          <a:stretch>
            <a:fillRect/>
          </a:stretch>
        </p:blipFill>
        <p:spPr>
          <a:xfrm>
            <a:off x="1650490" y="-13097"/>
            <a:ext cx="10541511" cy="6871097"/>
          </a:xfrm>
          <a:prstGeom prst="rect">
            <a:avLst/>
          </a:prstGeom>
        </p:spPr>
      </p:pic>
      <p:sp>
        <p:nvSpPr>
          <p:cNvPr id="5" name="Image 2" descr=" ">
            <a:extLst>
              <a:ext uri="{FF2B5EF4-FFF2-40B4-BE49-F238E27FC236}">
                <a16:creationId xmlns:a16="http://schemas.microsoft.com/office/drawing/2014/main" id="{FC1B8265-943B-8222-7F5B-0CAAB2ED9B0F}"/>
              </a:ext>
            </a:extLst>
          </p:cNvPr>
          <p:cNvSpPr/>
          <p:nvPr userDrawn="1"/>
        </p:nvSpPr>
        <p:spPr>
          <a:xfrm>
            <a:off x="-15473" y="-13096"/>
            <a:ext cx="7766586" cy="6917749"/>
          </a:xfrm>
          <a:custGeom>
            <a:avLst/>
            <a:gdLst>
              <a:gd name="csX0" fmla="*/ 0 w 7694156"/>
              <a:gd name="csY0" fmla="*/ 0 h 6890232"/>
              <a:gd name="csX1" fmla="*/ 7694156 w 7694156"/>
              <a:gd name="csY1" fmla="*/ 0 h 6890232"/>
              <a:gd name="csX2" fmla="*/ 4478735 w 7694156"/>
              <a:gd name="csY2" fmla="*/ 6890233 h 6890232"/>
              <a:gd name="csX3" fmla="*/ 0 w 7694156"/>
              <a:gd name="csY3" fmla="*/ 6890233 h 6890232"/>
              <a:gd name="csX4" fmla="*/ 0 w 7694156"/>
              <a:gd name="csY4" fmla="*/ 0 h 6890232"/>
              <a:gd name="csX0" fmla="*/ 0 w 7694156"/>
              <a:gd name="csY0" fmla="*/ 0 h 6890233"/>
              <a:gd name="csX1" fmla="*/ 7694156 w 7694156"/>
              <a:gd name="csY1" fmla="*/ 0 h 6890233"/>
              <a:gd name="csX2" fmla="*/ 4493644 w 7694156"/>
              <a:gd name="csY2" fmla="*/ 6855446 h 6890233"/>
              <a:gd name="csX3" fmla="*/ 0 w 7694156"/>
              <a:gd name="csY3" fmla="*/ 6890233 h 6890233"/>
              <a:gd name="csX4" fmla="*/ 0 w 7694156"/>
              <a:gd name="csY4" fmla="*/ 0 h 6890233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9939 w 7694156"/>
              <a:gd name="csY3" fmla="*/ 6825628 h 6855446"/>
              <a:gd name="csX4" fmla="*/ 0 w 7694156"/>
              <a:gd name="csY4" fmla="*/ 0 h 6855446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4970 w 7694156"/>
              <a:gd name="csY3" fmla="*/ 6855445 h 6855446"/>
              <a:gd name="csX4" fmla="*/ 0 w 7694156"/>
              <a:gd name="csY4" fmla="*/ 0 h 6855446"/>
              <a:gd name="csX0" fmla="*/ 477 w 7694633"/>
              <a:gd name="csY0" fmla="*/ 0 h 6855446"/>
              <a:gd name="csX1" fmla="*/ 7694633 w 7694633"/>
              <a:gd name="csY1" fmla="*/ 0 h 6855446"/>
              <a:gd name="csX2" fmla="*/ 4494121 w 7694633"/>
              <a:gd name="csY2" fmla="*/ 6855446 h 6855446"/>
              <a:gd name="csX3" fmla="*/ 478 w 7694633"/>
              <a:gd name="csY3" fmla="*/ 6850475 h 6855446"/>
              <a:gd name="csX4" fmla="*/ 477 w 7694633"/>
              <a:gd name="csY4" fmla="*/ 0 h 685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94633" h="6855446">
                <a:moveTo>
                  <a:pt x="477" y="0"/>
                </a:moveTo>
                <a:lnTo>
                  <a:pt x="7694633" y="0"/>
                </a:lnTo>
                <a:lnTo>
                  <a:pt x="4494121" y="6855446"/>
                </a:lnTo>
                <a:lnTo>
                  <a:pt x="478" y="6850475"/>
                </a:lnTo>
                <a:cubicBezTo>
                  <a:pt x="-1179" y="4565327"/>
                  <a:pt x="2134" y="2285148"/>
                  <a:pt x="477" y="0"/>
                </a:cubicBez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385"/>
            </a:stretch>
          </a:blipFill>
          <a:ln w="6342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Replica LL TT" panose="020B0504010101010104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221B8F4-2557-C92A-F72E-56F73ABFCEBD}"/>
              </a:ext>
            </a:extLst>
          </p:cNvPr>
          <p:cNvCxnSpPr>
            <a:cxnSpLocks/>
          </p:cNvCxnSpPr>
          <p:nvPr userDrawn="1"/>
        </p:nvCxnSpPr>
        <p:spPr>
          <a:xfrm flipH="1">
            <a:off x="4536702" y="-13098"/>
            <a:ext cx="3214411" cy="687109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Logo">
            <a:extLst>
              <a:ext uri="{FF2B5EF4-FFF2-40B4-BE49-F238E27FC236}">
                <a16:creationId xmlns:a16="http://schemas.microsoft.com/office/drawing/2014/main" id="{14EB26AF-4085-566B-40DB-612F0654C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215030"/>
            <a:ext cx="2154887" cy="63831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A79BB15-3A19-63A3-FFE0-50E87366B595}"/>
              </a:ext>
            </a:extLst>
          </p:cNvPr>
          <p:cNvSpPr/>
          <p:nvPr/>
        </p:nvSpPr>
        <p:spPr>
          <a:xfrm>
            <a:off x="333323" y="6364976"/>
            <a:ext cx="3204394" cy="241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9"/>
              </a:lnSpc>
            </a:pPr>
            <a:r>
              <a:rPr lang="en-US" sz="1399" b="0" u="none">
                <a:solidFill>
                  <a:schemeClr val="tx2">
                    <a:lumMod val="25000"/>
                    <a:lumOff val="75000"/>
                  </a:schemeClr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SOFTSERVEINC.COM</a:t>
            </a:r>
            <a:endParaRPr lang="en-US" sz="1399" b="0" i="0" u="none">
              <a:solidFill>
                <a:schemeClr val="tx2">
                  <a:lumMod val="25000"/>
                  <a:lumOff val="75000"/>
                </a:schemeClr>
              </a:solidFill>
              <a:latin typeface="Replica LL TT" panose="020B0504010101010104" pitchFamily="34" charset="77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E023D7-8157-6D10-8C5E-90ACE80ED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23" y="3877732"/>
            <a:ext cx="3409918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 kern="1200" cap="none" baseline="0">
                <a:solidFill>
                  <a:schemeClr val="tx2">
                    <a:lumMod val="25000"/>
                    <a:lumOff val="75000"/>
                  </a:schemeClr>
                </a:solidFill>
                <a:latin typeface="Replica LL TT" panose="020B0504010101010104" pitchFamily="34" charset="77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BD96DD4-365F-A03F-DAD0-60B96CEF3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1774706"/>
            <a:ext cx="5654675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0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3664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CC28ACB6-8CB3-E190-AAA3-6747DFFE1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0F829B-1468-26F9-C19B-985741973859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5FEAE-7A79-66BA-FD94-F1B2ECDB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2448909"/>
            <a:ext cx="11468102" cy="372805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31599-6B9F-8BB9-66CC-7517887D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920338"/>
            <a:ext cx="5220104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85B0EE91-61D1-8D52-0B58-F63F4033609B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3" name="Image 1" descr=" ">
            <a:extLst>
              <a:ext uri="{FF2B5EF4-FFF2-40B4-BE49-F238E27FC236}">
                <a16:creationId xmlns:a16="http://schemas.microsoft.com/office/drawing/2014/main" id="{A85A963D-3698-3156-78F6-92AE46B288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81D3F8-2806-623C-E4A5-125725F3FCAF}"/>
              </a:ext>
            </a:extLst>
          </p:cNvPr>
          <p:cNvCxnSpPr>
            <a:cxnSpLocks/>
          </p:cNvCxnSpPr>
          <p:nvPr userDrawn="1"/>
        </p:nvCxnSpPr>
        <p:spPr>
          <a:xfrm>
            <a:off x="342900" y="8763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66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79" r:id="rId2"/>
    <p:sldLayoutId id="2147483778" r:id="rId3"/>
    <p:sldLayoutId id="2147483700" r:id="rId4"/>
    <p:sldLayoutId id="2147483678" r:id="rId5"/>
    <p:sldLayoutId id="2147483780" r:id="rId6"/>
    <p:sldLayoutId id="2147483665" r:id="rId7"/>
    <p:sldLayoutId id="2147483701" r:id="rId8"/>
    <p:sldLayoutId id="2147483702" r:id="rId9"/>
    <p:sldLayoutId id="2147483687" r:id="rId10"/>
    <p:sldLayoutId id="2147483781" r:id="rId11"/>
    <p:sldLayoutId id="2147483689" r:id="rId12"/>
    <p:sldLayoutId id="2147483667" r:id="rId13"/>
    <p:sldLayoutId id="2147483686" r:id="rId14"/>
    <p:sldLayoutId id="2147483690" r:id="rId15"/>
    <p:sldLayoutId id="2147483683" r:id="rId16"/>
    <p:sldLayoutId id="2147483685" r:id="rId17"/>
    <p:sldLayoutId id="2147483669" r:id="rId18"/>
    <p:sldLayoutId id="2147483671" r:id="rId19"/>
    <p:sldLayoutId id="2147483714" r:id="rId20"/>
    <p:sldLayoutId id="2147483681" r:id="rId21"/>
    <p:sldLayoutId id="2147483670" r:id="rId22"/>
    <p:sldLayoutId id="2147483703" r:id="rId23"/>
    <p:sldLayoutId id="2147483706" r:id="rId24"/>
    <p:sldLayoutId id="2147483705" r:id="rId25"/>
    <p:sldLayoutId id="2147483719" r:id="rId26"/>
    <p:sldLayoutId id="2147483672" r:id="rId27"/>
    <p:sldLayoutId id="2147483715" r:id="rId28"/>
    <p:sldLayoutId id="2147483682" r:id="rId29"/>
    <p:sldLayoutId id="2147483679" r:id="rId30"/>
    <p:sldLayoutId id="2147483680" r:id="rId31"/>
    <p:sldLayoutId id="2147483711" r:id="rId32"/>
    <p:sldLayoutId id="2147483712" r:id="rId33"/>
    <p:sldLayoutId id="2147483710" r:id="rId34"/>
    <p:sldLayoutId id="2147483713" r:id="rId35"/>
    <p:sldLayoutId id="2147483717" r:id="rId36"/>
    <p:sldLayoutId id="2147483673" r:id="rId37"/>
    <p:sldLayoutId id="2147483674" r:id="rId38"/>
    <p:sldLayoutId id="2147483708" r:id="rId39"/>
    <p:sldLayoutId id="2147483709" r:id="rId40"/>
    <p:sldLayoutId id="2147483718" r:id="rId41"/>
    <p:sldLayoutId id="2147483693" r:id="rId42"/>
    <p:sldLayoutId id="2147483692" r:id="rId43"/>
    <p:sldLayoutId id="2147483707" r:id="rId44"/>
    <p:sldLayoutId id="2147483691" r:id="rId45"/>
    <p:sldLayoutId id="2147483697" r:id="rId46"/>
    <p:sldLayoutId id="2147483696" r:id="rId47"/>
    <p:sldLayoutId id="2147483695" r:id="rId48"/>
    <p:sldLayoutId id="2147483716" r:id="rId49"/>
    <p:sldLayoutId id="2147483720" r:id="rId50"/>
    <p:sldLayoutId id="2147483684" r:id="rId51"/>
    <p:sldLayoutId id="2147483675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1" b="0" i="0" kern="1200">
          <a:solidFill>
            <a:schemeClr val="tx1"/>
          </a:solidFill>
          <a:latin typeface="Replica LL TT" panose="020B0504010101010104" pitchFamily="34" charset="77"/>
          <a:ea typeface="+mj-ea"/>
          <a:cs typeface="+mj-cs"/>
        </a:defRPr>
      </a:lvl1pPr>
    </p:titleStyle>
    <p:bodyStyle>
      <a:lvl1pPr marL="236538" indent="-236538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tx1"/>
          </a:solidFill>
          <a:latin typeface="Replica LL TT" panose="020B05040101010101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 baseline="0">
          <a:solidFill>
            <a:schemeClr val="tx1"/>
          </a:solidFill>
          <a:latin typeface="Replica LL TT" panose="020B05040101010101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b="0" i="0" kern="1200" baseline="0">
          <a:solidFill>
            <a:schemeClr val="tx1"/>
          </a:solidFill>
          <a:latin typeface="Replica LL TT" panose="020B05040101010101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50" b="0" i="0" kern="1200" baseline="0">
          <a:solidFill>
            <a:schemeClr val="tx1"/>
          </a:solidFill>
          <a:latin typeface="Replica LL TT" panose="020B05040101010101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00" b="0" i="0" kern="1200" baseline="0">
          <a:solidFill>
            <a:schemeClr val="tx1"/>
          </a:solidFill>
          <a:latin typeface="Replica LL TT" panose="020B05040101010101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Replica LL TT" panose="020B0504010101010104" pitchFamily="34" charset="77"/>
          <a:ea typeface="+mn-ea"/>
          <a:cs typeface="+mn-cs"/>
        </a:defRPr>
      </a:lvl6pPr>
      <a:lvl7pPr marL="2971799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800" b="0" i="0" kern="1200">
          <a:solidFill>
            <a:schemeClr val="tx1"/>
          </a:solidFill>
          <a:latin typeface="Replica LL TT" panose="020B0504010101010104" pitchFamily="34" charset="77"/>
          <a:ea typeface="+mn-ea"/>
          <a:cs typeface="+mn-cs"/>
        </a:defRPr>
      </a:lvl7pPr>
      <a:lvl8pPr marL="3428999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700" b="0" i="0" kern="1200">
          <a:solidFill>
            <a:schemeClr val="tx1"/>
          </a:solidFill>
          <a:latin typeface="Replica LL TT" panose="020B0504010101010104" pitchFamily="34" charset="77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600" b="0" i="0" kern="1200">
          <a:solidFill>
            <a:schemeClr val="tx1"/>
          </a:solidFill>
          <a:latin typeface="Replica LL TT" panose="020B0504010101010104" pitchFamily="34" charset="77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9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4" userDrawn="1">
          <p15:clr>
            <a:srgbClr val="F26B43"/>
          </p15:clr>
        </p15:guide>
        <p15:guide id="2" pos="3778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1011" userDrawn="1">
          <p15:clr>
            <a:srgbClr val="F26B43"/>
          </p15:clr>
        </p15:guide>
        <p15:guide id="5" pos="1135" userDrawn="1">
          <p15:clr>
            <a:srgbClr val="F26B43"/>
          </p15:clr>
        </p15:guide>
        <p15:guide id="6" pos="2060" userDrawn="1">
          <p15:clr>
            <a:srgbClr val="F26B43"/>
          </p15:clr>
        </p15:guide>
        <p15:guide id="7" pos="1936" userDrawn="1">
          <p15:clr>
            <a:srgbClr val="F26B43"/>
          </p15:clr>
        </p15:guide>
        <p15:guide id="8" pos="2858" userDrawn="1">
          <p15:clr>
            <a:srgbClr val="F26B43"/>
          </p15:clr>
        </p15:guide>
        <p15:guide id="9" pos="2982" userDrawn="1">
          <p15:clr>
            <a:srgbClr val="F26B43"/>
          </p15:clr>
        </p15:guide>
        <p15:guide id="10" pos="3904" userDrawn="1">
          <p15:clr>
            <a:srgbClr val="F26B43"/>
          </p15:clr>
        </p15:guide>
        <p15:guide id="11" pos="4700" userDrawn="1">
          <p15:clr>
            <a:srgbClr val="F26B43"/>
          </p15:clr>
        </p15:guide>
        <p15:guide id="12" pos="4826" userDrawn="1">
          <p15:clr>
            <a:srgbClr val="F26B43"/>
          </p15:clr>
        </p15:guide>
        <p15:guide id="13" pos="5620" userDrawn="1">
          <p15:clr>
            <a:srgbClr val="F26B43"/>
          </p15:clr>
        </p15:guide>
        <p15:guide id="14" pos="5748" userDrawn="1">
          <p15:clr>
            <a:srgbClr val="F26B43"/>
          </p15:clr>
        </p15:guide>
        <p15:guide id="15" pos="6544" userDrawn="1">
          <p15:clr>
            <a:srgbClr val="F26B43"/>
          </p15:clr>
        </p15:guide>
        <p15:guide id="16" pos="6670" userDrawn="1">
          <p15:clr>
            <a:srgbClr val="F26B43"/>
          </p15:clr>
        </p15:guide>
        <p15:guide id="17" pos="7464" userDrawn="1">
          <p15:clr>
            <a:srgbClr val="F26B43"/>
          </p15:clr>
        </p15:guide>
        <p15:guide id="18" orient="horz" pos="4104" userDrawn="1">
          <p15:clr>
            <a:srgbClr val="F26B43"/>
          </p15:clr>
        </p15:guide>
        <p15:guide id="19" orient="horz" pos="5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trends.google.com/explore?date=2022-04-21%202026-04-21&amp;geo=Worldwide&amp;q=Generative%2520AI%2CAgentic%2520AI%2CPhysical%2520AI%2CCUDA%2CGPU" TargetMode="Externa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github.com/leonjaramillo/crunching-gpus" TargetMode="Externa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39A7B1E-69C7-3BDB-ED55-8267EC0752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r>
              <a:rPr lang="en-US" dirty="0"/>
              <a:t>Le[on Jaramillo</a:t>
            </a:r>
          </a:p>
          <a:p>
            <a:r>
              <a:rPr lang="en-US" dirty="0"/>
              <a:t>April 2026</a:t>
            </a:r>
            <a:endParaRPr lang="en-US" dirty="0">
              <a:latin typeface="Roboto Mono Medium"/>
              <a:ea typeface="Roboto Mono Medium"/>
              <a:cs typeface="Calibri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0100065-AF52-7009-4225-7918569607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r>
              <a:rPr lang="en-US" dirty="0"/>
              <a:t>Crunching GPUs Easily Using CUDA Python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119A1C-3DDB-45C6-89DF-96D968B71F60}"/>
              </a:ext>
            </a:extLst>
          </p:cNvPr>
          <p:cNvCxnSpPr/>
          <p:nvPr/>
        </p:nvCxnSpPr>
        <p:spPr>
          <a:xfrm>
            <a:off x="373904" y="3702024"/>
            <a:ext cx="5182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BAC425-8C06-6B18-59FC-04111CFD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555642"/>
            <a:ext cx="4768293" cy="630827"/>
          </a:xfrm>
        </p:spPr>
        <p:txBody>
          <a:bodyPr/>
          <a:lstStyle/>
          <a:p>
            <a:r>
              <a:rPr lang="en-US" sz="5000" dirty="0"/>
              <a:t>Contents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9AC8DDC-7144-CEFC-1C30-B3FD5B13D5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08713" y="279400"/>
            <a:ext cx="5006975" cy="206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Crunching GPUs Easily Using CUDA Python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2C3541-B647-D2D8-1A83-CC5F2DFE7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629794"/>
              </p:ext>
            </p:extLst>
          </p:nvPr>
        </p:nvGraphicFramePr>
        <p:xfrm>
          <a:off x="6208712" y="2444531"/>
          <a:ext cx="5640387" cy="2547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916">
                  <a:extLst>
                    <a:ext uri="{9D8B030D-6E8A-4147-A177-3AD203B41FA5}">
                      <a16:colId xmlns:a16="http://schemas.microsoft.com/office/drawing/2014/main" val="1216259643"/>
                    </a:ext>
                  </a:extLst>
                </a:gridCol>
                <a:gridCol w="2060772">
                  <a:extLst>
                    <a:ext uri="{9D8B030D-6E8A-4147-A177-3AD203B41FA5}">
                      <a16:colId xmlns:a16="http://schemas.microsoft.com/office/drawing/2014/main" val="33857003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83543153"/>
                    </a:ext>
                  </a:extLst>
                </a:gridCol>
                <a:gridCol w="557416">
                  <a:extLst>
                    <a:ext uri="{9D8B030D-6E8A-4147-A177-3AD203B41FA5}">
                      <a16:colId xmlns:a16="http://schemas.microsoft.com/office/drawing/2014/main" val="1321265283"/>
                    </a:ext>
                  </a:extLst>
                </a:gridCol>
                <a:gridCol w="2147683">
                  <a:extLst>
                    <a:ext uri="{9D8B030D-6E8A-4147-A177-3AD203B41FA5}">
                      <a16:colId xmlns:a16="http://schemas.microsoft.com/office/drawing/2014/main" val="528245948"/>
                    </a:ext>
                  </a:extLst>
                </a:gridCol>
              </a:tblGrid>
              <a:tr h="849114"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bg1"/>
                          </a:solidFill>
                          <a:latin typeface="Roboto Mono Light" pitchFamily="49" charset="0"/>
                          <a:ea typeface="Roboto Mono Light" pitchFamily="49" charset="0"/>
                        </a:rPr>
                        <a:t>01</a:t>
                      </a: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Are really GPUs a big thing?</a:t>
                      </a: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bg1"/>
                          </a:solidFill>
                          <a:latin typeface="Roboto Mono Light" pitchFamily="49" charset="0"/>
                          <a:ea typeface="Roboto Mono Light" pitchFamily="49" charset="0"/>
                        </a:rPr>
                        <a:t>04</a:t>
                      </a: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What is CUDA?</a:t>
                      </a: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228803"/>
                  </a:ext>
                </a:extLst>
              </a:tr>
              <a:tr h="849114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>
                          <a:solidFill>
                            <a:schemeClr val="bg1"/>
                          </a:solidFill>
                          <a:latin typeface="Roboto Mono Light" pitchFamily="49" charset="0"/>
                          <a:ea typeface="Roboto Mono Light" pitchFamily="49" charset="0"/>
                        </a:rPr>
                        <a:t>02</a:t>
                      </a: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CPU or GPU?</a:t>
                      </a: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kern="120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bg1"/>
                          </a:solidFill>
                          <a:latin typeface="Roboto Mono Light" pitchFamily="49" charset="0"/>
                          <a:ea typeface="Roboto Mono Light" pitchFamily="49" charset="0"/>
                        </a:rPr>
                        <a:t>05</a:t>
                      </a: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What is CUDA Python?</a:t>
                      </a:r>
                    </a:p>
                    <a:p>
                      <a:endParaRPr lang="en-US" sz="16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870271"/>
                  </a:ext>
                </a:extLst>
              </a:tr>
              <a:tr h="849114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>
                          <a:solidFill>
                            <a:schemeClr val="bg1"/>
                          </a:solidFill>
                          <a:latin typeface="Roboto Mono Light" pitchFamily="49" charset="0"/>
                          <a:ea typeface="Roboto Mono Light" pitchFamily="49" charset="0"/>
                        </a:rPr>
                        <a:t>03</a:t>
                      </a: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GPU architecture</a:t>
                      </a: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kern="120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bg1"/>
                          </a:solidFill>
                          <a:latin typeface="Roboto Mono Light" pitchFamily="49" charset="0"/>
                          <a:ea typeface="Roboto Mono Light" pitchFamily="49" charset="0"/>
                        </a:rPr>
                        <a:t>06</a:t>
                      </a: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Call to Action</a:t>
                      </a:r>
                    </a:p>
                    <a:p>
                      <a:endParaRPr lang="en-US" sz="16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64" marR="91464" marT="45732" marB="45732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30295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F4B3C-9E38-FDAA-34F8-B2079DA71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60FEF-0572-F05A-102E-D94BEE769ADD}"/>
              </a:ext>
            </a:extLst>
          </p:cNvPr>
          <p:cNvSpPr txBox="1"/>
          <p:nvPr/>
        </p:nvSpPr>
        <p:spPr>
          <a:xfrm>
            <a:off x="342900" y="3395036"/>
            <a:ext cx="4343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-apple-system"/>
              </a:rPr>
              <a:t>Goal: </a:t>
            </a: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know when to use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-apple-system"/>
              </a:rPr>
              <a:t>PyTorch</a:t>
            </a: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-apple-system"/>
              </a:rPr>
              <a:t>cuDF</a:t>
            </a: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-apple-system"/>
              </a:rPr>
              <a:t>CuPy</a:t>
            </a: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, or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-apple-system"/>
              </a:rPr>
              <a:t>Numba</a:t>
            </a:r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175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B62CC-225E-A6CE-B6C0-3C88EEFA045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E09C7-C445-1D15-3602-5C7382DA6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6F67A9-F2B9-919D-3938-FEC19887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really GPUs a big thing?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67960-FD7E-094B-3FFC-223199F09D18}"/>
              </a:ext>
            </a:extLst>
          </p:cNvPr>
          <p:cNvSpPr txBox="1"/>
          <p:nvPr/>
        </p:nvSpPr>
        <p:spPr>
          <a:xfrm>
            <a:off x="209518" y="6206825"/>
            <a:ext cx="117729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/>
              <a:t>Source</a:t>
            </a:r>
            <a:r>
              <a:rPr lang="es-CO" sz="1000" b="1" dirty="0"/>
              <a:t>:</a:t>
            </a:r>
            <a:r>
              <a:rPr lang="es-CO" sz="1000" dirty="0"/>
              <a:t> </a:t>
            </a:r>
            <a:r>
              <a:rPr lang="es-CO" sz="1000" dirty="0">
                <a:hlinkClick r:id="rId2"/>
              </a:rPr>
              <a:t>https://trends.google.com/explore?date=2022-04-21%202026-04-21&amp;geo=Worldwide&amp;q=Generative%2520AI%2CAgentic%2520AI%2CPhysical%2520AI%2CCUDA%2CGPU</a:t>
            </a:r>
            <a:r>
              <a:rPr lang="es-CO" sz="1000" dirty="0"/>
              <a:t> 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BE0CDC-9C82-3845-41D7-B9F9202FCA60}"/>
              </a:ext>
            </a:extLst>
          </p:cNvPr>
          <p:cNvSpPr txBox="1"/>
          <p:nvPr/>
        </p:nvSpPr>
        <p:spPr>
          <a:xfrm>
            <a:off x="209518" y="5828508"/>
            <a:ext cx="11639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There is a high correlation between the AI boom and the interest on its underlying GPU tooling.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FF5E2E90-B8BA-6CCE-3442-73449AD371DF}"/>
              </a:ext>
            </a:extLst>
          </p:cNvPr>
          <p:cNvPicPr>
            <a:picLocks noGrp="1" noChangeAspect="1"/>
          </p:cNvPicPr>
          <p:nvPr>
            <p:ph sz="quarter" idx="37"/>
          </p:nvPr>
        </p:nvPicPr>
        <p:blipFill>
          <a:blip r:embed="rId3"/>
          <a:stretch>
            <a:fillRect/>
          </a:stretch>
        </p:blipFill>
        <p:spPr>
          <a:xfrm>
            <a:off x="3429000" y="2208676"/>
            <a:ext cx="5452720" cy="358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9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16A65B7-1C01-239B-97EF-417ED56F1BA2}"/>
              </a:ext>
            </a:extLst>
          </p:cNvPr>
          <p:cNvGraphicFramePr>
            <a:graphicFrameLocks noGrp="1"/>
          </p:cNvGraphicFramePr>
          <p:nvPr>
            <p:ph sz="quarter" idx="37"/>
            <p:extLst>
              <p:ext uri="{D42A27DB-BD31-4B8C-83A1-F6EECF244321}">
                <p14:modId xmlns:p14="http://schemas.microsoft.com/office/powerpoint/2010/main" val="4234487655"/>
              </p:ext>
            </p:extLst>
          </p:nvPr>
        </p:nvGraphicFramePr>
        <p:xfrm>
          <a:off x="358775" y="2819400"/>
          <a:ext cx="11490325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39D55-7D18-1FC6-750B-4367BDD513B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B1FDC-B1C7-62A9-CB5C-D4196A16D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619DCD-9A6E-8938-BFB0-8E6EB1149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or GPU? Why does this choice matter now?</a:t>
            </a:r>
          </a:p>
        </p:txBody>
      </p:sp>
    </p:spTree>
    <p:extLst>
      <p:ext uri="{BB962C8B-B14F-4D97-AF65-F5344CB8AC3E}">
        <p14:creationId xmlns:p14="http://schemas.microsoft.com/office/powerpoint/2010/main" val="2320798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83B9944-EFCA-0BFD-2E4A-1758B68BC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076" y="4433447"/>
            <a:ext cx="3625570" cy="204046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39052D2-69EC-5B38-6A75-F6A700748E07}"/>
              </a:ext>
            </a:extLst>
          </p:cNvPr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r>
              <a:rPr lang="en-US" b="1" dirty="0"/>
              <a:t>Use GPU when…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high throughput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work is highly parallel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Operations are mostly numeric / tensor / </a:t>
            </a:r>
            <a:r>
              <a:rPr lang="en-US" dirty="0" err="1"/>
              <a:t>dataframe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workload is large enough to amortize transfers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 can stay on the device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949E14-4A08-95C7-4175-0F705AE849F1}"/>
              </a:ext>
            </a:extLst>
          </p:cNvPr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r>
              <a:rPr lang="en-US" b="1" dirty="0"/>
              <a:t>Use CPU when…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logic is irregular or branch-heavy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workload is small or moderately sized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more memory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 already lives on the host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E4BAF-9E22-79DB-9012-FEC0CF039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F681C9-98BD-C0BF-7851-3D402019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or GPU? Choose by workload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298E66-9A9E-8006-F5E0-92E32049A5E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638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64C6DA2-0F56-1F15-89BF-BB06046BA7B9}"/>
              </a:ext>
            </a:extLst>
          </p:cNvPr>
          <p:cNvGraphicFramePr>
            <a:graphicFrameLocks noGrp="1"/>
          </p:cNvGraphicFramePr>
          <p:nvPr>
            <p:ph sz="quarter" idx="37"/>
            <p:extLst>
              <p:ext uri="{D42A27DB-BD31-4B8C-83A1-F6EECF244321}">
                <p14:modId xmlns:p14="http://schemas.microsoft.com/office/powerpoint/2010/main" val="307802142"/>
              </p:ext>
            </p:extLst>
          </p:nvPr>
        </p:nvGraphicFramePr>
        <p:xfrm>
          <a:off x="358775" y="2819400"/>
          <a:ext cx="5737225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E2F33-7628-2F48-E290-059AF80F23E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2D2C9-04CF-2257-375E-386DA3B10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B3B1B8-385E-1610-56DF-D3E346115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architecture key features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B375F-EC9C-D6B7-70EA-ABBBAA9967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8725" y="1874408"/>
            <a:ext cx="5524500" cy="310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341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625D-7DAF-14F5-CACA-42EE02553EA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B73A3-0E0A-AAC3-7CC2-3FBAACD71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4F5BCC-A99D-A48B-4016-71F901D70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GPU (and a CPU) looks like this</a:t>
            </a:r>
          </a:p>
        </p:txBody>
      </p:sp>
      <p:pic>
        <p:nvPicPr>
          <p:cNvPr id="6" name="Picture 2" descr="Comparing the relative capabilities of the basic elements of CPU and GPU architectures">
            <a:extLst>
              <a:ext uri="{FF2B5EF4-FFF2-40B4-BE49-F238E27FC236}">
                <a16:creationId xmlns:a16="http://schemas.microsoft.com/office/drawing/2014/main" id="{37E4DBA7-AD50-FF6C-3B91-D19ECBC41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439" y="1948765"/>
            <a:ext cx="7783121" cy="3802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038072-7C55-DA4E-6689-FC5343F230C0}"/>
              </a:ext>
            </a:extLst>
          </p:cNvPr>
          <p:cNvSpPr txBox="1"/>
          <p:nvPr/>
        </p:nvSpPr>
        <p:spPr>
          <a:xfrm>
            <a:off x="209518" y="5828508"/>
            <a:ext cx="11639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Please note that the schema above is not at scale.</a:t>
            </a:r>
          </a:p>
        </p:txBody>
      </p:sp>
    </p:spTree>
    <p:extLst>
      <p:ext uri="{BB962C8B-B14F-4D97-AF65-F5344CB8AC3E}">
        <p14:creationId xmlns:p14="http://schemas.microsoft.com/office/powerpoint/2010/main" val="369593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279B1-C039-B817-FF47-D1012A02D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0DE333E-D5F9-53BE-7D2C-41AA3CB088BB}"/>
              </a:ext>
            </a:extLst>
          </p:cNvPr>
          <p:cNvGraphicFramePr>
            <a:graphicFrameLocks noGrp="1"/>
          </p:cNvGraphicFramePr>
          <p:nvPr>
            <p:ph sz="quarter" idx="37"/>
            <p:extLst>
              <p:ext uri="{D42A27DB-BD31-4B8C-83A1-F6EECF244321}">
                <p14:modId xmlns:p14="http://schemas.microsoft.com/office/powerpoint/2010/main" val="1440037099"/>
              </p:ext>
            </p:extLst>
          </p:nvPr>
        </p:nvGraphicFramePr>
        <p:xfrm>
          <a:off x="358775" y="2819400"/>
          <a:ext cx="11490325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A9BF-019D-8C3E-ADA7-1E212205C5F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6A04E-2569-15D2-5034-AD41DEB99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FD0C45-7549-EB6F-2CD9-EC7D6BADF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what is CUDA?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46A20-847F-04BB-D764-D834255F748D}"/>
              </a:ext>
            </a:extLst>
          </p:cNvPr>
          <p:cNvSpPr txBox="1"/>
          <p:nvPr/>
        </p:nvSpPr>
        <p:spPr>
          <a:xfrm>
            <a:off x="361016" y="1957206"/>
            <a:ext cx="11490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CUDA (Compute Unified Device Architecture) </a:t>
            </a:r>
            <a:r>
              <a:rPr lang="en-US" dirty="0"/>
              <a:t>is NVIDIA’s parallel computing platform and API for general-purpose GPU computing. It implements the Single Instruction Multiple Threads (</a:t>
            </a:r>
            <a:r>
              <a:rPr lang="en-US" b="1" dirty="0"/>
              <a:t>SIMT</a:t>
            </a:r>
            <a:r>
              <a:rPr lang="en-US" dirty="0"/>
              <a:t>) paradigm.</a:t>
            </a:r>
          </a:p>
        </p:txBody>
      </p:sp>
    </p:spTree>
    <p:extLst>
      <p:ext uri="{BB962C8B-B14F-4D97-AF65-F5344CB8AC3E}">
        <p14:creationId xmlns:p14="http://schemas.microsoft.com/office/powerpoint/2010/main" val="2943350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A8A2F75-1D5E-6863-C03A-28C2731E76B0}"/>
              </a:ext>
            </a:extLst>
          </p:cNvPr>
          <p:cNvPicPr>
            <a:picLocks noGrp="1" noChangeAspect="1"/>
          </p:cNvPicPr>
          <p:nvPr>
            <p:ph sz="quarter" idx="39"/>
          </p:nvPr>
        </p:nvPicPr>
        <p:blipFill>
          <a:blip r:embed="rId2"/>
          <a:stretch>
            <a:fillRect/>
          </a:stretch>
        </p:blipFill>
        <p:spPr>
          <a:xfrm>
            <a:off x="6200775" y="2944464"/>
            <a:ext cx="5648325" cy="31788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37607-0935-33AA-D1F0-AC61997F0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CD8277-3798-D58B-EFBB-68932DF33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9" y="1081985"/>
            <a:ext cx="11506264" cy="1317916"/>
          </a:xfrm>
        </p:spPr>
        <p:txBody>
          <a:bodyPr/>
          <a:lstStyle/>
          <a:p>
            <a:r>
              <a:rPr lang="en-US" dirty="0"/>
              <a:t>CUDA execution model: how work is organized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9D9DD-1BCF-8603-1BEC-80AF428EBC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6DBE0-342B-7E2B-5DA5-97099DFD744F}"/>
              </a:ext>
            </a:extLst>
          </p:cNvPr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Kernel: </a:t>
            </a:r>
            <a:r>
              <a:rPr lang="en-US" dirty="0"/>
              <a:t>The CUDA function that runs on the GPU.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Grid: </a:t>
            </a:r>
            <a:r>
              <a:rPr lang="en-US" dirty="0"/>
              <a:t>Collection of blocks launched to execute the kernel (SIMT).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Block: </a:t>
            </a:r>
            <a:r>
              <a:rPr lang="en-US" dirty="0"/>
              <a:t>A collection of threads with a shared 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Thread: </a:t>
            </a:r>
            <a:r>
              <a:rPr lang="en-US" dirty="0"/>
              <a:t>Runs the kernel function on specific data (can be thousands).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830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A1DFB-C3A9-8DA9-68AB-36F815D47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50D4DB4-BF2E-4C20-5DEF-253AA8132A1F}"/>
              </a:ext>
            </a:extLst>
          </p:cNvPr>
          <p:cNvPicPr>
            <a:picLocks noGrp="1" noChangeAspect="1"/>
          </p:cNvPicPr>
          <p:nvPr>
            <p:ph sz="quarter" idx="39"/>
          </p:nvPr>
        </p:nvPicPr>
        <p:blipFill>
          <a:blip r:embed="rId2"/>
          <a:stretch>
            <a:fillRect/>
          </a:stretch>
        </p:blipFill>
        <p:spPr>
          <a:xfrm>
            <a:off x="6200775" y="2944464"/>
            <a:ext cx="5648325" cy="31788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20468-A707-529B-2F3C-CEE063122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E15E1E-AAFC-39EF-821F-ECC74B8A0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9" y="1081985"/>
            <a:ext cx="11506264" cy="1317916"/>
          </a:xfrm>
        </p:spPr>
        <p:txBody>
          <a:bodyPr/>
          <a:lstStyle/>
          <a:p>
            <a:r>
              <a:rPr lang="en-US" dirty="0"/>
              <a:t>GPU hardware hierarchy: where that work runs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F1A6B2-CD97-AFC6-7925-8CE56569968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4C951-ECEC-0B34-89DF-2CF7C01CDCFE}"/>
              </a:ext>
            </a:extLst>
          </p:cNvPr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GPU: </a:t>
            </a:r>
            <a:r>
              <a:rPr lang="en-US" dirty="0"/>
              <a:t>It’s the whole hardware device.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Streaming Multiprocessor (SM): </a:t>
            </a:r>
            <a:r>
              <a:rPr lang="en-US" dirty="0"/>
              <a:t>A GPU has many of them, executing many blocks in parallel as scheduled.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Warp: </a:t>
            </a:r>
            <a:r>
              <a:rPr lang="en-US" dirty="0"/>
              <a:t>A SM has many warps, being its basic unit, with 32 threads each, executing instructions in lockstep.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CUDA Core: </a:t>
            </a:r>
            <a:r>
              <a:rPr lang="en-US" dirty="0"/>
              <a:t>Executes threads.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022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2364BD-8B63-EB40-9AC0-1D62F0805CD5}"/>
              </a:ext>
            </a:extLst>
          </p:cNvPr>
          <p:cNvSpPr>
            <a:spLocks noGrp="1"/>
          </p:cNvSpPr>
          <p:nvPr>
            <p:ph sz="quarter" idx="37"/>
          </p:nvPr>
        </p:nvSpPr>
        <p:spPr/>
        <p:txBody>
          <a:bodyPr/>
          <a:lstStyle/>
          <a:p>
            <a:pPr marL="0" indent="0"/>
            <a:r>
              <a:rPr lang="en-US" dirty="0"/>
              <a:t>When using CUDA, you write a </a:t>
            </a:r>
            <a:r>
              <a:rPr lang="en-US" b="1" dirty="0"/>
              <a:t>kernel</a:t>
            </a:r>
            <a:r>
              <a:rPr lang="en-US" dirty="0"/>
              <a:t>, which can be launched and therefore executed on thousands of threads by CUDA cores, reaching massive throughput:</a:t>
            </a:r>
          </a:p>
          <a:p>
            <a:pPr marL="0" indent="0"/>
            <a:endParaRPr lang="es-CO" dirty="0"/>
          </a:p>
          <a:p>
            <a:pPr marL="0" indent="0"/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__global__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vec_add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* a,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* b,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* c,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pPr marL="0" indent="0"/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i =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blockIdx.x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blockDim.x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;  // global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id</a:t>
            </a:r>
          </a:p>
          <a:p>
            <a:pPr marL="0" indent="0"/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(i &lt; n) c[i] = a[i] + b[i];</a:t>
            </a:r>
          </a:p>
          <a:p>
            <a:pPr marL="0" indent="0"/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/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vec_add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&lt;&lt;&lt;blocks, threads&gt;&gt;&gt;(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d_a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d_b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d_c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n);</a:t>
            </a:r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/>
              <a:t>There is a way to do this much easier… using </a:t>
            </a:r>
            <a:r>
              <a:rPr lang="en-US" b="1" dirty="0"/>
              <a:t>CUDA Python</a:t>
            </a:r>
            <a:r>
              <a:rPr lang="en-US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CF231-1B81-CDBA-351C-7BEF0BFE1A8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0A8A3-DAA3-B33B-4B65-755AF00FC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6302F7-698E-68E4-3A48-5AE305F9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CUDA kernel</a:t>
            </a:r>
          </a:p>
        </p:txBody>
      </p:sp>
    </p:spTree>
    <p:extLst>
      <p:ext uri="{BB962C8B-B14F-4D97-AF65-F5344CB8AC3E}">
        <p14:creationId xmlns:p14="http://schemas.microsoft.com/office/powerpoint/2010/main" val="949845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CC343-C488-53A0-907D-B7E39C880FA1}"/>
              </a:ext>
            </a:extLst>
          </p:cNvPr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CUDA Python refers to the </a:t>
            </a:r>
            <a:r>
              <a:rPr lang="en-US" b="1" dirty="0"/>
              <a:t>ecosystem of tools and libraries </a:t>
            </a:r>
            <a:r>
              <a:rPr lang="en-US" dirty="0"/>
              <a:t>that let us use CUDA within </a:t>
            </a:r>
            <a:r>
              <a:rPr lang="en-US" b="1" dirty="0"/>
              <a:t>Python workflows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Now, we </a:t>
            </a:r>
            <a:r>
              <a:rPr lang="en-US" b="1" dirty="0"/>
              <a:t>don’t need deep C++ or Fortran knowledge</a:t>
            </a:r>
            <a:r>
              <a:rPr lang="en-US" dirty="0"/>
              <a:t>, leveraging native Python interfaces for GPU acceleration.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NVIDIA provides a </a:t>
            </a:r>
            <a:r>
              <a:rPr lang="en-US" b="1" dirty="0"/>
              <a:t>standard set of interfaces </a:t>
            </a:r>
            <a:r>
              <a:rPr lang="en-US" dirty="0"/>
              <a:t>known as the CUDA Python package to unify the ecosystem.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Within the scope of CUDA Python, here are </a:t>
            </a:r>
            <a:r>
              <a:rPr lang="en-US" b="1" dirty="0"/>
              <a:t>several libraries </a:t>
            </a:r>
            <a:r>
              <a:rPr lang="en-US" dirty="0"/>
              <a:t>which leverage GPU acceleration in different applications, such as </a:t>
            </a:r>
            <a:r>
              <a:rPr lang="en-US" dirty="0" err="1"/>
              <a:t>Numba</a:t>
            </a:r>
            <a:r>
              <a:rPr lang="en-US" dirty="0"/>
              <a:t>, </a:t>
            </a:r>
            <a:r>
              <a:rPr lang="en-US" dirty="0" err="1"/>
              <a:t>CuPy</a:t>
            </a:r>
            <a:r>
              <a:rPr lang="en-US" dirty="0"/>
              <a:t>, and RAPIDS.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AB57B-DED3-287B-C22E-BD7B10596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BD03DF-76BF-BCC1-CD6A-E0EF30F86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Then, what is CUDA Python?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C5B340-E614-E33D-D5A4-8B6530DA27B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</p:txBody>
      </p:sp>
      <p:pic>
        <p:nvPicPr>
          <p:cNvPr id="7" name="Picture 6" descr="CUDA - Wikipedia, la enciclopedia libre">
            <a:extLst>
              <a:ext uri="{FF2B5EF4-FFF2-40B4-BE49-F238E27FC236}">
                <a16:creationId xmlns:a16="http://schemas.microsoft.com/office/drawing/2014/main" id="{7D39F1B7-F54A-A1CF-8386-8C9490EA6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489" y="1778454"/>
            <a:ext cx="2724072" cy="165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Numba: A High Performance Python Compiler">
            <a:extLst>
              <a:ext uri="{FF2B5EF4-FFF2-40B4-BE49-F238E27FC236}">
                <a16:creationId xmlns:a16="http://schemas.microsoft.com/office/drawing/2014/main" id="{03CF13E8-9CCC-353D-FB4E-233F51F14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289" y="3530191"/>
            <a:ext cx="3242582" cy="866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APIDS | GPU Accelerated Data Science">
            <a:extLst>
              <a:ext uri="{FF2B5EF4-FFF2-40B4-BE49-F238E27FC236}">
                <a16:creationId xmlns:a16="http://schemas.microsoft.com/office/drawing/2014/main" id="{29540637-0B49-FF9F-B30D-A4636153F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275" y="4189020"/>
            <a:ext cx="3563283" cy="131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Installation — CuPy 13.6.0 documentation">
            <a:extLst>
              <a:ext uri="{FF2B5EF4-FFF2-40B4-BE49-F238E27FC236}">
                <a16:creationId xmlns:a16="http://schemas.microsoft.com/office/drawing/2014/main" id="{7691C8C7-5887-1137-552A-48C25D628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317" y="4581514"/>
            <a:ext cx="2688683" cy="1150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566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96B8BC-932A-ACCF-FE90-22F50E316AC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58775" y="1752600"/>
            <a:ext cx="11490325" cy="44958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PyTorch</a:t>
            </a:r>
            <a:r>
              <a:rPr lang="en-US" b="1" dirty="0"/>
              <a:t>: </a:t>
            </a:r>
            <a:r>
              <a:rPr lang="en-US" dirty="0"/>
              <a:t>High-level deep learning framework with CUDA-enabled tensors and models on NVIDIA GPUs.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TensorFlow: </a:t>
            </a:r>
            <a:r>
              <a:rPr lang="en-US" dirty="0"/>
              <a:t>ML framework whose operations and </a:t>
            </a:r>
            <a:r>
              <a:rPr lang="en-US" dirty="0" err="1"/>
              <a:t>tf.keras</a:t>
            </a:r>
            <a:r>
              <a:rPr lang="en-US" dirty="0"/>
              <a:t> models can run on GPU, often with little or no code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Keras</a:t>
            </a:r>
            <a:r>
              <a:rPr lang="en-US" b="1" dirty="0"/>
              <a:t>: </a:t>
            </a:r>
            <a:r>
              <a:rPr lang="en-US" dirty="0"/>
              <a:t>High-level deep learning API; GPU execution comes through its backend, such as TensorFlow or </a:t>
            </a:r>
            <a:r>
              <a:rPr lang="en-US" dirty="0" err="1"/>
              <a:t>PyTorch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RAPIDS: </a:t>
            </a:r>
            <a:r>
              <a:rPr lang="en-US" dirty="0"/>
              <a:t>GPU data science stack, centered on libraries such as </a:t>
            </a:r>
            <a:r>
              <a:rPr lang="en-US" dirty="0" err="1"/>
              <a:t>cuDF</a:t>
            </a:r>
            <a:r>
              <a:rPr lang="en-US" dirty="0"/>
              <a:t> for </a:t>
            </a:r>
            <a:r>
              <a:rPr lang="en-US" dirty="0" err="1"/>
              <a:t>dataframes</a:t>
            </a:r>
            <a:r>
              <a:rPr lang="en-US" dirty="0"/>
              <a:t> and </a:t>
            </a:r>
            <a:r>
              <a:rPr lang="en-US" dirty="0" err="1"/>
              <a:t>cuML</a:t>
            </a:r>
            <a:r>
              <a:rPr lang="en-US" dirty="0"/>
              <a:t> for machine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cudf.pandas</a:t>
            </a:r>
            <a:r>
              <a:rPr lang="en-US" b="1" dirty="0"/>
              <a:t>: </a:t>
            </a:r>
            <a:r>
              <a:rPr lang="en-US" dirty="0"/>
              <a:t>Zero-code-change pandas acceleration on GPU, with automatic CPU fallback.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Polars GPU engine: </a:t>
            </a:r>
            <a:r>
              <a:rPr lang="en-US" dirty="0" err="1"/>
              <a:t>cuDF</a:t>
            </a:r>
            <a:r>
              <a:rPr lang="en-US" dirty="0"/>
              <a:t>-backed GPU engine for the Polars Lazy API, with CPU fallback when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CuPy</a:t>
            </a:r>
            <a:r>
              <a:rPr lang="en-US" b="1" dirty="0"/>
              <a:t>: </a:t>
            </a:r>
            <a:r>
              <a:rPr lang="en-US" dirty="0"/>
              <a:t>NumPy/SciPy-compatible GPU array library for Python.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cuPyNumeric</a:t>
            </a:r>
            <a:r>
              <a:rPr lang="en-US" b="1" dirty="0"/>
              <a:t>: </a:t>
            </a:r>
            <a:r>
              <a:rPr lang="en-US" dirty="0"/>
              <a:t>Accelerated, scalable NumPy replacement built on Legate.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Numba</a:t>
            </a:r>
            <a:r>
              <a:rPr lang="en-US" b="1" dirty="0"/>
              <a:t>: </a:t>
            </a:r>
            <a:r>
              <a:rPr lang="en-US" dirty="0"/>
              <a:t>Lets you write CUDA kernels in Python; current CUDA work is moving to </a:t>
            </a:r>
            <a:r>
              <a:rPr lang="en-US" dirty="0" err="1"/>
              <a:t>numba-cuda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PyCUDA</a:t>
            </a:r>
            <a:r>
              <a:rPr lang="en-US" b="1" dirty="0"/>
              <a:t>: </a:t>
            </a:r>
            <a:r>
              <a:rPr lang="en-US" dirty="0"/>
              <a:t>Pythonic access to CUDA APIs and compiled CUDA kernels from Python.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cuTile</a:t>
            </a:r>
            <a:r>
              <a:rPr lang="en-US" b="1" dirty="0"/>
              <a:t>: </a:t>
            </a:r>
            <a:r>
              <a:rPr lang="en-US" dirty="0"/>
              <a:t>Advanced Python DSL for tile-based GPU kernels.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cuda</a:t>
            </a:r>
            <a:r>
              <a:rPr lang="en-US" b="1" dirty="0"/>
              <a:t>-python: </a:t>
            </a:r>
            <a:r>
              <a:rPr lang="en-US" dirty="0"/>
              <a:t>NVIDIA’s official Python access layer for CUDA, from Pythonic core APIs to low-level bindings.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51356-4E83-D69D-2F4B-3D9DADD0038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3A14A-AEA0-D501-3439-AC6AE897C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4D7C87-9931-8301-F6EB-0C6DD248D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34" y="1081987"/>
            <a:ext cx="4441866" cy="442014"/>
          </a:xfrm>
        </p:spPr>
        <p:txBody>
          <a:bodyPr/>
          <a:lstStyle/>
          <a:p>
            <a:r>
              <a:rPr lang="es-CO" dirty="0"/>
              <a:t>CUDA Python </a:t>
            </a:r>
            <a:r>
              <a:rPr lang="es-CO" dirty="0" err="1"/>
              <a:t>Tooling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726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F9DA-3164-9698-626A-7701B5C492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32A1F-204D-C870-9091-84AC6E41C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538B18-5845-020C-1519-348674507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Ladder of abstraction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36AA930-6348-061C-6241-B7F24249DA64}"/>
              </a:ext>
            </a:extLst>
          </p:cNvPr>
          <p:cNvGraphicFramePr>
            <a:graphicFrameLocks noGrp="1"/>
          </p:cNvGraphicFramePr>
          <p:nvPr>
            <p:ph sz="quarter" idx="37"/>
            <p:extLst>
              <p:ext uri="{D42A27DB-BD31-4B8C-83A1-F6EECF244321}">
                <p14:modId xmlns:p14="http://schemas.microsoft.com/office/powerpoint/2010/main" val="3018345618"/>
              </p:ext>
            </p:extLst>
          </p:nvPr>
        </p:nvGraphicFramePr>
        <p:xfrm>
          <a:off x="358775" y="2819400"/>
          <a:ext cx="11490325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4804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5BE433E-90DC-21E2-51EA-DA27447B4D92}"/>
              </a:ext>
            </a:extLst>
          </p:cNvPr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r>
              <a:rPr lang="en-US" b="1" dirty="0" err="1"/>
              <a:t>cuTile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Tile-based Python DSL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 tile → compute → store 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for advanced, high-performance kernels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Requires, at least, GPUs with Turing architecture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F5FCC44-E35E-3462-0104-87EF821365D3}"/>
              </a:ext>
            </a:extLst>
          </p:cNvPr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r>
              <a:rPr lang="en-US" b="1" dirty="0" err="1"/>
              <a:t>Numba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Python-style CUDA kernels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default for custom kernels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for thread/block-oriented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F3C6E-5C2A-9286-DFFD-04C3573B2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34CF7353-66E4-AF65-1561-42C8A9868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9" y="1081985"/>
            <a:ext cx="11506264" cy="1317916"/>
          </a:xfrm>
        </p:spPr>
        <p:txBody>
          <a:bodyPr/>
          <a:lstStyle/>
          <a:p>
            <a:r>
              <a:rPr lang="es-CO" dirty="0" err="1"/>
              <a:t>Main</a:t>
            </a:r>
            <a:r>
              <a:rPr lang="es-CO" dirty="0"/>
              <a:t> </a:t>
            </a:r>
            <a:r>
              <a:rPr lang="es-CO" dirty="0" err="1"/>
              <a:t>Choices</a:t>
            </a:r>
            <a:r>
              <a:rPr lang="es-CO" dirty="0"/>
              <a:t> </a:t>
            </a:r>
            <a:r>
              <a:rPr lang="es-CO" dirty="0" err="1"/>
              <a:t>when</a:t>
            </a:r>
            <a:r>
              <a:rPr lang="es-CO" dirty="0"/>
              <a:t> </a:t>
            </a:r>
            <a:r>
              <a:rPr lang="es-CO" dirty="0" err="1"/>
              <a:t>Writing</a:t>
            </a:r>
            <a:r>
              <a:rPr lang="es-CO" dirty="0"/>
              <a:t> CUDA </a:t>
            </a:r>
            <a:r>
              <a:rPr lang="es-CO" dirty="0" err="1"/>
              <a:t>Kernels</a:t>
            </a:r>
            <a:r>
              <a:rPr lang="es-CO" dirty="0"/>
              <a:t> </a:t>
            </a:r>
            <a:r>
              <a:rPr lang="es-CO" dirty="0" err="1"/>
              <a:t>with</a:t>
            </a:r>
            <a:r>
              <a:rPr lang="es-CO" dirty="0"/>
              <a:t> Python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482F1-BD34-3730-FEC0-35D85E10B2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06C145-4607-6926-236B-461C910DB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245279"/>
            <a:ext cx="1996858" cy="1996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0863B4-023D-B2FD-28A0-D0DE1B382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4632412"/>
            <a:ext cx="285750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85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604C0-AFCA-11D2-2313-23C621417B8B}"/>
              </a:ext>
            </a:extLst>
          </p:cNvPr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PyTorch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RAPIDS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CuPy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Numba</a:t>
            </a:r>
            <a:endParaRPr lang="en-US" dirty="0"/>
          </a:p>
          <a:p>
            <a:endParaRPr lang="en-US" dirty="0"/>
          </a:p>
          <a:p>
            <a:r>
              <a:rPr lang="en-US" dirty="0"/>
              <a:t>Just check this repo: </a:t>
            </a:r>
            <a:r>
              <a:rPr lang="en-US" dirty="0">
                <a:hlinkClick r:id="rId2"/>
              </a:rPr>
              <a:t>https://github.com/leonjaramillo/crunching-gpus</a:t>
            </a:r>
            <a:r>
              <a:rPr lang="en-US" dirty="0"/>
              <a:t> </a:t>
            </a:r>
          </a:p>
          <a:p>
            <a:r>
              <a:rPr lang="en-US" dirty="0"/>
              <a:t>And run the code with a CUDA capable PC or even in Google </a:t>
            </a:r>
            <a:r>
              <a:rPr lang="en-US" dirty="0" err="1"/>
              <a:t>Colab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F13E8-281B-27D1-B81D-4815458E0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A8B92A-3027-CE38-2A04-6B2343B6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CUDA Python?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304AAF-9684-06D2-EDC9-84B521B797C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Crunching GPUs Easily Using CUDA Python</a:t>
            </a:r>
          </a:p>
        </p:txBody>
      </p:sp>
      <p:pic>
        <p:nvPicPr>
          <p:cNvPr id="9" name="Content Placeholder 2">
            <a:extLst>
              <a:ext uri="{FF2B5EF4-FFF2-40B4-BE49-F238E27FC236}">
                <a16:creationId xmlns:a16="http://schemas.microsoft.com/office/drawing/2014/main" id="{AB5AA2FD-B73E-5A5B-4517-A41EA6EE47E5}"/>
              </a:ext>
            </a:extLst>
          </p:cNvPr>
          <p:cNvPicPr>
            <a:picLocks noGrp="1" noChangeAspect="1"/>
          </p:cNvPicPr>
          <p:nvPr>
            <p:ph sz="quarter" idx="39"/>
          </p:nvPr>
        </p:nvPicPr>
        <p:blipFill>
          <a:blip r:embed="rId3"/>
          <a:stretch>
            <a:fillRect/>
          </a:stretch>
        </p:blipFill>
        <p:spPr>
          <a:xfrm>
            <a:off x="7815200" y="3305112"/>
            <a:ext cx="2419474" cy="245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77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897E5-FD9B-C0A3-C3D0-83B2814980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/>
              <a:t>Crunching GPUs Easily Using CUDA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D76DA-A5FD-DB3B-9966-26604C576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091EF2-B2D5-F164-773D-33424D13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534" y="1066800"/>
            <a:ext cx="5739466" cy="850567"/>
          </a:xfrm>
        </p:spPr>
        <p:txBody>
          <a:bodyPr/>
          <a:lstStyle/>
          <a:p>
            <a:r>
              <a:rPr lang="en-US" dirty="0"/>
              <a:t>Call to Action:</a:t>
            </a:r>
            <a:br>
              <a:rPr lang="en-US" dirty="0"/>
            </a:br>
            <a:r>
              <a:rPr lang="en-US" dirty="0"/>
              <a:t>How to get started today!</a:t>
            </a:r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EC2CFF43-BE42-BC62-C9B3-DB1B4E190603}"/>
              </a:ext>
            </a:extLst>
          </p:cNvPr>
          <p:cNvGraphicFramePr>
            <a:graphicFrameLocks noGrp="1"/>
          </p:cNvGraphicFramePr>
          <p:nvPr>
            <p:ph sz="quarter" idx="37"/>
            <p:extLst>
              <p:ext uri="{D42A27DB-BD31-4B8C-83A1-F6EECF244321}">
                <p14:modId xmlns:p14="http://schemas.microsoft.com/office/powerpoint/2010/main" val="1068770154"/>
              </p:ext>
            </p:extLst>
          </p:nvPr>
        </p:nvGraphicFramePr>
        <p:xfrm>
          <a:off x="358775" y="2819400"/>
          <a:ext cx="11490325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894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8831D-C7CA-CA17-5034-00E8F78244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Q&amp;A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C70B2-2E11-4E88-BBE6-64CDCDC429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34736835"/>
      </p:ext>
    </p:extLst>
  </p:cSld>
  <p:clrMapOvr>
    <a:masterClrMapping/>
  </p:clrMapOvr>
</p:sld>
</file>

<file path=ppt/theme/theme1.xml><?xml version="1.0" encoding="utf-8"?>
<a:theme xmlns:a="http://schemas.openxmlformats.org/drawingml/2006/main" name="2026 Corporate Template">
  <a:themeElements>
    <a:clrScheme name="SoftServe">
      <a:dk1>
        <a:srgbClr val="000000"/>
      </a:dk1>
      <a:lt1>
        <a:srgbClr val="FFFFFF"/>
      </a:lt1>
      <a:dk2>
        <a:srgbClr val="26282B"/>
      </a:dk2>
      <a:lt2>
        <a:srgbClr val="EDF0F2"/>
      </a:lt2>
      <a:accent1>
        <a:srgbClr val="1485C3"/>
      </a:accent1>
      <a:accent2>
        <a:srgbClr val="459FDD"/>
      </a:accent2>
      <a:accent3>
        <a:srgbClr val="C1DFF3"/>
      </a:accent3>
      <a:accent4>
        <a:srgbClr val="F36949"/>
      </a:accent4>
      <a:accent5>
        <a:srgbClr val="FE8D6B"/>
      </a:accent5>
      <a:accent6>
        <a:srgbClr val="FFCEC0"/>
      </a:accent6>
      <a:hlink>
        <a:srgbClr val="0563C1"/>
      </a:hlink>
      <a:folHlink>
        <a:srgbClr val="4C5156"/>
      </a:folHlink>
    </a:clrScheme>
    <a:fontScheme name="Mix1">
      <a:majorFont>
        <a:latin typeface="Azurio Regular"/>
        <a:ea typeface=""/>
        <a:cs typeface=""/>
      </a:majorFont>
      <a:minorFont>
        <a:latin typeface="ReplicaLLTT-Regular"/>
        <a:ea typeface=""/>
        <a:cs typeface="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Serve Template" id="{722414CD-3725-0542-9F0E-2BA9D7B32A24}" vid="{D66ECB66-7F46-D04E-8855-97C65E93AE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EA2235D5E88145BF1C4547E2B18A06" ma:contentTypeVersion="4" ma:contentTypeDescription="Create a new document." ma:contentTypeScope="" ma:versionID="07eb133998e241ca422b03216c87fb5a">
  <xsd:schema xmlns:xsd="http://www.w3.org/2001/XMLSchema" xmlns:xs="http://www.w3.org/2001/XMLSchema" xmlns:p="http://schemas.microsoft.com/office/2006/metadata/properties" xmlns:ns2="8aa81e57-3ca5-41ca-b900-588daa88edda" targetNamespace="http://schemas.microsoft.com/office/2006/metadata/properties" ma:root="true" ma:fieldsID="75ca66f714348251d9eab6ffafbf4d89" ns2:_="">
    <xsd:import namespace="8aa81e57-3ca5-41ca-b900-588daa88ed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81e57-3ca5-41ca-b900-588daa88ed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8D0A93-F0EA-45EB-9DB5-5B844358CA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46DE77-64A8-45AA-99FA-759567FC16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a81e57-3ca5-41ca-b900-588daa88ed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383CD7-F1A8-471C-A0CD-38F0172F3A2B}">
  <ds:schemaRefs>
    <ds:schemaRef ds:uri="http://schemas.openxmlformats.org/package/2006/metadata/core-properties"/>
    <ds:schemaRef ds:uri="http://purl.org/dc/elements/1.1/"/>
    <ds:schemaRef ds:uri="http://purl.org/dc/dcmitype/"/>
    <ds:schemaRef ds:uri="bdf7754e-e3e0-4559-92f5-d0184a1b93fd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094ee7c0-1158-4db9-bf09-fd2e867596d6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6c51c659-9d52-41af-81f7-dde16380e813}" enabled="0" method="" siteId="{6c51c659-9d52-41af-81f7-dde16380e81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SoftServe Template</Template>
  <TotalTime>561</TotalTime>
  <Words>1262</Words>
  <Application>Microsoft Office PowerPoint</Application>
  <PresentationFormat>Widescreen</PresentationFormat>
  <Paragraphs>190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-apple-system</vt:lpstr>
      <vt:lpstr>Arial</vt:lpstr>
      <vt:lpstr>Courier New</vt:lpstr>
      <vt:lpstr>Replica LL TT</vt:lpstr>
      <vt:lpstr>Roboto Mono</vt:lpstr>
      <vt:lpstr>Roboto Mono Light</vt:lpstr>
      <vt:lpstr>Roboto Mono Medium</vt:lpstr>
      <vt:lpstr>Roboto Mono Regular</vt:lpstr>
      <vt:lpstr>2026 Corporate Template</vt:lpstr>
      <vt:lpstr>PowerPoint Presentation</vt:lpstr>
      <vt:lpstr>Contents</vt:lpstr>
      <vt:lpstr>Are really GPUs a big thing?</vt:lpstr>
      <vt:lpstr>CPU or GPU? Why does this choice matter now?</vt:lpstr>
      <vt:lpstr>CPU or GPU? Choose by workload</vt:lpstr>
      <vt:lpstr>GPU architecture key features</vt:lpstr>
      <vt:lpstr>A GPU (and a CPU) looks like this</vt:lpstr>
      <vt:lpstr>So, what is CUDA?</vt:lpstr>
      <vt:lpstr>CUDA execution model: how work is organized</vt:lpstr>
      <vt:lpstr>GPU hardware hierarchy: where that work runs</vt:lpstr>
      <vt:lpstr>A CUDA kernel</vt:lpstr>
      <vt:lpstr>Then, what is CUDA Python?</vt:lpstr>
      <vt:lpstr>CUDA Python Tooling</vt:lpstr>
      <vt:lpstr>Ladder of abstraction</vt:lpstr>
      <vt:lpstr>Main Choices when Writing CUDA Kernels with Python</vt:lpstr>
      <vt:lpstr>How to use CUDA Python?</vt:lpstr>
      <vt:lpstr>Call to Action: How to get started today!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Leon Jaramillo</dc:creator>
  <cp:keywords/>
  <dc:description/>
  <cp:lastModifiedBy>Leon Jaramillo</cp:lastModifiedBy>
  <cp:revision>1</cp:revision>
  <dcterms:created xsi:type="dcterms:W3CDTF">2026-04-21T15:27:45Z</dcterms:created>
  <dcterms:modified xsi:type="dcterms:W3CDTF">2026-04-22T20:37:49Z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0x01010081EA2235D5E88145BF1C4547E2B18A06</vt:lpwstr>
  </property>
  <property fmtid="{D5CDD505-2E9C-101B-9397-08002B2CF9AE}" pid="3" name="MediaServiceImageTags">
    <vt:lpwstr/>
  </property>
</Properties>
</file>